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d5a176457466f" /><Relationship Type="http://schemas.openxmlformats.org/officeDocument/2006/relationships/extended-properties" Target="/docProps/app.xml" Id="Reea6862d7e5e4b76" /><Relationship Type="http://schemas.openxmlformats.org/officeDocument/2006/relationships/officeDocument" Target="/ppt/presentation.xml" Id="Ra3b27ab8e3fd42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925875990458a"/>
  </p:sldMasterIdLst>
  <p:notesMasterIdLst>
    <p:notesMasterId xmlns:r="http://schemas.openxmlformats.org/officeDocument/2006/relationships" r:id="Rd1ed191e607a49c3"/>
  </p:notesMasterIdLst>
  <p:sldIdLst>
    <p:sldId xmlns:r="http://schemas.openxmlformats.org/officeDocument/2006/relationships" id="256" r:id="Rd764a16245e94a49"/>
  </p:sldIdLst>
  <p:sldSz cx="6829425" cy="614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e199e98cc34e92" /><Relationship Type="http://schemas.openxmlformats.org/officeDocument/2006/relationships/slideMaster" Target="/ppt/slideMasters/slideMaster1.xml" Id="Radf925875990458a" /><Relationship Type="http://schemas.openxmlformats.org/officeDocument/2006/relationships/notesMaster" Target="/ppt/notesMasters/notesMaster1.xml" Id="Rd1ed191e607a49c3" /><Relationship Type="http://schemas.openxmlformats.org/officeDocument/2006/relationships/presProps" Target="/ppt/presProps.xml" Id="R0d118fa68e3a409d" /><Relationship Type="http://schemas.openxmlformats.org/officeDocument/2006/relationships/tableStyles" Target="/ppt/tableStyles.xml" Id="R45e6560eaf304921" /><Relationship Type="http://schemas.openxmlformats.org/officeDocument/2006/relationships/slide" Target="/ppt/slides/slide1.xml" Id="Rd764a16245e9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a0e033d293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c977c41bb24a9c" /><Relationship Type="http://schemas.openxmlformats.org/officeDocument/2006/relationships/notesMaster" Target="/ppt/notesMasters/notesMaster1.xml" Id="R2f15fc920d2a4d2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素材ID：SEC-091</ns1:t>
            </ns1:r>
          </ns1:p>
          <ns1:p>
            <ns1:r>
              <ns1:t>论文：SoK: Unintended Interactions among Machine Learning Defenses and Risks</ns1:t>
            </ns1:r>
          </ns1:p>
          <ns1:p>
            <ns1:r>
              <ns1:t>会议：IEEE S&amp;P 2024</ns1:t>
            </ns1:r>
          </ns1:p>
          <ns1:p>
            <ns1:r>
              <ns1:t>奖项：Distinguished Paper Award</ns1:t>
            </ns1:r>
          </ns1:p>
          <ns1:p>
            <ns1:r>
              <ns1:t>图号：Figure 1，PDF第5页</ns1:t>
            </ns1:r>
          </ns1:p>
          <ns1:p>
            <ns1:r>
              <ns1:t>类型：动机示例</ns1:t>
            </ns1:r>
          </ns1:p>
          <ns1:p>
            <ns1:r>
              <ns1:t>借鉴点：四个同尺度分类平面保留训练/测试点型与真实决策边界，在二元因素组合下对比记忆与泛化。</ns1:t>
            </ns1:r>
          </ns1:p>
          <ns1:p>
            <ns1:r>
              <ns1:t>论文URL：https://arxiv.org/pdf/2312.04542</ns1:t>
            </ns1:r>
          </ns1:p>
          <ns1:p>
            <ns1:r>
              <ns1:t>官方获奖URL：https://www.ieee-security.org/TC/SP2024/awards.html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2557a1b904a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04251555d449b4" /><Relationship Type="http://schemas.openxmlformats.org/officeDocument/2006/relationships/slideLayout" Target="/ppt/slideLayouts/slideLayout1.xml" Id="R590bd40e62b647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bd40e62b647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a612b9d504153" /><Relationship Type="http://schemas.openxmlformats.org/officeDocument/2006/relationships/notesSlide" Target="/ppt/notesSlides/notesSlide1.xml" Id="Raf9a37c78d514d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F8FE1-E2B1-4D27-A8F8-F6BDE12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" y="60340"/>
            <a:ext cx="3312307" cy="2481235"/>
          </a:xfrm>
          <a:custGeom xmlns:a="http://schemas.openxmlformats.org/drawingml/2006/main">
            <a:pathLst>
              <a:path w="3312307" h="2481235">
                <a:moveTo>
                  <a:pt x="0" y="2481235"/>
                </a:moveTo>
                <a:lnTo>
                  <a:pt x="3312307" y="2481235"/>
                </a:lnTo>
                <a:lnTo>
                  <a:pt x="3312307" y="0"/>
                </a:lnTo>
                <a:lnTo>
                  <a:pt x="0" y="0"/>
                </a:lnTo>
                <a:lnTo>
                  <a:pt x="0" y="24812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51EF7-D560-4FA8-A675-89767036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60340"/>
            <a:ext cx="3261168" cy="2430096"/>
          </a:xfrm>
          <a:custGeom xmlns:a="http://schemas.openxmlformats.org/drawingml/2006/main">
            <a:pathLst>
              <a:path w="3261168" h="2430096">
                <a:moveTo>
                  <a:pt x="0" y="2430096"/>
                </a:moveTo>
                <a:lnTo>
                  <a:pt x="3261168" y="2430096"/>
                </a:lnTo>
                <a:lnTo>
                  <a:pt x="3261168" y="0"/>
                </a:lnTo>
                <a:lnTo>
                  <a:pt x="0" y="0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5B6BF-9087-4F44-9159-177DC5BF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60340"/>
            <a:ext cx="3261168" cy="1870640"/>
          </a:xfrm>
          <a:custGeom xmlns:a="http://schemas.openxmlformats.org/drawingml/2006/main">
            <a:pathLst>
              <a:path w="3261168" h="1870640">
                <a:moveTo>
                  <a:pt x="7897" y="1867574"/>
                </a:moveTo>
                <a:lnTo>
                  <a:pt x="14366" y="1864971"/>
                </a:lnTo>
                <a:lnTo>
                  <a:pt x="26984" y="1860074"/>
                </a:lnTo>
                <a:lnTo>
                  <a:pt x="28733" y="1859370"/>
                </a:lnTo>
                <a:lnTo>
                  <a:pt x="43099" y="1853667"/>
                </a:lnTo>
                <a:lnTo>
                  <a:pt x="45915" y="1852573"/>
                </a:lnTo>
                <a:lnTo>
                  <a:pt x="57466" y="1847927"/>
                </a:lnTo>
                <a:lnTo>
                  <a:pt x="64815" y="1845073"/>
                </a:lnTo>
                <a:lnTo>
                  <a:pt x="71832" y="1842250"/>
                </a:lnTo>
                <a:lnTo>
                  <a:pt x="83882" y="1837573"/>
                </a:lnTo>
                <a:lnTo>
                  <a:pt x="86198" y="1836641"/>
                </a:lnTo>
                <a:lnTo>
                  <a:pt x="100565" y="1830962"/>
                </a:lnTo>
                <a:lnTo>
                  <a:pt x="102854" y="1830073"/>
                </a:lnTo>
                <a:lnTo>
                  <a:pt x="114931" y="1825214"/>
                </a:lnTo>
                <a:lnTo>
                  <a:pt x="121736" y="1822572"/>
                </a:lnTo>
                <a:lnTo>
                  <a:pt x="129297" y="1819530"/>
                </a:lnTo>
                <a:lnTo>
                  <a:pt x="140783" y="1815072"/>
                </a:lnTo>
                <a:lnTo>
                  <a:pt x="143664" y="1813912"/>
                </a:lnTo>
                <a:lnTo>
                  <a:pt x="158030" y="1808258"/>
                </a:lnTo>
                <a:lnTo>
                  <a:pt x="159796" y="1807572"/>
                </a:lnTo>
                <a:lnTo>
                  <a:pt x="172397" y="1802503"/>
                </a:lnTo>
                <a:lnTo>
                  <a:pt x="178660" y="1800071"/>
                </a:lnTo>
                <a:lnTo>
                  <a:pt x="186763" y="1796811"/>
                </a:lnTo>
                <a:lnTo>
                  <a:pt x="197686" y="1792571"/>
                </a:lnTo>
                <a:lnTo>
                  <a:pt x="201129" y="1791185"/>
                </a:lnTo>
                <a:lnTo>
                  <a:pt x="215496" y="1785554"/>
                </a:lnTo>
                <a:lnTo>
                  <a:pt x="216740" y="1785071"/>
                </a:lnTo>
                <a:lnTo>
                  <a:pt x="229862" y="1779793"/>
                </a:lnTo>
                <a:lnTo>
                  <a:pt x="235585" y="1777570"/>
                </a:lnTo>
                <a:lnTo>
                  <a:pt x="244228" y="1774093"/>
                </a:lnTo>
                <a:lnTo>
                  <a:pt x="254592" y="1770070"/>
                </a:lnTo>
                <a:lnTo>
                  <a:pt x="258595" y="1768459"/>
                </a:lnTo>
                <a:lnTo>
                  <a:pt x="272961" y="1762852"/>
                </a:lnTo>
                <a:lnTo>
                  <a:pt x="273686" y="1762570"/>
                </a:lnTo>
                <a:lnTo>
                  <a:pt x="287328" y="1757083"/>
                </a:lnTo>
                <a:lnTo>
                  <a:pt x="292513" y="1755070"/>
                </a:lnTo>
                <a:lnTo>
                  <a:pt x="301694" y="1751376"/>
                </a:lnTo>
                <a:lnTo>
                  <a:pt x="311500" y="1747569"/>
                </a:lnTo>
                <a:lnTo>
                  <a:pt x="316060" y="1745734"/>
                </a:lnTo>
                <a:lnTo>
                  <a:pt x="330427" y="1740150"/>
                </a:lnTo>
                <a:lnTo>
                  <a:pt x="330635" y="1740069"/>
                </a:lnTo>
                <a:lnTo>
                  <a:pt x="344793" y="1734374"/>
                </a:lnTo>
                <a:lnTo>
                  <a:pt x="349443" y="1732569"/>
                </a:lnTo>
                <a:lnTo>
                  <a:pt x="359160" y="1728659"/>
                </a:lnTo>
                <a:lnTo>
                  <a:pt x="368410" y="1725068"/>
                </a:lnTo>
                <a:lnTo>
                  <a:pt x="373526" y="1723010"/>
                </a:lnTo>
                <a:lnTo>
                  <a:pt x="387549" y="1717568"/>
                </a:lnTo>
                <a:lnTo>
                  <a:pt x="387892" y="1717430"/>
                </a:lnTo>
                <a:lnTo>
                  <a:pt x="402259" y="1711666"/>
                </a:lnTo>
                <a:lnTo>
                  <a:pt x="406375" y="1710068"/>
                </a:lnTo>
                <a:lnTo>
                  <a:pt x="416625" y="1705944"/>
                </a:lnTo>
                <a:lnTo>
                  <a:pt x="425323" y="1702568"/>
                </a:lnTo>
                <a:lnTo>
                  <a:pt x="430991" y="1700286"/>
                </a:lnTo>
                <a:lnTo>
                  <a:pt x="444441" y="1695067"/>
                </a:lnTo>
                <a:lnTo>
                  <a:pt x="445358" y="1694698"/>
                </a:lnTo>
                <a:lnTo>
                  <a:pt x="459724" y="1688959"/>
                </a:lnTo>
                <a:lnTo>
                  <a:pt x="463310" y="1687567"/>
                </a:lnTo>
                <a:lnTo>
                  <a:pt x="474091" y="1683230"/>
                </a:lnTo>
                <a:lnTo>
                  <a:pt x="482238" y="1680067"/>
                </a:lnTo>
                <a:lnTo>
                  <a:pt x="488457" y="1677564"/>
                </a:lnTo>
                <a:lnTo>
                  <a:pt x="501335" y="1672566"/>
                </a:lnTo>
                <a:lnTo>
                  <a:pt x="502823" y="1671967"/>
                </a:lnTo>
                <a:lnTo>
                  <a:pt x="517190" y="1666253"/>
                </a:lnTo>
                <a:lnTo>
                  <a:pt x="520246" y="1665066"/>
                </a:lnTo>
                <a:lnTo>
                  <a:pt x="531556" y="1660516"/>
                </a:lnTo>
                <a:lnTo>
                  <a:pt x="539156" y="1657566"/>
                </a:lnTo>
                <a:lnTo>
                  <a:pt x="545922" y="1654843"/>
                </a:lnTo>
                <a:lnTo>
                  <a:pt x="558232" y="1650065"/>
                </a:lnTo>
                <a:lnTo>
                  <a:pt x="560289" y="1649237"/>
                </a:lnTo>
                <a:lnTo>
                  <a:pt x="574655" y="1643548"/>
                </a:lnTo>
                <a:lnTo>
                  <a:pt x="577185" y="1642565"/>
                </a:lnTo>
                <a:lnTo>
                  <a:pt x="589022" y="1637804"/>
                </a:lnTo>
                <a:lnTo>
                  <a:pt x="596076" y="1635065"/>
                </a:lnTo>
                <a:lnTo>
                  <a:pt x="603388" y="1632122"/>
                </a:lnTo>
                <a:lnTo>
                  <a:pt x="615132" y="1627565"/>
                </a:lnTo>
                <a:lnTo>
                  <a:pt x="617754" y="1626509"/>
                </a:lnTo>
                <a:lnTo>
                  <a:pt x="632121" y="1620843"/>
                </a:lnTo>
                <a:lnTo>
                  <a:pt x="634126" y="1620064"/>
                </a:lnTo>
                <a:lnTo>
                  <a:pt x="646487" y="1615092"/>
                </a:lnTo>
                <a:lnTo>
                  <a:pt x="652998" y="1612564"/>
                </a:lnTo>
                <a:lnTo>
                  <a:pt x="660854" y="1609403"/>
                </a:lnTo>
                <a:lnTo>
                  <a:pt x="672034" y="1605064"/>
                </a:lnTo>
                <a:lnTo>
                  <a:pt x="675220" y="1603781"/>
                </a:lnTo>
                <a:lnTo>
                  <a:pt x="689586" y="1598139"/>
                </a:lnTo>
                <a:lnTo>
                  <a:pt x="691069" y="1597563"/>
                </a:lnTo>
                <a:lnTo>
                  <a:pt x="703953" y="1592381"/>
                </a:lnTo>
                <a:lnTo>
                  <a:pt x="709737" y="1590063"/>
                </a:lnTo>
                <a:lnTo>
                  <a:pt x="718319" y="1586530"/>
                </a:lnTo>
                <a:lnTo>
                  <a:pt x="728172" y="1582563"/>
                </a:lnTo>
                <a:lnTo>
                  <a:pt x="732685" y="1580686"/>
                </a:lnTo>
                <a:lnTo>
                  <a:pt x="746656" y="1575062"/>
                </a:lnTo>
                <a:lnTo>
                  <a:pt x="747052" y="1574898"/>
                </a:lnTo>
                <a:lnTo>
                  <a:pt x="761418" y="1568945"/>
                </a:lnTo>
                <a:lnTo>
                  <a:pt x="764852" y="1567562"/>
                </a:lnTo>
                <a:lnTo>
                  <a:pt x="775785" y="1563017"/>
                </a:lnTo>
                <a:lnTo>
                  <a:pt x="783124" y="1560062"/>
                </a:lnTo>
                <a:lnTo>
                  <a:pt x="790151" y="1557140"/>
                </a:lnTo>
                <a:lnTo>
                  <a:pt x="801524" y="1552562"/>
                </a:lnTo>
                <a:lnTo>
                  <a:pt x="804517" y="1551316"/>
                </a:lnTo>
                <a:lnTo>
                  <a:pt x="818884" y="1545483"/>
                </a:lnTo>
                <a:lnTo>
                  <a:pt x="819930" y="1545061"/>
                </a:lnTo>
                <a:lnTo>
                  <a:pt x="833250" y="1539680"/>
                </a:lnTo>
                <a:lnTo>
                  <a:pt x="838860" y="1537561"/>
                </a:lnTo>
                <a:lnTo>
                  <a:pt x="847616" y="1534146"/>
                </a:lnTo>
                <a:lnTo>
                  <a:pt x="858535" y="1530061"/>
                </a:lnTo>
                <a:lnTo>
                  <a:pt x="861983" y="1528715"/>
                </a:lnTo>
                <a:lnTo>
                  <a:pt x="876349" y="1523259"/>
                </a:lnTo>
                <a:lnTo>
                  <a:pt x="878216" y="1522560"/>
                </a:lnTo>
                <a:lnTo>
                  <a:pt x="890715" y="1517687"/>
                </a:lnTo>
                <a:lnTo>
                  <a:pt x="897734" y="1515060"/>
                </a:lnTo>
                <a:lnTo>
                  <a:pt x="905082" y="1512194"/>
                </a:lnTo>
                <a:lnTo>
                  <a:pt x="917224" y="1507560"/>
                </a:lnTo>
                <a:lnTo>
                  <a:pt x="919448" y="1506678"/>
                </a:lnTo>
                <a:lnTo>
                  <a:pt x="933815" y="1501011"/>
                </a:lnTo>
                <a:lnTo>
                  <a:pt x="936274" y="1500059"/>
                </a:lnTo>
                <a:lnTo>
                  <a:pt x="948181" y="1495280"/>
                </a:lnTo>
                <a:lnTo>
                  <a:pt x="955218" y="1492559"/>
                </a:lnTo>
                <a:lnTo>
                  <a:pt x="962547" y="1489616"/>
                </a:lnTo>
                <a:lnTo>
                  <a:pt x="974340" y="1485059"/>
                </a:lnTo>
                <a:lnTo>
                  <a:pt x="976914" y="1484025"/>
                </a:lnTo>
                <a:lnTo>
                  <a:pt x="991280" y="1478374"/>
                </a:lnTo>
                <a:lnTo>
                  <a:pt x="993389" y="1477558"/>
                </a:lnTo>
                <a:lnTo>
                  <a:pt x="1005647" y="1472638"/>
                </a:lnTo>
                <a:lnTo>
                  <a:pt x="1012320" y="1470058"/>
                </a:lnTo>
                <a:lnTo>
                  <a:pt x="1020013" y="1466969"/>
                </a:lnTo>
                <a:lnTo>
                  <a:pt x="1031427" y="1462558"/>
                </a:lnTo>
                <a:lnTo>
                  <a:pt x="1034379" y="1461372"/>
                </a:lnTo>
                <a:lnTo>
                  <a:pt x="1048746" y="1455738"/>
                </a:lnTo>
                <a:lnTo>
                  <a:pt x="1050505" y="1455058"/>
                </a:lnTo>
                <a:lnTo>
                  <a:pt x="1063112" y="1449997"/>
                </a:lnTo>
                <a:lnTo>
                  <a:pt x="1069422" y="1447557"/>
                </a:lnTo>
                <a:lnTo>
                  <a:pt x="1077478" y="1444323"/>
                </a:lnTo>
                <a:lnTo>
                  <a:pt x="1088515" y="1440057"/>
                </a:lnTo>
                <a:lnTo>
                  <a:pt x="1091845" y="1438720"/>
                </a:lnTo>
                <a:lnTo>
                  <a:pt x="1106211" y="1433102"/>
                </a:lnTo>
                <a:lnTo>
                  <a:pt x="1107593" y="1432557"/>
                </a:lnTo>
                <a:lnTo>
                  <a:pt x="1120578" y="1427247"/>
                </a:lnTo>
                <a:lnTo>
                  <a:pt x="1126123" y="1425056"/>
                </a:lnTo>
                <a:lnTo>
                  <a:pt x="1134944" y="1421447"/>
                </a:lnTo>
                <a:lnTo>
                  <a:pt x="1144800" y="1417556"/>
                </a:lnTo>
                <a:lnTo>
                  <a:pt x="1149310" y="1415710"/>
                </a:lnTo>
                <a:lnTo>
                  <a:pt x="1163636" y="1410056"/>
                </a:lnTo>
                <a:lnTo>
                  <a:pt x="1163677" y="1410039"/>
                </a:lnTo>
                <a:lnTo>
                  <a:pt x="1178043" y="1404166"/>
                </a:lnTo>
                <a:lnTo>
                  <a:pt x="1182119" y="1402556"/>
                </a:lnTo>
                <a:lnTo>
                  <a:pt x="1192410" y="1398346"/>
                </a:lnTo>
                <a:lnTo>
                  <a:pt x="1200743" y="1395055"/>
                </a:lnTo>
                <a:lnTo>
                  <a:pt x="1206776" y="1392587"/>
                </a:lnTo>
                <a:lnTo>
                  <a:pt x="1219522" y="1387555"/>
                </a:lnTo>
                <a:lnTo>
                  <a:pt x="1221142" y="1386892"/>
                </a:lnTo>
                <a:lnTo>
                  <a:pt x="1235509" y="1381092"/>
                </a:lnTo>
                <a:lnTo>
                  <a:pt x="1238134" y="1380055"/>
                </a:lnTo>
                <a:lnTo>
                  <a:pt x="1249875" y="1375252"/>
                </a:lnTo>
                <a:lnTo>
                  <a:pt x="1256705" y="1372554"/>
                </a:lnTo>
                <a:lnTo>
                  <a:pt x="1264241" y="1369471"/>
                </a:lnTo>
                <a:lnTo>
                  <a:pt x="1275429" y="1365054"/>
                </a:lnTo>
                <a:lnTo>
                  <a:pt x="1278608" y="1363753"/>
                </a:lnTo>
                <a:lnTo>
                  <a:pt x="1292974" y="1358024"/>
                </a:lnTo>
                <a:lnTo>
                  <a:pt x="1294165" y="1357554"/>
                </a:lnTo>
                <a:lnTo>
                  <a:pt x="1307341" y="1352165"/>
                </a:lnTo>
                <a:lnTo>
                  <a:pt x="1312686" y="1350054"/>
                </a:lnTo>
                <a:lnTo>
                  <a:pt x="1321707" y="1346363"/>
                </a:lnTo>
                <a:lnTo>
                  <a:pt x="1331355" y="1342553"/>
                </a:lnTo>
                <a:lnTo>
                  <a:pt x="1336073" y="1340622"/>
                </a:lnTo>
                <a:lnTo>
                  <a:pt x="1350184" y="1335053"/>
                </a:lnTo>
                <a:lnTo>
                  <a:pt x="1350440" y="1334948"/>
                </a:lnTo>
                <a:lnTo>
                  <a:pt x="1364806" y="1329085"/>
                </a:lnTo>
                <a:lnTo>
                  <a:pt x="1368685" y="1327553"/>
                </a:lnTo>
                <a:lnTo>
                  <a:pt x="1379172" y="1323262"/>
                </a:lnTo>
                <a:lnTo>
                  <a:pt x="1387301" y="1320052"/>
                </a:lnTo>
                <a:lnTo>
                  <a:pt x="1393539" y="1317500"/>
                </a:lnTo>
                <a:lnTo>
                  <a:pt x="1406073" y="1312552"/>
                </a:lnTo>
                <a:lnTo>
                  <a:pt x="1407905" y="1311802"/>
                </a:lnTo>
                <a:lnTo>
                  <a:pt x="1422272" y="1306012"/>
                </a:lnTo>
                <a:lnTo>
                  <a:pt x="1424701" y="1305052"/>
                </a:lnTo>
                <a:lnTo>
                  <a:pt x="1436638" y="1300169"/>
                </a:lnTo>
                <a:lnTo>
                  <a:pt x="1443266" y="1297551"/>
                </a:lnTo>
                <a:lnTo>
                  <a:pt x="1451004" y="1294385"/>
                </a:lnTo>
                <a:lnTo>
                  <a:pt x="1461982" y="1290051"/>
                </a:lnTo>
                <a:lnTo>
                  <a:pt x="1465371" y="1288664"/>
                </a:lnTo>
                <a:lnTo>
                  <a:pt x="1479737" y="1282945"/>
                </a:lnTo>
                <a:lnTo>
                  <a:pt x="1480735" y="1282551"/>
                </a:lnTo>
                <a:lnTo>
                  <a:pt x="1494104" y="1277083"/>
                </a:lnTo>
                <a:lnTo>
                  <a:pt x="1499321" y="1275051"/>
                </a:lnTo>
                <a:lnTo>
                  <a:pt x="1508470" y="1271389"/>
                </a:lnTo>
                <a:lnTo>
                  <a:pt x="1519353" y="1267550"/>
                </a:lnTo>
                <a:lnTo>
                  <a:pt x="1522836" y="1266260"/>
                </a:lnTo>
                <a:lnTo>
                  <a:pt x="1537203" y="1261078"/>
                </a:lnTo>
                <a:lnTo>
                  <a:pt x="1540114" y="1260050"/>
                </a:lnTo>
                <a:lnTo>
                  <a:pt x="1551569" y="1255810"/>
                </a:lnTo>
                <a:lnTo>
                  <a:pt x="1560811" y="1252550"/>
                </a:lnTo>
                <a:lnTo>
                  <a:pt x="1565935" y="1250652"/>
                </a:lnTo>
                <a:lnTo>
                  <a:pt x="1580302" y="1245532"/>
                </a:lnTo>
                <a:lnTo>
                  <a:pt x="1581667" y="1245049"/>
                </a:lnTo>
                <a:lnTo>
                  <a:pt x="1594668" y="1240238"/>
                </a:lnTo>
                <a:lnTo>
                  <a:pt x="1602289" y="1237549"/>
                </a:lnTo>
                <a:lnTo>
                  <a:pt x="1609035" y="1235051"/>
                </a:lnTo>
                <a:lnTo>
                  <a:pt x="1623220" y="1230049"/>
                </a:lnTo>
                <a:lnTo>
                  <a:pt x="1623401" y="1229982"/>
                </a:lnTo>
                <a:lnTo>
                  <a:pt x="1637767" y="1224673"/>
                </a:lnTo>
                <a:lnTo>
                  <a:pt x="1643787" y="1222548"/>
                </a:lnTo>
                <a:lnTo>
                  <a:pt x="1652134" y="1219458"/>
                </a:lnTo>
                <a:lnTo>
                  <a:pt x="1664637" y="1215048"/>
                </a:lnTo>
                <a:lnTo>
                  <a:pt x="1666500" y="1214358"/>
                </a:lnTo>
                <a:lnTo>
                  <a:pt x="1680866" y="1209114"/>
                </a:lnTo>
                <a:lnTo>
                  <a:pt x="1685304" y="1207548"/>
                </a:lnTo>
                <a:lnTo>
                  <a:pt x="1695233" y="1203872"/>
                </a:lnTo>
                <a:lnTo>
                  <a:pt x="1706075" y="1200048"/>
                </a:lnTo>
                <a:lnTo>
                  <a:pt x="1709599" y="1198742"/>
                </a:lnTo>
                <a:lnTo>
                  <a:pt x="1723966" y="1193562"/>
                </a:lnTo>
                <a:lnTo>
                  <a:pt x="1726839" y="1192547"/>
                </a:lnTo>
                <a:lnTo>
                  <a:pt x="1738332" y="1188293"/>
                </a:lnTo>
                <a:lnTo>
                  <a:pt x="1747534" y="1185047"/>
                </a:lnTo>
                <a:lnTo>
                  <a:pt x="1752698" y="1183134"/>
                </a:lnTo>
                <a:lnTo>
                  <a:pt x="1767065" y="1178016"/>
                </a:lnTo>
                <a:lnTo>
                  <a:pt x="1768393" y="1177547"/>
                </a:lnTo>
                <a:lnTo>
                  <a:pt x="1781431" y="1172722"/>
                </a:lnTo>
                <a:lnTo>
                  <a:pt x="1789012" y="1170046"/>
                </a:lnTo>
                <a:lnTo>
                  <a:pt x="1795798" y="1167534"/>
                </a:lnTo>
                <a:lnTo>
                  <a:pt x="1809942" y="1162546"/>
                </a:lnTo>
                <a:lnTo>
                  <a:pt x="1810164" y="1162464"/>
                </a:lnTo>
                <a:lnTo>
                  <a:pt x="1824530" y="1157156"/>
                </a:lnTo>
                <a:lnTo>
                  <a:pt x="1830511" y="1155046"/>
                </a:lnTo>
                <a:lnTo>
                  <a:pt x="1838897" y="1151941"/>
                </a:lnTo>
                <a:lnTo>
                  <a:pt x="1851359" y="1147546"/>
                </a:lnTo>
                <a:lnTo>
                  <a:pt x="1853263" y="1146840"/>
                </a:lnTo>
                <a:lnTo>
                  <a:pt x="1867629" y="1141598"/>
                </a:lnTo>
                <a:lnTo>
                  <a:pt x="1872028" y="1140045"/>
                </a:lnTo>
                <a:lnTo>
                  <a:pt x="1881996" y="1136355"/>
                </a:lnTo>
                <a:lnTo>
                  <a:pt x="1892798" y="1132545"/>
                </a:lnTo>
                <a:lnTo>
                  <a:pt x="1896362" y="1131225"/>
                </a:lnTo>
                <a:lnTo>
                  <a:pt x="1910729" y="1126046"/>
                </a:lnTo>
                <a:lnTo>
                  <a:pt x="1913564" y="1125045"/>
                </a:lnTo>
                <a:lnTo>
                  <a:pt x="1925095" y="1120777"/>
                </a:lnTo>
                <a:lnTo>
                  <a:pt x="1934257" y="1117544"/>
                </a:lnTo>
                <a:lnTo>
                  <a:pt x="1939461" y="1115617"/>
                </a:lnTo>
                <a:lnTo>
                  <a:pt x="1953828" y="1110500"/>
                </a:lnTo>
                <a:lnTo>
                  <a:pt x="1955118" y="1110044"/>
                </a:lnTo>
                <a:lnTo>
                  <a:pt x="1968194" y="1105205"/>
                </a:lnTo>
                <a:lnTo>
                  <a:pt x="1975736" y="1102544"/>
                </a:lnTo>
                <a:lnTo>
                  <a:pt x="1982560" y="1100017"/>
                </a:lnTo>
                <a:lnTo>
                  <a:pt x="1996663" y="1095043"/>
                </a:lnTo>
                <a:lnTo>
                  <a:pt x="1996927" y="1094946"/>
                </a:lnTo>
                <a:lnTo>
                  <a:pt x="2011293" y="1089640"/>
                </a:lnTo>
                <a:lnTo>
                  <a:pt x="2017235" y="1087543"/>
                </a:lnTo>
                <a:lnTo>
                  <a:pt x="2025660" y="1084424"/>
                </a:lnTo>
                <a:lnTo>
                  <a:pt x="2038081" y="1080043"/>
                </a:lnTo>
                <a:lnTo>
                  <a:pt x="2040026" y="1079323"/>
                </a:lnTo>
                <a:lnTo>
                  <a:pt x="2054392" y="1074082"/>
                </a:lnTo>
                <a:lnTo>
                  <a:pt x="2058753" y="1072543"/>
                </a:lnTo>
                <a:lnTo>
                  <a:pt x="2068759" y="1068839"/>
                </a:lnTo>
                <a:lnTo>
                  <a:pt x="2079520" y="1065042"/>
                </a:lnTo>
                <a:lnTo>
                  <a:pt x="2083125" y="1063707"/>
                </a:lnTo>
                <a:lnTo>
                  <a:pt x="2097492" y="1058530"/>
                </a:lnTo>
                <a:lnTo>
                  <a:pt x="2100289" y="1057542"/>
                </a:lnTo>
                <a:lnTo>
                  <a:pt x="2111858" y="1053260"/>
                </a:lnTo>
                <a:lnTo>
                  <a:pt x="2120980" y="1050042"/>
                </a:lnTo>
                <a:lnTo>
                  <a:pt x="2126224" y="1048100"/>
                </a:lnTo>
                <a:lnTo>
                  <a:pt x="2140591" y="1042984"/>
                </a:lnTo>
                <a:lnTo>
                  <a:pt x="2141844" y="1042541"/>
                </a:lnTo>
                <a:lnTo>
                  <a:pt x="2154957" y="1037689"/>
                </a:lnTo>
                <a:lnTo>
                  <a:pt x="2162460" y="1035041"/>
                </a:lnTo>
                <a:lnTo>
                  <a:pt x="2169323" y="1032500"/>
                </a:lnTo>
                <a:lnTo>
                  <a:pt x="2183385" y="1027541"/>
                </a:lnTo>
                <a:lnTo>
                  <a:pt x="2183690" y="1027428"/>
                </a:lnTo>
                <a:lnTo>
                  <a:pt x="2198056" y="1022124"/>
                </a:lnTo>
                <a:lnTo>
                  <a:pt x="2203959" y="1020040"/>
                </a:lnTo>
                <a:lnTo>
                  <a:pt x="2212423" y="1016907"/>
                </a:lnTo>
                <a:lnTo>
                  <a:pt x="2224803" y="1012540"/>
                </a:lnTo>
                <a:lnTo>
                  <a:pt x="2226789" y="1011805"/>
                </a:lnTo>
                <a:lnTo>
                  <a:pt x="2241155" y="1006565"/>
                </a:lnTo>
                <a:lnTo>
                  <a:pt x="2245477" y="1005040"/>
                </a:lnTo>
                <a:lnTo>
                  <a:pt x="2255522" y="1001322"/>
                </a:lnTo>
                <a:lnTo>
                  <a:pt x="2266243" y="997540"/>
                </a:lnTo>
                <a:lnTo>
                  <a:pt x="2269888" y="996190"/>
                </a:lnTo>
                <a:lnTo>
                  <a:pt x="2284255" y="990747"/>
                </a:lnTo>
                <a:lnTo>
                  <a:pt x="2286019" y="990039"/>
                </a:lnTo>
                <a:lnTo>
                  <a:pt x="2298621" y="984370"/>
                </a:lnTo>
                <a:lnTo>
                  <a:pt x="2302772" y="982539"/>
                </a:lnTo>
                <a:lnTo>
                  <a:pt x="2312987" y="977943"/>
                </a:lnTo>
                <a:lnTo>
                  <a:pt x="2319572" y="975039"/>
                </a:lnTo>
                <a:lnTo>
                  <a:pt x="2327353" y="971537"/>
                </a:lnTo>
                <a:lnTo>
                  <a:pt x="2336420" y="967538"/>
                </a:lnTo>
                <a:lnTo>
                  <a:pt x="2341720" y="965153"/>
                </a:lnTo>
                <a:lnTo>
                  <a:pt x="2353321" y="960038"/>
                </a:lnTo>
                <a:lnTo>
                  <a:pt x="2356086" y="958793"/>
                </a:lnTo>
                <a:lnTo>
                  <a:pt x="2370274" y="952538"/>
                </a:lnTo>
                <a:lnTo>
                  <a:pt x="2370453" y="952457"/>
                </a:lnTo>
                <a:lnTo>
                  <a:pt x="2384819" y="946004"/>
                </a:lnTo>
                <a:lnTo>
                  <a:pt x="2387009" y="945037"/>
                </a:lnTo>
                <a:lnTo>
                  <a:pt x="2399185" y="939559"/>
                </a:lnTo>
                <a:lnTo>
                  <a:pt x="2403770" y="937537"/>
                </a:lnTo>
                <a:lnTo>
                  <a:pt x="2413552" y="933136"/>
                </a:lnTo>
                <a:lnTo>
                  <a:pt x="2420578" y="930037"/>
                </a:lnTo>
                <a:lnTo>
                  <a:pt x="2427918" y="926734"/>
                </a:lnTo>
                <a:lnTo>
                  <a:pt x="2437436" y="922537"/>
                </a:lnTo>
                <a:lnTo>
                  <a:pt x="2442285" y="920354"/>
                </a:lnTo>
                <a:lnTo>
                  <a:pt x="2454346" y="915036"/>
                </a:lnTo>
                <a:lnTo>
                  <a:pt x="2456651" y="913999"/>
                </a:lnTo>
                <a:lnTo>
                  <a:pt x="2471017" y="907650"/>
                </a:lnTo>
                <a:lnTo>
                  <a:pt x="2471277" y="907536"/>
                </a:lnTo>
                <a:lnTo>
                  <a:pt x="2485384" y="901190"/>
                </a:lnTo>
                <a:lnTo>
                  <a:pt x="2488000" y="900036"/>
                </a:lnTo>
                <a:lnTo>
                  <a:pt x="2499750" y="894749"/>
                </a:lnTo>
                <a:lnTo>
                  <a:pt x="2504769" y="892535"/>
                </a:lnTo>
                <a:lnTo>
                  <a:pt x="2514116" y="888329"/>
                </a:lnTo>
                <a:lnTo>
                  <a:pt x="2521586" y="885035"/>
                </a:lnTo>
                <a:lnTo>
                  <a:pt x="2528483" y="881932"/>
                </a:lnTo>
                <a:lnTo>
                  <a:pt x="2538453" y="877535"/>
                </a:lnTo>
                <a:lnTo>
                  <a:pt x="2542849" y="875556"/>
                </a:lnTo>
                <a:lnTo>
                  <a:pt x="2555372" y="870035"/>
                </a:lnTo>
                <a:lnTo>
                  <a:pt x="2557216" y="869205"/>
                </a:lnTo>
                <a:lnTo>
                  <a:pt x="2571582" y="862834"/>
                </a:lnTo>
                <a:lnTo>
                  <a:pt x="2572261" y="862534"/>
                </a:lnTo>
                <a:lnTo>
                  <a:pt x="2585949" y="856377"/>
                </a:lnTo>
                <a:lnTo>
                  <a:pt x="2588993" y="855034"/>
                </a:lnTo>
                <a:lnTo>
                  <a:pt x="2600315" y="849940"/>
                </a:lnTo>
                <a:lnTo>
                  <a:pt x="2605770" y="847534"/>
                </a:lnTo>
                <a:lnTo>
                  <a:pt x="2614681" y="843524"/>
                </a:lnTo>
                <a:lnTo>
                  <a:pt x="2622596" y="840033"/>
                </a:lnTo>
                <a:lnTo>
                  <a:pt x="2629048" y="837130"/>
                </a:lnTo>
                <a:lnTo>
                  <a:pt x="2639472" y="832533"/>
                </a:lnTo>
                <a:lnTo>
                  <a:pt x="2643414" y="830759"/>
                </a:lnTo>
                <a:lnTo>
                  <a:pt x="2656401" y="825033"/>
                </a:lnTo>
                <a:lnTo>
                  <a:pt x="2657780" y="824412"/>
                </a:lnTo>
                <a:lnTo>
                  <a:pt x="2672147" y="818018"/>
                </a:lnTo>
                <a:lnTo>
                  <a:pt x="2673247" y="817532"/>
                </a:lnTo>
                <a:lnTo>
                  <a:pt x="2686513" y="811564"/>
                </a:lnTo>
                <a:lnTo>
                  <a:pt x="2689986" y="810032"/>
                </a:lnTo>
                <a:lnTo>
                  <a:pt x="2700879" y="805131"/>
                </a:lnTo>
                <a:lnTo>
                  <a:pt x="2706773" y="802532"/>
                </a:lnTo>
                <a:lnTo>
                  <a:pt x="2715246" y="798719"/>
                </a:lnTo>
                <a:lnTo>
                  <a:pt x="2723607" y="795031"/>
                </a:lnTo>
                <a:lnTo>
                  <a:pt x="2729612" y="792329"/>
                </a:lnTo>
                <a:lnTo>
                  <a:pt x="2740573" y="787531"/>
                </a:lnTo>
                <a:lnTo>
                  <a:pt x="2743979" y="786000"/>
                </a:lnTo>
                <a:lnTo>
                  <a:pt x="2757991" y="780031"/>
                </a:lnTo>
                <a:lnTo>
                  <a:pt x="2758345" y="779873"/>
                </a:lnTo>
                <a:lnTo>
                  <a:pt x="2772711" y="773651"/>
                </a:lnTo>
                <a:lnTo>
                  <a:pt x="2775352" y="772531"/>
                </a:lnTo>
                <a:lnTo>
                  <a:pt x="2787078" y="767438"/>
                </a:lnTo>
                <a:lnTo>
                  <a:pt x="2792754" y="765030"/>
                </a:lnTo>
                <a:lnTo>
                  <a:pt x="2801444" y="761256"/>
                </a:lnTo>
                <a:lnTo>
                  <a:pt x="2810228" y="757530"/>
                </a:lnTo>
                <a:lnTo>
                  <a:pt x="2815811" y="755105"/>
                </a:lnTo>
                <a:lnTo>
                  <a:pt x="2827777" y="750030"/>
                </a:lnTo>
                <a:lnTo>
                  <a:pt x="2830177" y="748987"/>
                </a:lnTo>
                <a:lnTo>
                  <a:pt x="2844543" y="742857"/>
                </a:lnTo>
                <a:lnTo>
                  <a:pt x="2845316" y="742529"/>
                </a:lnTo>
                <a:lnTo>
                  <a:pt x="2858910" y="736626"/>
                </a:lnTo>
                <a:lnTo>
                  <a:pt x="2862674" y="735029"/>
                </a:lnTo>
                <a:lnTo>
                  <a:pt x="2873276" y="730425"/>
                </a:lnTo>
                <a:lnTo>
                  <a:pt x="2880102" y="727529"/>
                </a:lnTo>
                <a:lnTo>
                  <a:pt x="2887642" y="724253"/>
                </a:lnTo>
                <a:lnTo>
                  <a:pt x="2897603" y="720029"/>
                </a:lnTo>
                <a:lnTo>
                  <a:pt x="2902009" y="718115"/>
                </a:lnTo>
                <a:lnTo>
                  <a:pt x="2915182" y="712528"/>
                </a:lnTo>
                <a:lnTo>
                  <a:pt x="2916375" y="712010"/>
                </a:lnTo>
                <a:lnTo>
                  <a:pt x="2930742" y="705825"/>
                </a:lnTo>
                <a:lnTo>
                  <a:pt x="2932621" y="705028"/>
                </a:lnTo>
                <a:lnTo>
                  <a:pt x="2945108" y="699605"/>
                </a:lnTo>
                <a:lnTo>
                  <a:pt x="2950005" y="697528"/>
                </a:lnTo>
                <a:lnTo>
                  <a:pt x="2959474" y="693415"/>
                </a:lnTo>
                <a:lnTo>
                  <a:pt x="2967460" y="690027"/>
                </a:lnTo>
                <a:lnTo>
                  <a:pt x="2973841" y="687256"/>
                </a:lnTo>
                <a:lnTo>
                  <a:pt x="2984989" y="682527"/>
                </a:lnTo>
                <a:lnTo>
                  <a:pt x="2988207" y="681129"/>
                </a:lnTo>
                <a:lnTo>
                  <a:pt x="3002574" y="675036"/>
                </a:lnTo>
                <a:lnTo>
                  <a:pt x="3002595" y="675027"/>
                </a:lnTo>
                <a:lnTo>
                  <a:pt x="3016940" y="668798"/>
                </a:lnTo>
                <a:lnTo>
                  <a:pt x="3019936" y="667527"/>
                </a:lnTo>
                <a:lnTo>
                  <a:pt x="3031306" y="662588"/>
                </a:lnTo>
                <a:lnTo>
                  <a:pt x="3037346" y="660026"/>
                </a:lnTo>
                <a:lnTo>
                  <a:pt x="3045673" y="656409"/>
                </a:lnTo>
                <a:lnTo>
                  <a:pt x="3054828" y="652526"/>
                </a:lnTo>
                <a:lnTo>
                  <a:pt x="3060039" y="650262"/>
                </a:lnTo>
                <a:lnTo>
                  <a:pt x="3072387" y="645026"/>
                </a:lnTo>
                <a:lnTo>
                  <a:pt x="3074405" y="644149"/>
                </a:lnTo>
                <a:lnTo>
                  <a:pt x="3088772" y="638001"/>
                </a:lnTo>
                <a:lnTo>
                  <a:pt x="3089894" y="637525"/>
                </a:lnTo>
                <a:lnTo>
                  <a:pt x="3103138" y="631774"/>
                </a:lnTo>
                <a:lnTo>
                  <a:pt x="3107260" y="630025"/>
                </a:lnTo>
                <a:lnTo>
                  <a:pt x="3117504" y="625576"/>
                </a:lnTo>
                <a:lnTo>
                  <a:pt x="3124697" y="622525"/>
                </a:lnTo>
                <a:lnTo>
                  <a:pt x="3131871" y="619409"/>
                </a:lnTo>
                <a:lnTo>
                  <a:pt x="3142207" y="615024"/>
                </a:lnTo>
                <a:lnTo>
                  <a:pt x="3146237" y="613274"/>
                </a:lnTo>
                <a:lnTo>
                  <a:pt x="3159795" y="607524"/>
                </a:lnTo>
                <a:lnTo>
                  <a:pt x="3160604" y="607173"/>
                </a:lnTo>
                <a:lnTo>
                  <a:pt x="3174970" y="600971"/>
                </a:lnTo>
                <a:lnTo>
                  <a:pt x="3177202" y="600024"/>
                </a:lnTo>
                <a:lnTo>
                  <a:pt x="3189336" y="594754"/>
                </a:lnTo>
                <a:lnTo>
                  <a:pt x="3194594" y="592523"/>
                </a:lnTo>
                <a:lnTo>
                  <a:pt x="3203703" y="588567"/>
                </a:lnTo>
                <a:lnTo>
                  <a:pt x="3212058" y="585023"/>
                </a:lnTo>
                <a:lnTo>
                  <a:pt x="3218069" y="582412"/>
                </a:lnTo>
                <a:lnTo>
                  <a:pt x="3229597" y="577523"/>
                </a:lnTo>
                <a:lnTo>
                  <a:pt x="3232436" y="576289"/>
                </a:lnTo>
                <a:lnTo>
                  <a:pt x="3246802" y="570179"/>
                </a:lnTo>
                <a:lnTo>
                  <a:pt x="3247171" y="570023"/>
                </a:lnTo>
                <a:lnTo>
                  <a:pt x="3261168" y="563945"/>
                </a:lnTo>
                <a:lnTo>
                  <a:pt x="3261168" y="562522"/>
                </a:lnTo>
                <a:lnTo>
                  <a:pt x="3261168" y="555022"/>
                </a:lnTo>
                <a:lnTo>
                  <a:pt x="3261168" y="547522"/>
                </a:lnTo>
                <a:lnTo>
                  <a:pt x="3261168" y="540021"/>
                </a:lnTo>
                <a:lnTo>
                  <a:pt x="3261168" y="532521"/>
                </a:lnTo>
                <a:lnTo>
                  <a:pt x="3261168" y="525021"/>
                </a:lnTo>
                <a:lnTo>
                  <a:pt x="3261168" y="517521"/>
                </a:lnTo>
                <a:lnTo>
                  <a:pt x="3261168" y="510020"/>
                </a:lnTo>
                <a:lnTo>
                  <a:pt x="3261168" y="502520"/>
                </a:lnTo>
                <a:lnTo>
                  <a:pt x="3261168" y="495020"/>
                </a:lnTo>
                <a:lnTo>
                  <a:pt x="3261168" y="487519"/>
                </a:lnTo>
                <a:lnTo>
                  <a:pt x="3261168" y="480019"/>
                </a:lnTo>
                <a:lnTo>
                  <a:pt x="3261168" y="472519"/>
                </a:lnTo>
                <a:lnTo>
                  <a:pt x="3261168" y="465018"/>
                </a:lnTo>
                <a:lnTo>
                  <a:pt x="3261168" y="457518"/>
                </a:lnTo>
                <a:lnTo>
                  <a:pt x="3261168" y="450018"/>
                </a:lnTo>
                <a:lnTo>
                  <a:pt x="3261168" y="442517"/>
                </a:lnTo>
                <a:lnTo>
                  <a:pt x="3261168" y="435017"/>
                </a:lnTo>
                <a:lnTo>
                  <a:pt x="3261168" y="427517"/>
                </a:lnTo>
                <a:lnTo>
                  <a:pt x="3261168" y="420017"/>
                </a:lnTo>
                <a:lnTo>
                  <a:pt x="3261168" y="412516"/>
                </a:lnTo>
                <a:lnTo>
                  <a:pt x="3261168" y="405016"/>
                </a:lnTo>
                <a:lnTo>
                  <a:pt x="3261168" y="397516"/>
                </a:lnTo>
                <a:lnTo>
                  <a:pt x="3261168" y="390015"/>
                </a:lnTo>
                <a:lnTo>
                  <a:pt x="3261168" y="382515"/>
                </a:lnTo>
                <a:lnTo>
                  <a:pt x="3261168" y="375015"/>
                </a:lnTo>
                <a:lnTo>
                  <a:pt x="3261168" y="367515"/>
                </a:lnTo>
                <a:lnTo>
                  <a:pt x="3261168" y="360014"/>
                </a:lnTo>
                <a:lnTo>
                  <a:pt x="3261168" y="352514"/>
                </a:lnTo>
                <a:lnTo>
                  <a:pt x="3261168" y="345014"/>
                </a:lnTo>
                <a:lnTo>
                  <a:pt x="3261168" y="337513"/>
                </a:lnTo>
                <a:lnTo>
                  <a:pt x="3261168" y="330013"/>
                </a:lnTo>
                <a:lnTo>
                  <a:pt x="3261168" y="322513"/>
                </a:lnTo>
                <a:lnTo>
                  <a:pt x="3261168" y="315012"/>
                </a:lnTo>
                <a:lnTo>
                  <a:pt x="3261168" y="307512"/>
                </a:lnTo>
                <a:lnTo>
                  <a:pt x="3261168" y="300012"/>
                </a:lnTo>
                <a:lnTo>
                  <a:pt x="3261168" y="292512"/>
                </a:lnTo>
                <a:lnTo>
                  <a:pt x="3261168" y="285011"/>
                </a:lnTo>
                <a:lnTo>
                  <a:pt x="3261168" y="277511"/>
                </a:lnTo>
                <a:lnTo>
                  <a:pt x="3261168" y="270011"/>
                </a:lnTo>
                <a:lnTo>
                  <a:pt x="3261168" y="262510"/>
                </a:lnTo>
                <a:lnTo>
                  <a:pt x="3261168" y="255010"/>
                </a:lnTo>
                <a:lnTo>
                  <a:pt x="3261168" y="247510"/>
                </a:lnTo>
                <a:lnTo>
                  <a:pt x="3261168" y="240010"/>
                </a:lnTo>
                <a:lnTo>
                  <a:pt x="3261168" y="232509"/>
                </a:lnTo>
                <a:lnTo>
                  <a:pt x="3261168" y="225009"/>
                </a:lnTo>
                <a:lnTo>
                  <a:pt x="3261168" y="217509"/>
                </a:lnTo>
                <a:lnTo>
                  <a:pt x="3261168" y="210008"/>
                </a:lnTo>
                <a:lnTo>
                  <a:pt x="3261168" y="202508"/>
                </a:lnTo>
                <a:lnTo>
                  <a:pt x="3261168" y="195008"/>
                </a:lnTo>
                <a:lnTo>
                  <a:pt x="3261168" y="187507"/>
                </a:lnTo>
                <a:lnTo>
                  <a:pt x="3261168" y="180007"/>
                </a:lnTo>
                <a:lnTo>
                  <a:pt x="3261168" y="172507"/>
                </a:lnTo>
                <a:lnTo>
                  <a:pt x="3261168" y="165006"/>
                </a:lnTo>
                <a:lnTo>
                  <a:pt x="3261168" y="157506"/>
                </a:lnTo>
                <a:lnTo>
                  <a:pt x="3261168" y="150006"/>
                </a:lnTo>
                <a:lnTo>
                  <a:pt x="3261168" y="142506"/>
                </a:lnTo>
                <a:lnTo>
                  <a:pt x="3261168" y="135005"/>
                </a:lnTo>
                <a:lnTo>
                  <a:pt x="3261168" y="127505"/>
                </a:lnTo>
                <a:lnTo>
                  <a:pt x="3261168" y="120005"/>
                </a:lnTo>
                <a:lnTo>
                  <a:pt x="3261168" y="112504"/>
                </a:lnTo>
                <a:lnTo>
                  <a:pt x="3261168" y="105004"/>
                </a:lnTo>
                <a:lnTo>
                  <a:pt x="3261168" y="97504"/>
                </a:lnTo>
                <a:lnTo>
                  <a:pt x="3261168" y="90004"/>
                </a:lnTo>
                <a:lnTo>
                  <a:pt x="3261168" y="82503"/>
                </a:lnTo>
                <a:lnTo>
                  <a:pt x="3261168" y="75003"/>
                </a:lnTo>
                <a:lnTo>
                  <a:pt x="3261168" y="67503"/>
                </a:lnTo>
                <a:lnTo>
                  <a:pt x="3261168" y="60002"/>
                </a:lnTo>
                <a:lnTo>
                  <a:pt x="3261168" y="52502"/>
                </a:lnTo>
                <a:lnTo>
                  <a:pt x="3261168" y="45002"/>
                </a:lnTo>
                <a:lnTo>
                  <a:pt x="3261168" y="37502"/>
                </a:lnTo>
                <a:lnTo>
                  <a:pt x="3261168" y="30001"/>
                </a:lnTo>
                <a:lnTo>
                  <a:pt x="3261168" y="22501"/>
                </a:lnTo>
                <a:lnTo>
                  <a:pt x="3261168" y="15000"/>
                </a:lnTo>
                <a:lnTo>
                  <a:pt x="3261168" y="7500"/>
                </a:lnTo>
                <a:lnTo>
                  <a:pt x="3261168" y="0"/>
                </a:lnTo>
                <a:lnTo>
                  <a:pt x="3246802" y="0"/>
                </a:lnTo>
                <a:lnTo>
                  <a:pt x="3232436" y="0"/>
                </a:lnTo>
                <a:lnTo>
                  <a:pt x="3218069" y="0"/>
                </a:lnTo>
                <a:lnTo>
                  <a:pt x="3203703" y="0"/>
                </a:lnTo>
                <a:lnTo>
                  <a:pt x="3189336" y="0"/>
                </a:lnTo>
                <a:lnTo>
                  <a:pt x="3174970" y="0"/>
                </a:lnTo>
                <a:lnTo>
                  <a:pt x="3160604" y="0"/>
                </a:lnTo>
                <a:lnTo>
                  <a:pt x="3146237" y="0"/>
                </a:lnTo>
                <a:lnTo>
                  <a:pt x="3131871" y="0"/>
                </a:lnTo>
                <a:lnTo>
                  <a:pt x="3117504" y="0"/>
                </a:lnTo>
                <a:lnTo>
                  <a:pt x="3103138" y="0"/>
                </a:lnTo>
                <a:lnTo>
                  <a:pt x="3088772" y="0"/>
                </a:lnTo>
                <a:lnTo>
                  <a:pt x="3074405" y="0"/>
                </a:lnTo>
                <a:lnTo>
                  <a:pt x="3060039" y="0"/>
                </a:lnTo>
                <a:lnTo>
                  <a:pt x="3045673" y="0"/>
                </a:lnTo>
                <a:lnTo>
                  <a:pt x="3031306" y="0"/>
                </a:lnTo>
                <a:lnTo>
                  <a:pt x="3016940" y="0"/>
                </a:lnTo>
                <a:lnTo>
                  <a:pt x="3002574" y="0"/>
                </a:lnTo>
                <a:lnTo>
                  <a:pt x="2988207" y="0"/>
                </a:lnTo>
                <a:lnTo>
                  <a:pt x="2973841" y="0"/>
                </a:lnTo>
                <a:lnTo>
                  <a:pt x="2959474" y="0"/>
                </a:lnTo>
                <a:lnTo>
                  <a:pt x="2945108" y="0"/>
                </a:lnTo>
                <a:lnTo>
                  <a:pt x="2930742" y="0"/>
                </a:lnTo>
                <a:lnTo>
                  <a:pt x="2916375" y="0"/>
                </a:lnTo>
                <a:lnTo>
                  <a:pt x="2902009" y="0"/>
                </a:lnTo>
                <a:lnTo>
                  <a:pt x="2887642" y="0"/>
                </a:lnTo>
                <a:lnTo>
                  <a:pt x="2873276" y="0"/>
                </a:lnTo>
                <a:lnTo>
                  <a:pt x="2858910" y="0"/>
                </a:lnTo>
                <a:lnTo>
                  <a:pt x="2844543" y="0"/>
                </a:lnTo>
                <a:lnTo>
                  <a:pt x="2830177" y="0"/>
                </a:lnTo>
                <a:lnTo>
                  <a:pt x="2815811" y="0"/>
                </a:lnTo>
                <a:lnTo>
                  <a:pt x="2801444" y="0"/>
                </a:lnTo>
                <a:lnTo>
                  <a:pt x="2787078" y="0"/>
                </a:lnTo>
                <a:lnTo>
                  <a:pt x="2772711" y="0"/>
                </a:lnTo>
                <a:lnTo>
                  <a:pt x="2758345" y="0"/>
                </a:lnTo>
                <a:lnTo>
                  <a:pt x="2743979" y="0"/>
                </a:lnTo>
                <a:lnTo>
                  <a:pt x="2729612" y="0"/>
                </a:lnTo>
                <a:lnTo>
                  <a:pt x="2715246" y="0"/>
                </a:lnTo>
                <a:lnTo>
                  <a:pt x="2700879" y="0"/>
                </a:lnTo>
                <a:lnTo>
                  <a:pt x="2686513" y="0"/>
                </a:lnTo>
                <a:lnTo>
                  <a:pt x="2672147" y="0"/>
                </a:lnTo>
                <a:lnTo>
                  <a:pt x="2657780" y="0"/>
                </a:lnTo>
                <a:lnTo>
                  <a:pt x="2643414" y="0"/>
                </a:lnTo>
                <a:lnTo>
                  <a:pt x="2629048" y="0"/>
                </a:lnTo>
                <a:lnTo>
                  <a:pt x="2614681" y="0"/>
                </a:lnTo>
                <a:lnTo>
                  <a:pt x="2600315" y="0"/>
                </a:lnTo>
                <a:lnTo>
                  <a:pt x="2585949" y="0"/>
                </a:lnTo>
                <a:lnTo>
                  <a:pt x="2571582" y="0"/>
                </a:lnTo>
                <a:lnTo>
                  <a:pt x="2557216" y="0"/>
                </a:lnTo>
                <a:lnTo>
                  <a:pt x="2542849" y="0"/>
                </a:lnTo>
                <a:lnTo>
                  <a:pt x="2528483" y="0"/>
                </a:lnTo>
                <a:lnTo>
                  <a:pt x="2514116" y="0"/>
                </a:lnTo>
                <a:lnTo>
                  <a:pt x="2499750" y="0"/>
                </a:lnTo>
                <a:lnTo>
                  <a:pt x="2485384" y="0"/>
                </a:lnTo>
                <a:lnTo>
                  <a:pt x="2471017" y="0"/>
                </a:lnTo>
                <a:lnTo>
                  <a:pt x="2456651" y="0"/>
                </a:lnTo>
                <a:lnTo>
                  <a:pt x="2442285" y="0"/>
                </a:lnTo>
                <a:lnTo>
                  <a:pt x="2427918" y="0"/>
                </a:lnTo>
                <a:lnTo>
                  <a:pt x="2413552" y="0"/>
                </a:lnTo>
                <a:lnTo>
                  <a:pt x="2399185" y="0"/>
                </a:lnTo>
                <a:lnTo>
                  <a:pt x="2384819" y="0"/>
                </a:lnTo>
                <a:lnTo>
                  <a:pt x="2370453" y="0"/>
                </a:lnTo>
                <a:lnTo>
                  <a:pt x="2356086" y="0"/>
                </a:lnTo>
                <a:lnTo>
                  <a:pt x="2341720" y="0"/>
                </a:lnTo>
                <a:lnTo>
                  <a:pt x="2327353" y="0"/>
                </a:lnTo>
                <a:lnTo>
                  <a:pt x="2312987" y="0"/>
                </a:lnTo>
                <a:lnTo>
                  <a:pt x="2298621" y="0"/>
                </a:lnTo>
                <a:lnTo>
                  <a:pt x="2284255" y="0"/>
                </a:lnTo>
                <a:lnTo>
                  <a:pt x="2269888" y="0"/>
                </a:lnTo>
                <a:lnTo>
                  <a:pt x="2255522" y="0"/>
                </a:lnTo>
                <a:lnTo>
                  <a:pt x="2241155" y="0"/>
                </a:lnTo>
                <a:lnTo>
                  <a:pt x="2226789" y="0"/>
                </a:lnTo>
                <a:lnTo>
                  <a:pt x="2212423" y="0"/>
                </a:lnTo>
                <a:lnTo>
                  <a:pt x="2198056" y="0"/>
                </a:lnTo>
                <a:lnTo>
                  <a:pt x="2183690" y="0"/>
                </a:lnTo>
                <a:lnTo>
                  <a:pt x="2169323" y="0"/>
                </a:lnTo>
                <a:lnTo>
                  <a:pt x="2154957" y="0"/>
                </a:lnTo>
                <a:lnTo>
                  <a:pt x="2140591" y="0"/>
                </a:lnTo>
                <a:lnTo>
                  <a:pt x="2126224" y="0"/>
                </a:lnTo>
                <a:lnTo>
                  <a:pt x="2111858" y="0"/>
                </a:lnTo>
                <a:lnTo>
                  <a:pt x="2097492" y="0"/>
                </a:lnTo>
                <a:lnTo>
                  <a:pt x="2083125" y="0"/>
                </a:lnTo>
                <a:lnTo>
                  <a:pt x="2068759" y="0"/>
                </a:lnTo>
                <a:lnTo>
                  <a:pt x="2054392" y="0"/>
                </a:lnTo>
                <a:lnTo>
                  <a:pt x="2040026" y="0"/>
                </a:lnTo>
                <a:lnTo>
                  <a:pt x="2025660" y="0"/>
                </a:lnTo>
                <a:lnTo>
                  <a:pt x="2011293" y="0"/>
                </a:lnTo>
                <a:lnTo>
                  <a:pt x="1996927" y="0"/>
                </a:lnTo>
                <a:lnTo>
                  <a:pt x="1982560" y="0"/>
                </a:lnTo>
                <a:lnTo>
                  <a:pt x="1968194" y="0"/>
                </a:lnTo>
                <a:lnTo>
                  <a:pt x="1953828" y="0"/>
                </a:lnTo>
                <a:lnTo>
                  <a:pt x="1939461" y="0"/>
                </a:lnTo>
                <a:lnTo>
                  <a:pt x="1925095" y="0"/>
                </a:lnTo>
                <a:lnTo>
                  <a:pt x="1910729" y="0"/>
                </a:lnTo>
                <a:lnTo>
                  <a:pt x="1896362" y="0"/>
                </a:lnTo>
                <a:lnTo>
                  <a:pt x="1881996" y="0"/>
                </a:lnTo>
                <a:lnTo>
                  <a:pt x="1867629" y="0"/>
                </a:lnTo>
                <a:lnTo>
                  <a:pt x="1853263" y="0"/>
                </a:lnTo>
                <a:lnTo>
                  <a:pt x="1838897" y="0"/>
                </a:lnTo>
                <a:lnTo>
                  <a:pt x="1824530" y="0"/>
                </a:lnTo>
                <a:lnTo>
                  <a:pt x="1810164" y="0"/>
                </a:lnTo>
                <a:lnTo>
                  <a:pt x="1795798" y="0"/>
                </a:lnTo>
                <a:lnTo>
                  <a:pt x="1781431" y="0"/>
                </a:lnTo>
                <a:lnTo>
                  <a:pt x="1767065" y="0"/>
                </a:lnTo>
                <a:lnTo>
                  <a:pt x="1752698" y="0"/>
                </a:lnTo>
                <a:lnTo>
                  <a:pt x="1738332" y="0"/>
                </a:lnTo>
                <a:lnTo>
                  <a:pt x="1723966" y="0"/>
                </a:lnTo>
                <a:lnTo>
                  <a:pt x="1709599" y="0"/>
                </a:lnTo>
                <a:lnTo>
                  <a:pt x="1695233" y="0"/>
                </a:lnTo>
                <a:lnTo>
                  <a:pt x="1680866" y="0"/>
                </a:lnTo>
                <a:lnTo>
                  <a:pt x="1666500" y="0"/>
                </a:lnTo>
                <a:lnTo>
                  <a:pt x="1652134" y="0"/>
                </a:lnTo>
                <a:lnTo>
                  <a:pt x="1637767" y="0"/>
                </a:lnTo>
                <a:lnTo>
                  <a:pt x="1623401" y="0"/>
                </a:lnTo>
                <a:lnTo>
                  <a:pt x="1609035" y="0"/>
                </a:lnTo>
                <a:lnTo>
                  <a:pt x="1594668" y="0"/>
                </a:lnTo>
                <a:lnTo>
                  <a:pt x="1580302" y="0"/>
                </a:lnTo>
                <a:lnTo>
                  <a:pt x="1565935" y="0"/>
                </a:lnTo>
                <a:lnTo>
                  <a:pt x="1551569" y="0"/>
                </a:lnTo>
                <a:lnTo>
                  <a:pt x="1537203" y="0"/>
                </a:lnTo>
                <a:lnTo>
                  <a:pt x="1522836" y="0"/>
                </a:lnTo>
                <a:lnTo>
                  <a:pt x="1508470" y="0"/>
                </a:lnTo>
                <a:lnTo>
                  <a:pt x="1494104" y="0"/>
                </a:lnTo>
                <a:lnTo>
                  <a:pt x="1479737" y="0"/>
                </a:lnTo>
                <a:lnTo>
                  <a:pt x="1465371" y="0"/>
                </a:lnTo>
                <a:lnTo>
                  <a:pt x="1451004" y="0"/>
                </a:lnTo>
                <a:lnTo>
                  <a:pt x="1436638" y="0"/>
                </a:lnTo>
                <a:lnTo>
                  <a:pt x="1422272" y="0"/>
                </a:lnTo>
                <a:lnTo>
                  <a:pt x="1407905" y="0"/>
                </a:lnTo>
                <a:lnTo>
                  <a:pt x="1393539" y="0"/>
                </a:lnTo>
                <a:lnTo>
                  <a:pt x="1379172" y="0"/>
                </a:lnTo>
                <a:lnTo>
                  <a:pt x="1364806" y="0"/>
                </a:lnTo>
                <a:lnTo>
                  <a:pt x="1350440" y="0"/>
                </a:lnTo>
                <a:lnTo>
                  <a:pt x="1336073" y="0"/>
                </a:lnTo>
                <a:lnTo>
                  <a:pt x="1321707" y="0"/>
                </a:lnTo>
                <a:lnTo>
                  <a:pt x="1307341" y="0"/>
                </a:lnTo>
                <a:lnTo>
                  <a:pt x="1292974" y="0"/>
                </a:lnTo>
                <a:lnTo>
                  <a:pt x="1278608" y="0"/>
                </a:lnTo>
                <a:lnTo>
                  <a:pt x="1264241" y="0"/>
                </a:lnTo>
                <a:lnTo>
                  <a:pt x="1249875" y="0"/>
                </a:lnTo>
                <a:lnTo>
                  <a:pt x="1235509" y="0"/>
                </a:lnTo>
                <a:lnTo>
                  <a:pt x="1221142" y="0"/>
                </a:lnTo>
                <a:lnTo>
                  <a:pt x="1206776" y="0"/>
                </a:lnTo>
                <a:lnTo>
                  <a:pt x="1192410" y="0"/>
                </a:lnTo>
                <a:lnTo>
                  <a:pt x="1178043" y="0"/>
                </a:lnTo>
                <a:lnTo>
                  <a:pt x="1163677" y="0"/>
                </a:lnTo>
                <a:lnTo>
                  <a:pt x="1149310" y="0"/>
                </a:lnTo>
                <a:lnTo>
                  <a:pt x="1134944" y="0"/>
                </a:lnTo>
                <a:lnTo>
                  <a:pt x="1120578" y="0"/>
                </a:lnTo>
                <a:lnTo>
                  <a:pt x="1106211" y="0"/>
                </a:lnTo>
                <a:lnTo>
                  <a:pt x="1091845" y="0"/>
                </a:lnTo>
                <a:lnTo>
                  <a:pt x="1077478" y="0"/>
                </a:lnTo>
                <a:lnTo>
                  <a:pt x="1063112" y="0"/>
                </a:lnTo>
                <a:lnTo>
                  <a:pt x="1048746" y="0"/>
                </a:lnTo>
                <a:lnTo>
                  <a:pt x="1034379" y="0"/>
                </a:lnTo>
                <a:lnTo>
                  <a:pt x="1020013" y="0"/>
                </a:lnTo>
                <a:lnTo>
                  <a:pt x="1005647" y="0"/>
                </a:lnTo>
                <a:lnTo>
                  <a:pt x="991280" y="0"/>
                </a:lnTo>
                <a:lnTo>
                  <a:pt x="976914" y="0"/>
                </a:lnTo>
                <a:lnTo>
                  <a:pt x="962547" y="0"/>
                </a:lnTo>
                <a:lnTo>
                  <a:pt x="948181" y="0"/>
                </a:lnTo>
                <a:lnTo>
                  <a:pt x="933815" y="0"/>
                </a:lnTo>
                <a:lnTo>
                  <a:pt x="919448" y="0"/>
                </a:lnTo>
                <a:lnTo>
                  <a:pt x="905082" y="0"/>
                </a:lnTo>
                <a:lnTo>
                  <a:pt x="890715" y="0"/>
                </a:lnTo>
                <a:lnTo>
                  <a:pt x="876349" y="0"/>
                </a:lnTo>
                <a:lnTo>
                  <a:pt x="861983" y="0"/>
                </a:lnTo>
                <a:lnTo>
                  <a:pt x="847616" y="0"/>
                </a:lnTo>
                <a:lnTo>
                  <a:pt x="833250" y="0"/>
                </a:lnTo>
                <a:lnTo>
                  <a:pt x="818884" y="0"/>
                </a:lnTo>
                <a:lnTo>
                  <a:pt x="804517" y="0"/>
                </a:lnTo>
                <a:lnTo>
                  <a:pt x="790151" y="0"/>
                </a:lnTo>
                <a:lnTo>
                  <a:pt x="775785" y="0"/>
                </a:lnTo>
                <a:lnTo>
                  <a:pt x="761418" y="0"/>
                </a:lnTo>
                <a:lnTo>
                  <a:pt x="747052" y="0"/>
                </a:lnTo>
                <a:lnTo>
                  <a:pt x="732685" y="0"/>
                </a:lnTo>
                <a:lnTo>
                  <a:pt x="718319" y="0"/>
                </a:lnTo>
                <a:lnTo>
                  <a:pt x="703953" y="0"/>
                </a:lnTo>
                <a:lnTo>
                  <a:pt x="689586" y="0"/>
                </a:lnTo>
                <a:lnTo>
                  <a:pt x="675220" y="0"/>
                </a:lnTo>
                <a:lnTo>
                  <a:pt x="660854" y="0"/>
                </a:lnTo>
                <a:lnTo>
                  <a:pt x="646487" y="0"/>
                </a:lnTo>
                <a:lnTo>
                  <a:pt x="632121" y="0"/>
                </a:lnTo>
                <a:lnTo>
                  <a:pt x="617754" y="0"/>
                </a:lnTo>
                <a:lnTo>
                  <a:pt x="603388" y="0"/>
                </a:lnTo>
                <a:lnTo>
                  <a:pt x="589022" y="0"/>
                </a:lnTo>
                <a:lnTo>
                  <a:pt x="574655" y="0"/>
                </a:lnTo>
                <a:lnTo>
                  <a:pt x="560289" y="0"/>
                </a:lnTo>
                <a:lnTo>
                  <a:pt x="545922" y="0"/>
                </a:lnTo>
                <a:lnTo>
                  <a:pt x="531556" y="0"/>
                </a:lnTo>
                <a:lnTo>
                  <a:pt x="517190" y="0"/>
                </a:lnTo>
                <a:lnTo>
                  <a:pt x="502823" y="0"/>
                </a:lnTo>
                <a:lnTo>
                  <a:pt x="488457" y="0"/>
                </a:lnTo>
                <a:lnTo>
                  <a:pt x="474091" y="0"/>
                </a:lnTo>
                <a:lnTo>
                  <a:pt x="459724" y="0"/>
                </a:lnTo>
                <a:lnTo>
                  <a:pt x="445358" y="0"/>
                </a:lnTo>
                <a:lnTo>
                  <a:pt x="430991" y="0"/>
                </a:lnTo>
                <a:lnTo>
                  <a:pt x="416625" y="0"/>
                </a:lnTo>
                <a:lnTo>
                  <a:pt x="402259" y="0"/>
                </a:lnTo>
                <a:lnTo>
                  <a:pt x="387892" y="0"/>
                </a:lnTo>
                <a:lnTo>
                  <a:pt x="373526" y="0"/>
                </a:lnTo>
                <a:lnTo>
                  <a:pt x="359160" y="0"/>
                </a:lnTo>
                <a:lnTo>
                  <a:pt x="344793" y="0"/>
                </a:lnTo>
                <a:lnTo>
                  <a:pt x="330427" y="0"/>
                </a:lnTo>
                <a:lnTo>
                  <a:pt x="316060" y="0"/>
                </a:lnTo>
                <a:lnTo>
                  <a:pt x="301694" y="0"/>
                </a:lnTo>
                <a:lnTo>
                  <a:pt x="287328" y="0"/>
                </a:lnTo>
                <a:lnTo>
                  <a:pt x="272961" y="0"/>
                </a:lnTo>
                <a:lnTo>
                  <a:pt x="258595" y="0"/>
                </a:lnTo>
                <a:lnTo>
                  <a:pt x="244228" y="0"/>
                </a:lnTo>
                <a:lnTo>
                  <a:pt x="229862" y="0"/>
                </a:lnTo>
                <a:lnTo>
                  <a:pt x="215496" y="0"/>
                </a:lnTo>
                <a:lnTo>
                  <a:pt x="201129" y="0"/>
                </a:lnTo>
                <a:lnTo>
                  <a:pt x="186763" y="0"/>
                </a:lnTo>
                <a:lnTo>
                  <a:pt x="172397" y="0"/>
                </a:lnTo>
                <a:lnTo>
                  <a:pt x="158030" y="0"/>
                </a:lnTo>
                <a:lnTo>
                  <a:pt x="143664" y="0"/>
                </a:lnTo>
                <a:lnTo>
                  <a:pt x="129297" y="0"/>
                </a:lnTo>
                <a:lnTo>
                  <a:pt x="114931" y="0"/>
                </a:lnTo>
                <a:lnTo>
                  <a:pt x="100565" y="0"/>
                </a:lnTo>
                <a:lnTo>
                  <a:pt x="86198" y="0"/>
                </a:lnTo>
                <a:lnTo>
                  <a:pt x="71832" y="0"/>
                </a:lnTo>
                <a:lnTo>
                  <a:pt x="57466" y="0"/>
                </a:lnTo>
                <a:lnTo>
                  <a:pt x="43099" y="0"/>
                </a:lnTo>
                <a:lnTo>
                  <a:pt x="28733" y="0"/>
                </a:lnTo>
                <a:lnTo>
                  <a:pt x="14366" y="0"/>
                </a:lnTo>
                <a:lnTo>
                  <a:pt x="0" y="0"/>
                </a:lnTo>
                <a:lnTo>
                  <a:pt x="0" y="7500"/>
                </a:lnTo>
                <a:lnTo>
                  <a:pt x="0" y="15000"/>
                </a:lnTo>
                <a:lnTo>
                  <a:pt x="0" y="22501"/>
                </a:lnTo>
                <a:lnTo>
                  <a:pt x="0" y="30001"/>
                </a:lnTo>
                <a:lnTo>
                  <a:pt x="0" y="37502"/>
                </a:lnTo>
                <a:lnTo>
                  <a:pt x="0" y="45002"/>
                </a:lnTo>
                <a:lnTo>
                  <a:pt x="0" y="52502"/>
                </a:lnTo>
                <a:lnTo>
                  <a:pt x="0" y="60002"/>
                </a:lnTo>
                <a:lnTo>
                  <a:pt x="0" y="67503"/>
                </a:lnTo>
                <a:lnTo>
                  <a:pt x="0" y="75003"/>
                </a:lnTo>
                <a:lnTo>
                  <a:pt x="0" y="82503"/>
                </a:lnTo>
                <a:lnTo>
                  <a:pt x="0" y="90004"/>
                </a:lnTo>
                <a:lnTo>
                  <a:pt x="0" y="97504"/>
                </a:lnTo>
                <a:lnTo>
                  <a:pt x="0" y="105004"/>
                </a:lnTo>
                <a:lnTo>
                  <a:pt x="0" y="112504"/>
                </a:lnTo>
                <a:lnTo>
                  <a:pt x="0" y="120005"/>
                </a:lnTo>
                <a:lnTo>
                  <a:pt x="0" y="127505"/>
                </a:lnTo>
                <a:lnTo>
                  <a:pt x="0" y="135005"/>
                </a:lnTo>
                <a:lnTo>
                  <a:pt x="0" y="142506"/>
                </a:lnTo>
                <a:lnTo>
                  <a:pt x="0" y="150006"/>
                </a:lnTo>
                <a:lnTo>
                  <a:pt x="0" y="157506"/>
                </a:lnTo>
                <a:lnTo>
                  <a:pt x="0" y="165006"/>
                </a:lnTo>
                <a:lnTo>
                  <a:pt x="0" y="172507"/>
                </a:lnTo>
                <a:lnTo>
                  <a:pt x="0" y="180007"/>
                </a:lnTo>
                <a:lnTo>
                  <a:pt x="0" y="187507"/>
                </a:lnTo>
                <a:lnTo>
                  <a:pt x="0" y="195008"/>
                </a:lnTo>
                <a:lnTo>
                  <a:pt x="0" y="202508"/>
                </a:lnTo>
                <a:lnTo>
                  <a:pt x="0" y="210008"/>
                </a:lnTo>
                <a:lnTo>
                  <a:pt x="0" y="217509"/>
                </a:lnTo>
                <a:lnTo>
                  <a:pt x="0" y="225009"/>
                </a:lnTo>
                <a:lnTo>
                  <a:pt x="0" y="232509"/>
                </a:lnTo>
                <a:lnTo>
                  <a:pt x="0" y="240010"/>
                </a:lnTo>
                <a:lnTo>
                  <a:pt x="0" y="247510"/>
                </a:lnTo>
                <a:lnTo>
                  <a:pt x="0" y="255010"/>
                </a:lnTo>
                <a:lnTo>
                  <a:pt x="0" y="262510"/>
                </a:lnTo>
                <a:lnTo>
                  <a:pt x="0" y="270011"/>
                </a:lnTo>
                <a:lnTo>
                  <a:pt x="0" y="277511"/>
                </a:lnTo>
                <a:lnTo>
                  <a:pt x="0" y="285011"/>
                </a:lnTo>
                <a:lnTo>
                  <a:pt x="0" y="292512"/>
                </a:lnTo>
                <a:lnTo>
                  <a:pt x="0" y="300012"/>
                </a:lnTo>
                <a:lnTo>
                  <a:pt x="0" y="307512"/>
                </a:lnTo>
                <a:lnTo>
                  <a:pt x="0" y="315012"/>
                </a:lnTo>
                <a:lnTo>
                  <a:pt x="0" y="322513"/>
                </a:lnTo>
                <a:lnTo>
                  <a:pt x="0" y="330013"/>
                </a:lnTo>
                <a:lnTo>
                  <a:pt x="0" y="337513"/>
                </a:lnTo>
                <a:lnTo>
                  <a:pt x="0" y="345014"/>
                </a:lnTo>
                <a:lnTo>
                  <a:pt x="0" y="352514"/>
                </a:lnTo>
                <a:lnTo>
                  <a:pt x="0" y="360014"/>
                </a:lnTo>
                <a:lnTo>
                  <a:pt x="0" y="367515"/>
                </a:lnTo>
                <a:lnTo>
                  <a:pt x="0" y="375015"/>
                </a:lnTo>
                <a:lnTo>
                  <a:pt x="0" y="382515"/>
                </a:lnTo>
                <a:lnTo>
                  <a:pt x="0" y="390015"/>
                </a:lnTo>
                <a:lnTo>
                  <a:pt x="0" y="397516"/>
                </a:lnTo>
                <a:lnTo>
                  <a:pt x="0" y="405016"/>
                </a:lnTo>
                <a:lnTo>
                  <a:pt x="0" y="412516"/>
                </a:lnTo>
                <a:lnTo>
                  <a:pt x="0" y="420017"/>
                </a:lnTo>
                <a:lnTo>
                  <a:pt x="0" y="427517"/>
                </a:lnTo>
                <a:lnTo>
                  <a:pt x="0" y="435017"/>
                </a:lnTo>
                <a:lnTo>
                  <a:pt x="0" y="442517"/>
                </a:lnTo>
                <a:lnTo>
                  <a:pt x="0" y="450018"/>
                </a:lnTo>
                <a:lnTo>
                  <a:pt x="0" y="457518"/>
                </a:lnTo>
                <a:lnTo>
                  <a:pt x="0" y="465018"/>
                </a:lnTo>
                <a:lnTo>
                  <a:pt x="0" y="472519"/>
                </a:lnTo>
                <a:lnTo>
                  <a:pt x="0" y="480019"/>
                </a:lnTo>
                <a:lnTo>
                  <a:pt x="0" y="487519"/>
                </a:lnTo>
                <a:lnTo>
                  <a:pt x="0" y="495020"/>
                </a:lnTo>
                <a:lnTo>
                  <a:pt x="0" y="502520"/>
                </a:lnTo>
                <a:lnTo>
                  <a:pt x="0" y="510020"/>
                </a:lnTo>
                <a:lnTo>
                  <a:pt x="0" y="517521"/>
                </a:lnTo>
                <a:lnTo>
                  <a:pt x="0" y="525021"/>
                </a:lnTo>
                <a:lnTo>
                  <a:pt x="0" y="532521"/>
                </a:lnTo>
                <a:lnTo>
                  <a:pt x="0" y="540021"/>
                </a:lnTo>
                <a:lnTo>
                  <a:pt x="0" y="547522"/>
                </a:lnTo>
                <a:lnTo>
                  <a:pt x="0" y="555022"/>
                </a:lnTo>
                <a:lnTo>
                  <a:pt x="0" y="562522"/>
                </a:lnTo>
                <a:lnTo>
                  <a:pt x="0" y="570023"/>
                </a:lnTo>
                <a:lnTo>
                  <a:pt x="0" y="577523"/>
                </a:lnTo>
                <a:lnTo>
                  <a:pt x="0" y="585023"/>
                </a:lnTo>
                <a:lnTo>
                  <a:pt x="0" y="592523"/>
                </a:lnTo>
                <a:lnTo>
                  <a:pt x="0" y="600024"/>
                </a:lnTo>
                <a:lnTo>
                  <a:pt x="0" y="607524"/>
                </a:lnTo>
                <a:lnTo>
                  <a:pt x="0" y="615024"/>
                </a:lnTo>
                <a:lnTo>
                  <a:pt x="0" y="622525"/>
                </a:lnTo>
                <a:lnTo>
                  <a:pt x="0" y="630025"/>
                </a:lnTo>
                <a:lnTo>
                  <a:pt x="0" y="637525"/>
                </a:lnTo>
                <a:lnTo>
                  <a:pt x="0" y="645026"/>
                </a:lnTo>
                <a:lnTo>
                  <a:pt x="0" y="652526"/>
                </a:lnTo>
                <a:lnTo>
                  <a:pt x="0" y="660026"/>
                </a:lnTo>
                <a:lnTo>
                  <a:pt x="0" y="667527"/>
                </a:lnTo>
                <a:lnTo>
                  <a:pt x="0" y="675027"/>
                </a:lnTo>
                <a:lnTo>
                  <a:pt x="0" y="682527"/>
                </a:lnTo>
                <a:lnTo>
                  <a:pt x="0" y="690027"/>
                </a:lnTo>
                <a:lnTo>
                  <a:pt x="0" y="697528"/>
                </a:lnTo>
                <a:lnTo>
                  <a:pt x="0" y="705028"/>
                </a:lnTo>
                <a:lnTo>
                  <a:pt x="0" y="712528"/>
                </a:lnTo>
                <a:lnTo>
                  <a:pt x="0" y="720029"/>
                </a:lnTo>
                <a:lnTo>
                  <a:pt x="0" y="727529"/>
                </a:lnTo>
                <a:lnTo>
                  <a:pt x="0" y="735029"/>
                </a:lnTo>
                <a:lnTo>
                  <a:pt x="0" y="742529"/>
                </a:lnTo>
                <a:lnTo>
                  <a:pt x="0" y="750030"/>
                </a:lnTo>
                <a:lnTo>
                  <a:pt x="0" y="757530"/>
                </a:lnTo>
                <a:lnTo>
                  <a:pt x="0" y="765030"/>
                </a:lnTo>
                <a:lnTo>
                  <a:pt x="0" y="772531"/>
                </a:lnTo>
                <a:lnTo>
                  <a:pt x="0" y="780031"/>
                </a:lnTo>
                <a:lnTo>
                  <a:pt x="0" y="787531"/>
                </a:lnTo>
                <a:lnTo>
                  <a:pt x="0" y="795031"/>
                </a:lnTo>
                <a:lnTo>
                  <a:pt x="0" y="802532"/>
                </a:lnTo>
                <a:lnTo>
                  <a:pt x="0" y="810032"/>
                </a:lnTo>
                <a:lnTo>
                  <a:pt x="0" y="817532"/>
                </a:lnTo>
                <a:lnTo>
                  <a:pt x="0" y="825033"/>
                </a:lnTo>
                <a:lnTo>
                  <a:pt x="0" y="832533"/>
                </a:lnTo>
                <a:lnTo>
                  <a:pt x="0" y="840033"/>
                </a:lnTo>
                <a:lnTo>
                  <a:pt x="0" y="847534"/>
                </a:lnTo>
                <a:lnTo>
                  <a:pt x="0" y="855034"/>
                </a:lnTo>
                <a:lnTo>
                  <a:pt x="0" y="862534"/>
                </a:lnTo>
                <a:lnTo>
                  <a:pt x="0" y="870035"/>
                </a:lnTo>
                <a:lnTo>
                  <a:pt x="0" y="877535"/>
                </a:lnTo>
                <a:lnTo>
                  <a:pt x="0" y="885035"/>
                </a:lnTo>
                <a:lnTo>
                  <a:pt x="0" y="892535"/>
                </a:lnTo>
                <a:lnTo>
                  <a:pt x="0" y="900036"/>
                </a:lnTo>
                <a:lnTo>
                  <a:pt x="0" y="907536"/>
                </a:lnTo>
                <a:lnTo>
                  <a:pt x="0" y="915036"/>
                </a:lnTo>
                <a:lnTo>
                  <a:pt x="0" y="922537"/>
                </a:lnTo>
                <a:lnTo>
                  <a:pt x="0" y="930037"/>
                </a:lnTo>
                <a:lnTo>
                  <a:pt x="0" y="937537"/>
                </a:lnTo>
                <a:lnTo>
                  <a:pt x="0" y="945037"/>
                </a:lnTo>
                <a:lnTo>
                  <a:pt x="0" y="952538"/>
                </a:lnTo>
                <a:lnTo>
                  <a:pt x="0" y="960038"/>
                </a:lnTo>
                <a:lnTo>
                  <a:pt x="0" y="967538"/>
                </a:lnTo>
                <a:lnTo>
                  <a:pt x="0" y="975039"/>
                </a:lnTo>
                <a:lnTo>
                  <a:pt x="0" y="982539"/>
                </a:lnTo>
                <a:lnTo>
                  <a:pt x="0" y="990039"/>
                </a:lnTo>
                <a:lnTo>
                  <a:pt x="0" y="997540"/>
                </a:lnTo>
                <a:lnTo>
                  <a:pt x="0" y="1005040"/>
                </a:lnTo>
                <a:lnTo>
                  <a:pt x="0" y="1012540"/>
                </a:lnTo>
                <a:lnTo>
                  <a:pt x="0" y="1020040"/>
                </a:lnTo>
                <a:lnTo>
                  <a:pt x="0" y="1027541"/>
                </a:lnTo>
                <a:lnTo>
                  <a:pt x="0" y="1035041"/>
                </a:lnTo>
                <a:lnTo>
                  <a:pt x="0" y="1042541"/>
                </a:lnTo>
                <a:lnTo>
                  <a:pt x="0" y="1050042"/>
                </a:lnTo>
                <a:lnTo>
                  <a:pt x="0" y="1057542"/>
                </a:lnTo>
                <a:lnTo>
                  <a:pt x="0" y="1065042"/>
                </a:lnTo>
                <a:lnTo>
                  <a:pt x="0" y="1072543"/>
                </a:lnTo>
                <a:lnTo>
                  <a:pt x="0" y="1080043"/>
                </a:lnTo>
                <a:lnTo>
                  <a:pt x="0" y="1087543"/>
                </a:lnTo>
                <a:lnTo>
                  <a:pt x="0" y="1095043"/>
                </a:lnTo>
                <a:lnTo>
                  <a:pt x="0" y="1102544"/>
                </a:lnTo>
                <a:lnTo>
                  <a:pt x="0" y="1110044"/>
                </a:lnTo>
                <a:lnTo>
                  <a:pt x="0" y="1117544"/>
                </a:lnTo>
                <a:lnTo>
                  <a:pt x="0" y="1125045"/>
                </a:lnTo>
                <a:lnTo>
                  <a:pt x="0" y="1132545"/>
                </a:lnTo>
                <a:lnTo>
                  <a:pt x="0" y="1140045"/>
                </a:lnTo>
                <a:lnTo>
                  <a:pt x="0" y="1147546"/>
                </a:lnTo>
                <a:lnTo>
                  <a:pt x="0" y="1155046"/>
                </a:lnTo>
                <a:lnTo>
                  <a:pt x="0" y="1162546"/>
                </a:lnTo>
                <a:lnTo>
                  <a:pt x="0" y="1170046"/>
                </a:lnTo>
                <a:lnTo>
                  <a:pt x="0" y="1177547"/>
                </a:lnTo>
                <a:lnTo>
                  <a:pt x="0" y="1185047"/>
                </a:lnTo>
                <a:lnTo>
                  <a:pt x="0" y="1192547"/>
                </a:lnTo>
                <a:lnTo>
                  <a:pt x="0" y="1200048"/>
                </a:lnTo>
                <a:lnTo>
                  <a:pt x="0" y="1207548"/>
                </a:lnTo>
                <a:lnTo>
                  <a:pt x="0" y="1215048"/>
                </a:lnTo>
                <a:lnTo>
                  <a:pt x="0" y="1222548"/>
                </a:lnTo>
                <a:lnTo>
                  <a:pt x="0" y="1230049"/>
                </a:lnTo>
                <a:lnTo>
                  <a:pt x="0" y="1237549"/>
                </a:lnTo>
                <a:lnTo>
                  <a:pt x="0" y="1245049"/>
                </a:lnTo>
                <a:lnTo>
                  <a:pt x="0" y="1252550"/>
                </a:lnTo>
                <a:lnTo>
                  <a:pt x="0" y="1260050"/>
                </a:lnTo>
                <a:lnTo>
                  <a:pt x="0" y="1267550"/>
                </a:lnTo>
                <a:lnTo>
                  <a:pt x="0" y="1275051"/>
                </a:lnTo>
                <a:lnTo>
                  <a:pt x="0" y="1282551"/>
                </a:lnTo>
                <a:lnTo>
                  <a:pt x="0" y="1290051"/>
                </a:lnTo>
                <a:lnTo>
                  <a:pt x="0" y="1297551"/>
                </a:lnTo>
                <a:lnTo>
                  <a:pt x="0" y="1305052"/>
                </a:lnTo>
                <a:lnTo>
                  <a:pt x="0" y="1312552"/>
                </a:lnTo>
                <a:lnTo>
                  <a:pt x="0" y="1320052"/>
                </a:lnTo>
                <a:lnTo>
                  <a:pt x="0" y="1327553"/>
                </a:lnTo>
                <a:lnTo>
                  <a:pt x="0" y="1335053"/>
                </a:lnTo>
                <a:lnTo>
                  <a:pt x="0" y="1342553"/>
                </a:lnTo>
                <a:lnTo>
                  <a:pt x="0" y="1350054"/>
                </a:lnTo>
                <a:lnTo>
                  <a:pt x="0" y="1357554"/>
                </a:lnTo>
                <a:lnTo>
                  <a:pt x="0" y="1365054"/>
                </a:lnTo>
                <a:lnTo>
                  <a:pt x="0" y="1372554"/>
                </a:lnTo>
                <a:lnTo>
                  <a:pt x="0" y="1380055"/>
                </a:lnTo>
                <a:lnTo>
                  <a:pt x="0" y="1387555"/>
                </a:lnTo>
                <a:lnTo>
                  <a:pt x="0" y="1395055"/>
                </a:lnTo>
                <a:lnTo>
                  <a:pt x="0" y="1402556"/>
                </a:lnTo>
                <a:lnTo>
                  <a:pt x="0" y="1410056"/>
                </a:lnTo>
                <a:lnTo>
                  <a:pt x="0" y="1417556"/>
                </a:lnTo>
                <a:lnTo>
                  <a:pt x="0" y="1425056"/>
                </a:lnTo>
                <a:lnTo>
                  <a:pt x="0" y="1432557"/>
                </a:lnTo>
                <a:lnTo>
                  <a:pt x="0" y="1440057"/>
                </a:lnTo>
                <a:lnTo>
                  <a:pt x="0" y="1447557"/>
                </a:lnTo>
                <a:lnTo>
                  <a:pt x="0" y="1455058"/>
                </a:lnTo>
                <a:lnTo>
                  <a:pt x="0" y="1462558"/>
                </a:lnTo>
                <a:lnTo>
                  <a:pt x="0" y="1470058"/>
                </a:lnTo>
                <a:lnTo>
                  <a:pt x="0" y="1477558"/>
                </a:lnTo>
                <a:lnTo>
                  <a:pt x="0" y="1485059"/>
                </a:lnTo>
                <a:lnTo>
                  <a:pt x="0" y="1492559"/>
                </a:lnTo>
                <a:lnTo>
                  <a:pt x="0" y="1500059"/>
                </a:lnTo>
                <a:lnTo>
                  <a:pt x="0" y="1507560"/>
                </a:lnTo>
                <a:lnTo>
                  <a:pt x="0" y="1515060"/>
                </a:lnTo>
                <a:lnTo>
                  <a:pt x="0" y="1522560"/>
                </a:lnTo>
                <a:lnTo>
                  <a:pt x="0" y="1530061"/>
                </a:lnTo>
                <a:lnTo>
                  <a:pt x="0" y="1537561"/>
                </a:lnTo>
                <a:lnTo>
                  <a:pt x="0" y="1545061"/>
                </a:lnTo>
                <a:lnTo>
                  <a:pt x="0" y="1552562"/>
                </a:lnTo>
                <a:lnTo>
                  <a:pt x="0" y="1560062"/>
                </a:lnTo>
                <a:lnTo>
                  <a:pt x="0" y="1567562"/>
                </a:lnTo>
                <a:lnTo>
                  <a:pt x="0" y="1575062"/>
                </a:lnTo>
                <a:lnTo>
                  <a:pt x="0" y="1582563"/>
                </a:lnTo>
                <a:lnTo>
                  <a:pt x="0" y="1590063"/>
                </a:lnTo>
                <a:lnTo>
                  <a:pt x="0" y="1597563"/>
                </a:lnTo>
                <a:lnTo>
                  <a:pt x="0" y="1605064"/>
                </a:lnTo>
                <a:lnTo>
                  <a:pt x="0" y="1612564"/>
                </a:lnTo>
                <a:lnTo>
                  <a:pt x="0" y="1620064"/>
                </a:lnTo>
                <a:lnTo>
                  <a:pt x="0" y="1627565"/>
                </a:lnTo>
                <a:lnTo>
                  <a:pt x="0" y="1635065"/>
                </a:lnTo>
                <a:lnTo>
                  <a:pt x="0" y="1642565"/>
                </a:lnTo>
                <a:lnTo>
                  <a:pt x="0" y="1650065"/>
                </a:lnTo>
                <a:lnTo>
                  <a:pt x="0" y="1657566"/>
                </a:lnTo>
                <a:lnTo>
                  <a:pt x="0" y="1665066"/>
                </a:lnTo>
                <a:lnTo>
                  <a:pt x="0" y="1672566"/>
                </a:lnTo>
                <a:lnTo>
                  <a:pt x="0" y="1680067"/>
                </a:lnTo>
                <a:lnTo>
                  <a:pt x="0" y="1687567"/>
                </a:lnTo>
                <a:lnTo>
                  <a:pt x="0" y="1695067"/>
                </a:lnTo>
                <a:lnTo>
                  <a:pt x="0" y="1702568"/>
                </a:lnTo>
                <a:lnTo>
                  <a:pt x="0" y="1710068"/>
                </a:lnTo>
                <a:lnTo>
                  <a:pt x="0" y="1717568"/>
                </a:lnTo>
                <a:lnTo>
                  <a:pt x="0" y="1725068"/>
                </a:lnTo>
                <a:lnTo>
                  <a:pt x="0" y="1732569"/>
                </a:lnTo>
                <a:lnTo>
                  <a:pt x="0" y="1740069"/>
                </a:lnTo>
                <a:lnTo>
                  <a:pt x="0" y="1747569"/>
                </a:lnTo>
                <a:lnTo>
                  <a:pt x="0" y="1755070"/>
                </a:lnTo>
                <a:lnTo>
                  <a:pt x="0" y="1762570"/>
                </a:lnTo>
                <a:lnTo>
                  <a:pt x="0" y="1770070"/>
                </a:lnTo>
                <a:lnTo>
                  <a:pt x="0" y="1777570"/>
                </a:lnTo>
                <a:lnTo>
                  <a:pt x="0" y="1785071"/>
                </a:lnTo>
                <a:lnTo>
                  <a:pt x="0" y="1792571"/>
                </a:lnTo>
                <a:lnTo>
                  <a:pt x="0" y="1800071"/>
                </a:lnTo>
                <a:lnTo>
                  <a:pt x="0" y="1807572"/>
                </a:lnTo>
                <a:lnTo>
                  <a:pt x="0" y="1815072"/>
                </a:lnTo>
                <a:lnTo>
                  <a:pt x="0" y="1822572"/>
                </a:lnTo>
                <a:lnTo>
                  <a:pt x="0" y="1830073"/>
                </a:lnTo>
                <a:lnTo>
                  <a:pt x="0" y="1837573"/>
                </a:lnTo>
                <a:lnTo>
                  <a:pt x="0" y="1845073"/>
                </a:lnTo>
                <a:lnTo>
                  <a:pt x="0" y="1852573"/>
                </a:lnTo>
                <a:lnTo>
                  <a:pt x="0" y="1860074"/>
                </a:lnTo>
                <a:lnTo>
                  <a:pt x="0" y="1867574"/>
                </a:lnTo>
                <a:lnTo>
                  <a:pt x="0" y="1870640"/>
                </a:lnTo>
                <a:lnTo>
                  <a:pt x="7897" y="1867574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52878-CAE5-4C0F-9E3B-4736B0BD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624285"/>
            <a:ext cx="3261168" cy="1338294"/>
          </a:xfrm>
          <a:custGeom xmlns:a="http://schemas.openxmlformats.org/drawingml/2006/main">
            <a:pathLst>
              <a:path w="3261168" h="1338294">
                <a:moveTo>
                  <a:pt x="11921" y="1333631"/>
                </a:moveTo>
                <a:lnTo>
                  <a:pt x="14366" y="1332653"/>
                </a:lnTo>
                <a:lnTo>
                  <a:pt x="28733" y="1326981"/>
                </a:lnTo>
                <a:lnTo>
                  <a:pt x="30904" y="1326130"/>
                </a:lnTo>
                <a:lnTo>
                  <a:pt x="43099" y="1321261"/>
                </a:lnTo>
                <a:lnTo>
                  <a:pt x="49821" y="1318630"/>
                </a:lnTo>
                <a:lnTo>
                  <a:pt x="57466" y="1315576"/>
                </a:lnTo>
                <a:lnTo>
                  <a:pt x="68831" y="1311130"/>
                </a:lnTo>
                <a:lnTo>
                  <a:pt x="71832" y="1309930"/>
                </a:lnTo>
                <a:lnTo>
                  <a:pt x="86198" y="1304271"/>
                </a:lnTo>
                <a:lnTo>
                  <a:pt x="87837" y="1303630"/>
                </a:lnTo>
                <a:lnTo>
                  <a:pt x="100565" y="1298548"/>
                </a:lnTo>
                <a:lnTo>
                  <a:pt x="106743" y="1296129"/>
                </a:lnTo>
                <a:lnTo>
                  <a:pt x="114931" y="1292859"/>
                </a:lnTo>
                <a:lnTo>
                  <a:pt x="125742" y="1288629"/>
                </a:lnTo>
                <a:lnTo>
                  <a:pt x="129297" y="1287208"/>
                </a:lnTo>
                <a:lnTo>
                  <a:pt x="143664" y="1281562"/>
                </a:lnTo>
                <a:lnTo>
                  <a:pt x="144771" y="1281129"/>
                </a:lnTo>
                <a:lnTo>
                  <a:pt x="158030" y="1275835"/>
                </a:lnTo>
                <a:lnTo>
                  <a:pt x="163668" y="1273628"/>
                </a:lnTo>
                <a:lnTo>
                  <a:pt x="172397" y="1270142"/>
                </a:lnTo>
                <a:lnTo>
                  <a:pt x="182655" y="1266128"/>
                </a:lnTo>
                <a:lnTo>
                  <a:pt x="186763" y="1264486"/>
                </a:lnTo>
                <a:lnTo>
                  <a:pt x="201129" y="1258854"/>
                </a:lnTo>
                <a:lnTo>
                  <a:pt x="201706" y="1258628"/>
                </a:lnTo>
                <a:lnTo>
                  <a:pt x="215496" y="1253123"/>
                </a:lnTo>
                <a:lnTo>
                  <a:pt x="220593" y="1251127"/>
                </a:lnTo>
                <a:lnTo>
                  <a:pt x="229862" y="1247425"/>
                </a:lnTo>
                <a:lnTo>
                  <a:pt x="239569" y="1243627"/>
                </a:lnTo>
                <a:lnTo>
                  <a:pt x="244228" y="1241765"/>
                </a:lnTo>
                <a:lnTo>
                  <a:pt x="258595" y="1236146"/>
                </a:lnTo>
                <a:lnTo>
                  <a:pt x="258643" y="1236127"/>
                </a:lnTo>
                <a:lnTo>
                  <a:pt x="272961" y="1230411"/>
                </a:lnTo>
                <a:lnTo>
                  <a:pt x="277520" y="1228627"/>
                </a:lnTo>
                <a:lnTo>
                  <a:pt x="287328" y="1224709"/>
                </a:lnTo>
                <a:lnTo>
                  <a:pt x="296484" y="1221126"/>
                </a:lnTo>
                <a:lnTo>
                  <a:pt x="301694" y="1219044"/>
                </a:lnTo>
                <a:lnTo>
                  <a:pt x="315549" y="1213626"/>
                </a:lnTo>
                <a:lnTo>
                  <a:pt x="316060" y="1213421"/>
                </a:lnTo>
                <a:lnTo>
                  <a:pt x="330427" y="1207700"/>
                </a:lnTo>
                <a:lnTo>
                  <a:pt x="334447" y="1206126"/>
                </a:lnTo>
                <a:lnTo>
                  <a:pt x="344793" y="1201994"/>
                </a:lnTo>
                <a:lnTo>
                  <a:pt x="353401" y="1198625"/>
                </a:lnTo>
                <a:lnTo>
                  <a:pt x="359160" y="1196324"/>
                </a:lnTo>
                <a:lnTo>
                  <a:pt x="372453" y="1191125"/>
                </a:lnTo>
                <a:lnTo>
                  <a:pt x="373526" y="1190696"/>
                </a:lnTo>
                <a:lnTo>
                  <a:pt x="387892" y="1184989"/>
                </a:lnTo>
                <a:lnTo>
                  <a:pt x="391376" y="1183625"/>
                </a:lnTo>
                <a:lnTo>
                  <a:pt x="402259" y="1179279"/>
                </a:lnTo>
                <a:lnTo>
                  <a:pt x="410319" y="1176124"/>
                </a:lnTo>
                <a:lnTo>
                  <a:pt x="416625" y="1173605"/>
                </a:lnTo>
                <a:lnTo>
                  <a:pt x="429359" y="1168624"/>
                </a:lnTo>
                <a:lnTo>
                  <a:pt x="430991" y="1167972"/>
                </a:lnTo>
                <a:lnTo>
                  <a:pt x="445358" y="1162279"/>
                </a:lnTo>
                <a:lnTo>
                  <a:pt x="448307" y="1161124"/>
                </a:lnTo>
                <a:lnTo>
                  <a:pt x="459724" y="1156565"/>
                </a:lnTo>
                <a:lnTo>
                  <a:pt x="467239" y="1153624"/>
                </a:lnTo>
                <a:lnTo>
                  <a:pt x="474091" y="1150886"/>
                </a:lnTo>
                <a:lnTo>
                  <a:pt x="486266" y="1146123"/>
                </a:lnTo>
                <a:lnTo>
                  <a:pt x="488457" y="1145248"/>
                </a:lnTo>
                <a:lnTo>
                  <a:pt x="502823" y="1139569"/>
                </a:lnTo>
                <a:lnTo>
                  <a:pt x="505238" y="1138623"/>
                </a:lnTo>
                <a:lnTo>
                  <a:pt x="517190" y="1133851"/>
                </a:lnTo>
                <a:lnTo>
                  <a:pt x="524160" y="1131123"/>
                </a:lnTo>
                <a:lnTo>
                  <a:pt x="531556" y="1128168"/>
                </a:lnTo>
                <a:lnTo>
                  <a:pt x="543175" y="1123622"/>
                </a:lnTo>
                <a:lnTo>
                  <a:pt x="545922" y="1122524"/>
                </a:lnTo>
                <a:lnTo>
                  <a:pt x="560289" y="1116859"/>
                </a:lnTo>
                <a:lnTo>
                  <a:pt x="562171" y="1116122"/>
                </a:lnTo>
                <a:lnTo>
                  <a:pt x="574655" y="1111138"/>
                </a:lnTo>
                <a:lnTo>
                  <a:pt x="581082" y="1108622"/>
                </a:lnTo>
                <a:lnTo>
                  <a:pt x="589022" y="1105450"/>
                </a:lnTo>
                <a:lnTo>
                  <a:pt x="600086" y="1101121"/>
                </a:lnTo>
                <a:lnTo>
                  <a:pt x="603388" y="1099802"/>
                </a:lnTo>
                <a:lnTo>
                  <a:pt x="617754" y="1094150"/>
                </a:lnTo>
                <a:lnTo>
                  <a:pt x="619104" y="1093621"/>
                </a:lnTo>
                <a:lnTo>
                  <a:pt x="632121" y="1088425"/>
                </a:lnTo>
                <a:lnTo>
                  <a:pt x="638005" y="1086121"/>
                </a:lnTo>
                <a:lnTo>
                  <a:pt x="646487" y="1082733"/>
                </a:lnTo>
                <a:lnTo>
                  <a:pt x="656998" y="1078621"/>
                </a:lnTo>
                <a:lnTo>
                  <a:pt x="660854" y="1077080"/>
                </a:lnTo>
                <a:lnTo>
                  <a:pt x="675220" y="1071441"/>
                </a:lnTo>
                <a:lnTo>
                  <a:pt x="676039" y="1071120"/>
                </a:lnTo>
                <a:lnTo>
                  <a:pt x="689586" y="1065712"/>
                </a:lnTo>
                <a:lnTo>
                  <a:pt x="694788" y="1063620"/>
                </a:lnTo>
                <a:lnTo>
                  <a:pt x="703953" y="1059886"/>
                </a:lnTo>
                <a:lnTo>
                  <a:pt x="713239" y="1056120"/>
                </a:lnTo>
                <a:lnTo>
                  <a:pt x="718319" y="1054020"/>
                </a:lnTo>
                <a:lnTo>
                  <a:pt x="731644" y="1048619"/>
                </a:lnTo>
                <a:lnTo>
                  <a:pt x="732685" y="1048189"/>
                </a:lnTo>
                <a:lnTo>
                  <a:pt x="747052" y="1042287"/>
                </a:lnTo>
                <a:lnTo>
                  <a:pt x="749929" y="1041119"/>
                </a:lnTo>
                <a:lnTo>
                  <a:pt x="761418" y="1036375"/>
                </a:lnTo>
                <a:lnTo>
                  <a:pt x="768212" y="1033619"/>
                </a:lnTo>
                <a:lnTo>
                  <a:pt x="775785" y="1030491"/>
                </a:lnTo>
                <a:lnTo>
                  <a:pt x="786567" y="1026119"/>
                </a:lnTo>
                <a:lnTo>
                  <a:pt x="790151" y="1024638"/>
                </a:lnTo>
                <a:lnTo>
                  <a:pt x="804517" y="1018803"/>
                </a:lnTo>
                <a:lnTo>
                  <a:pt x="804972" y="1018618"/>
                </a:lnTo>
                <a:lnTo>
                  <a:pt x="818884" y="1012875"/>
                </a:lnTo>
                <a:lnTo>
                  <a:pt x="823214" y="1011118"/>
                </a:lnTo>
                <a:lnTo>
                  <a:pt x="833250" y="1006973"/>
                </a:lnTo>
                <a:lnTo>
                  <a:pt x="841523" y="1003618"/>
                </a:lnTo>
                <a:lnTo>
                  <a:pt x="847616" y="1001100"/>
                </a:lnTo>
                <a:lnTo>
                  <a:pt x="859907" y="996117"/>
                </a:lnTo>
                <a:lnTo>
                  <a:pt x="861983" y="995259"/>
                </a:lnTo>
                <a:lnTo>
                  <a:pt x="876349" y="989515"/>
                </a:lnTo>
                <a:lnTo>
                  <a:pt x="878679" y="988617"/>
                </a:lnTo>
                <a:lnTo>
                  <a:pt x="890715" y="983964"/>
                </a:lnTo>
                <a:lnTo>
                  <a:pt x="898223" y="981117"/>
                </a:lnTo>
                <a:lnTo>
                  <a:pt x="905082" y="978460"/>
                </a:lnTo>
                <a:lnTo>
                  <a:pt x="917512" y="973616"/>
                </a:lnTo>
                <a:lnTo>
                  <a:pt x="919448" y="972845"/>
                </a:lnTo>
                <a:lnTo>
                  <a:pt x="933815" y="967176"/>
                </a:lnTo>
                <a:lnTo>
                  <a:pt x="936532" y="966116"/>
                </a:lnTo>
                <a:lnTo>
                  <a:pt x="948181" y="961476"/>
                </a:lnTo>
                <a:lnTo>
                  <a:pt x="955517" y="958616"/>
                </a:lnTo>
                <a:lnTo>
                  <a:pt x="962547" y="955814"/>
                </a:lnTo>
                <a:lnTo>
                  <a:pt x="974604" y="951116"/>
                </a:lnTo>
                <a:lnTo>
                  <a:pt x="976914" y="950195"/>
                </a:lnTo>
                <a:lnTo>
                  <a:pt x="991280" y="944536"/>
                </a:lnTo>
                <a:lnTo>
                  <a:pt x="993640" y="943615"/>
                </a:lnTo>
                <a:lnTo>
                  <a:pt x="1005647" y="938834"/>
                </a:lnTo>
                <a:lnTo>
                  <a:pt x="1012618" y="936115"/>
                </a:lnTo>
                <a:lnTo>
                  <a:pt x="1020013" y="933168"/>
                </a:lnTo>
                <a:lnTo>
                  <a:pt x="1031697" y="928615"/>
                </a:lnTo>
                <a:lnTo>
                  <a:pt x="1034379" y="927545"/>
                </a:lnTo>
                <a:lnTo>
                  <a:pt x="1048746" y="921896"/>
                </a:lnTo>
                <a:lnTo>
                  <a:pt x="1050749" y="921114"/>
                </a:lnTo>
                <a:lnTo>
                  <a:pt x="1063112" y="916191"/>
                </a:lnTo>
                <a:lnTo>
                  <a:pt x="1069719" y="913614"/>
                </a:lnTo>
                <a:lnTo>
                  <a:pt x="1077478" y="910522"/>
                </a:lnTo>
                <a:lnTo>
                  <a:pt x="1088790" y="906114"/>
                </a:lnTo>
                <a:lnTo>
                  <a:pt x="1091845" y="904896"/>
                </a:lnTo>
                <a:lnTo>
                  <a:pt x="1106211" y="899256"/>
                </a:lnTo>
                <a:lnTo>
                  <a:pt x="1107836" y="898613"/>
                </a:lnTo>
                <a:lnTo>
                  <a:pt x="1120578" y="893471"/>
                </a:lnTo>
                <a:lnTo>
                  <a:pt x="1126499" y="891113"/>
                </a:lnTo>
                <a:lnTo>
                  <a:pt x="1134944" y="887683"/>
                </a:lnTo>
                <a:lnTo>
                  <a:pt x="1145170" y="883613"/>
                </a:lnTo>
                <a:lnTo>
                  <a:pt x="1149310" y="881930"/>
                </a:lnTo>
                <a:lnTo>
                  <a:pt x="1163677" y="876210"/>
                </a:lnTo>
                <a:lnTo>
                  <a:pt x="1163921" y="876113"/>
                </a:lnTo>
                <a:lnTo>
                  <a:pt x="1178043" y="870380"/>
                </a:lnTo>
                <a:lnTo>
                  <a:pt x="1182482" y="868612"/>
                </a:lnTo>
                <a:lnTo>
                  <a:pt x="1192410" y="864580"/>
                </a:lnTo>
                <a:lnTo>
                  <a:pt x="1201123" y="861112"/>
                </a:lnTo>
                <a:lnTo>
                  <a:pt x="1206776" y="858815"/>
                </a:lnTo>
                <a:lnTo>
                  <a:pt x="1219855" y="853612"/>
                </a:lnTo>
                <a:lnTo>
                  <a:pt x="1221142" y="853088"/>
                </a:lnTo>
                <a:lnTo>
                  <a:pt x="1235509" y="847293"/>
                </a:lnTo>
                <a:lnTo>
                  <a:pt x="1238474" y="846111"/>
                </a:lnTo>
                <a:lnTo>
                  <a:pt x="1249875" y="841482"/>
                </a:lnTo>
                <a:lnTo>
                  <a:pt x="1257086" y="838611"/>
                </a:lnTo>
                <a:lnTo>
                  <a:pt x="1264241" y="835704"/>
                </a:lnTo>
                <a:lnTo>
                  <a:pt x="1275786" y="831111"/>
                </a:lnTo>
                <a:lnTo>
                  <a:pt x="1278608" y="829964"/>
                </a:lnTo>
                <a:lnTo>
                  <a:pt x="1292974" y="824209"/>
                </a:lnTo>
                <a:lnTo>
                  <a:pt x="1294476" y="823611"/>
                </a:lnTo>
                <a:lnTo>
                  <a:pt x="1307341" y="818388"/>
                </a:lnTo>
                <a:lnTo>
                  <a:pt x="1313060" y="816110"/>
                </a:lnTo>
                <a:lnTo>
                  <a:pt x="1321707" y="812598"/>
                </a:lnTo>
                <a:lnTo>
                  <a:pt x="1331728" y="808610"/>
                </a:lnTo>
                <a:lnTo>
                  <a:pt x="1336073" y="806844"/>
                </a:lnTo>
                <a:lnTo>
                  <a:pt x="1350440" y="801128"/>
                </a:lnTo>
                <a:lnTo>
                  <a:pt x="1350487" y="801110"/>
                </a:lnTo>
                <a:lnTo>
                  <a:pt x="1364806" y="795297"/>
                </a:lnTo>
                <a:lnTo>
                  <a:pt x="1369045" y="793609"/>
                </a:lnTo>
                <a:lnTo>
                  <a:pt x="1379172" y="789496"/>
                </a:lnTo>
                <a:lnTo>
                  <a:pt x="1387682" y="786109"/>
                </a:lnTo>
                <a:lnTo>
                  <a:pt x="1393539" y="783729"/>
                </a:lnTo>
                <a:lnTo>
                  <a:pt x="1406410" y="778609"/>
                </a:lnTo>
                <a:lnTo>
                  <a:pt x="1407905" y="778001"/>
                </a:lnTo>
                <a:lnTo>
                  <a:pt x="1422272" y="772211"/>
                </a:lnTo>
                <a:lnTo>
                  <a:pt x="1425039" y="771108"/>
                </a:lnTo>
                <a:lnTo>
                  <a:pt x="1436638" y="766398"/>
                </a:lnTo>
                <a:lnTo>
                  <a:pt x="1443647" y="763608"/>
                </a:lnTo>
                <a:lnTo>
                  <a:pt x="1451004" y="760619"/>
                </a:lnTo>
                <a:lnTo>
                  <a:pt x="1462342" y="756108"/>
                </a:lnTo>
                <a:lnTo>
                  <a:pt x="1465371" y="754877"/>
                </a:lnTo>
                <a:lnTo>
                  <a:pt x="1479737" y="749127"/>
                </a:lnTo>
                <a:lnTo>
                  <a:pt x="1481042" y="748608"/>
                </a:lnTo>
                <a:lnTo>
                  <a:pt x="1494104" y="743305"/>
                </a:lnTo>
                <a:lnTo>
                  <a:pt x="1499622" y="741107"/>
                </a:lnTo>
                <a:lnTo>
                  <a:pt x="1508470" y="737513"/>
                </a:lnTo>
                <a:lnTo>
                  <a:pt x="1518953" y="733607"/>
                </a:lnTo>
                <a:lnTo>
                  <a:pt x="1522836" y="732138"/>
                </a:lnTo>
                <a:lnTo>
                  <a:pt x="1537203" y="726966"/>
                </a:lnTo>
                <a:lnTo>
                  <a:pt x="1539609" y="726107"/>
                </a:lnTo>
                <a:lnTo>
                  <a:pt x="1551569" y="721724"/>
                </a:lnTo>
                <a:lnTo>
                  <a:pt x="1560310" y="718606"/>
                </a:lnTo>
                <a:lnTo>
                  <a:pt x="1565935" y="716543"/>
                </a:lnTo>
                <a:lnTo>
                  <a:pt x="1580302" y="711405"/>
                </a:lnTo>
                <a:lnTo>
                  <a:pt x="1581140" y="711106"/>
                </a:lnTo>
                <a:lnTo>
                  <a:pt x="1594668" y="706150"/>
                </a:lnTo>
                <a:lnTo>
                  <a:pt x="1601800" y="703606"/>
                </a:lnTo>
                <a:lnTo>
                  <a:pt x="1609035" y="700953"/>
                </a:lnTo>
                <a:lnTo>
                  <a:pt x="1622635" y="696105"/>
                </a:lnTo>
                <a:lnTo>
                  <a:pt x="1623401" y="695824"/>
                </a:lnTo>
                <a:lnTo>
                  <a:pt x="1637767" y="690580"/>
                </a:lnTo>
                <a:lnTo>
                  <a:pt x="1643300" y="688605"/>
                </a:lnTo>
                <a:lnTo>
                  <a:pt x="1652134" y="685367"/>
                </a:lnTo>
                <a:lnTo>
                  <a:pt x="1664089" y="681105"/>
                </a:lnTo>
                <a:lnTo>
                  <a:pt x="1666500" y="680220"/>
                </a:lnTo>
                <a:lnTo>
                  <a:pt x="1680866" y="675013"/>
                </a:lnTo>
                <a:lnTo>
                  <a:pt x="1684812" y="673605"/>
                </a:lnTo>
                <a:lnTo>
                  <a:pt x="1695233" y="669785"/>
                </a:lnTo>
                <a:lnTo>
                  <a:pt x="1705555" y="666104"/>
                </a:lnTo>
                <a:lnTo>
                  <a:pt x="1709599" y="664621"/>
                </a:lnTo>
                <a:lnTo>
                  <a:pt x="1723966" y="659449"/>
                </a:lnTo>
                <a:lnTo>
                  <a:pt x="1726333" y="658604"/>
                </a:lnTo>
                <a:lnTo>
                  <a:pt x="1738332" y="654207"/>
                </a:lnTo>
                <a:lnTo>
                  <a:pt x="1747033" y="651104"/>
                </a:lnTo>
                <a:lnTo>
                  <a:pt x="1752698" y="649026"/>
                </a:lnTo>
                <a:lnTo>
                  <a:pt x="1767065" y="643889"/>
                </a:lnTo>
                <a:lnTo>
                  <a:pt x="1767865" y="643603"/>
                </a:lnTo>
                <a:lnTo>
                  <a:pt x="1781431" y="638633"/>
                </a:lnTo>
                <a:lnTo>
                  <a:pt x="1788523" y="636103"/>
                </a:lnTo>
                <a:lnTo>
                  <a:pt x="1795798" y="633436"/>
                </a:lnTo>
                <a:lnTo>
                  <a:pt x="1809357" y="628603"/>
                </a:lnTo>
                <a:lnTo>
                  <a:pt x="1810164" y="628307"/>
                </a:lnTo>
                <a:lnTo>
                  <a:pt x="1824530" y="623063"/>
                </a:lnTo>
                <a:lnTo>
                  <a:pt x="1830025" y="621103"/>
                </a:lnTo>
                <a:lnTo>
                  <a:pt x="1838897" y="617850"/>
                </a:lnTo>
                <a:lnTo>
                  <a:pt x="1850812" y="613602"/>
                </a:lnTo>
                <a:lnTo>
                  <a:pt x="1853263" y="612703"/>
                </a:lnTo>
                <a:lnTo>
                  <a:pt x="1867629" y="607496"/>
                </a:lnTo>
                <a:lnTo>
                  <a:pt x="1871536" y="606102"/>
                </a:lnTo>
                <a:lnTo>
                  <a:pt x="1881996" y="602268"/>
                </a:lnTo>
                <a:lnTo>
                  <a:pt x="1892278" y="598602"/>
                </a:lnTo>
                <a:lnTo>
                  <a:pt x="1896362" y="597103"/>
                </a:lnTo>
                <a:lnTo>
                  <a:pt x="1910729" y="591933"/>
                </a:lnTo>
                <a:lnTo>
                  <a:pt x="1913058" y="591101"/>
                </a:lnTo>
                <a:lnTo>
                  <a:pt x="1925095" y="586691"/>
                </a:lnTo>
                <a:lnTo>
                  <a:pt x="1933757" y="583601"/>
                </a:lnTo>
                <a:lnTo>
                  <a:pt x="1939461" y="581509"/>
                </a:lnTo>
                <a:lnTo>
                  <a:pt x="1953828" y="576373"/>
                </a:lnTo>
                <a:lnTo>
                  <a:pt x="1954589" y="576101"/>
                </a:lnTo>
                <a:lnTo>
                  <a:pt x="1968194" y="571117"/>
                </a:lnTo>
                <a:lnTo>
                  <a:pt x="1975247" y="568600"/>
                </a:lnTo>
                <a:lnTo>
                  <a:pt x="1982560" y="565919"/>
                </a:lnTo>
                <a:lnTo>
                  <a:pt x="1996080" y="561100"/>
                </a:lnTo>
                <a:lnTo>
                  <a:pt x="1996927" y="560789"/>
                </a:lnTo>
                <a:lnTo>
                  <a:pt x="2011293" y="555547"/>
                </a:lnTo>
                <a:lnTo>
                  <a:pt x="2016749" y="553600"/>
                </a:lnTo>
                <a:lnTo>
                  <a:pt x="2025660" y="550333"/>
                </a:lnTo>
                <a:lnTo>
                  <a:pt x="2037534" y="546099"/>
                </a:lnTo>
                <a:lnTo>
                  <a:pt x="2040026" y="545185"/>
                </a:lnTo>
                <a:lnTo>
                  <a:pt x="2054392" y="539980"/>
                </a:lnTo>
                <a:lnTo>
                  <a:pt x="2058260" y="538599"/>
                </a:lnTo>
                <a:lnTo>
                  <a:pt x="2068759" y="534751"/>
                </a:lnTo>
                <a:lnTo>
                  <a:pt x="2079001" y="531099"/>
                </a:lnTo>
                <a:lnTo>
                  <a:pt x="2083125" y="529586"/>
                </a:lnTo>
                <a:lnTo>
                  <a:pt x="2097492" y="524417"/>
                </a:lnTo>
                <a:lnTo>
                  <a:pt x="2099783" y="523599"/>
                </a:lnTo>
                <a:lnTo>
                  <a:pt x="2111858" y="519174"/>
                </a:lnTo>
                <a:lnTo>
                  <a:pt x="2120480" y="516098"/>
                </a:lnTo>
                <a:lnTo>
                  <a:pt x="2126224" y="513992"/>
                </a:lnTo>
                <a:lnTo>
                  <a:pt x="2140591" y="508856"/>
                </a:lnTo>
                <a:lnTo>
                  <a:pt x="2141314" y="508598"/>
                </a:lnTo>
                <a:lnTo>
                  <a:pt x="2154957" y="503600"/>
                </a:lnTo>
                <a:lnTo>
                  <a:pt x="2161971" y="501098"/>
                </a:lnTo>
                <a:lnTo>
                  <a:pt x="2169323" y="498402"/>
                </a:lnTo>
                <a:lnTo>
                  <a:pt x="2182802" y="493597"/>
                </a:lnTo>
                <a:lnTo>
                  <a:pt x="2183690" y="493272"/>
                </a:lnTo>
                <a:lnTo>
                  <a:pt x="2198056" y="488030"/>
                </a:lnTo>
                <a:lnTo>
                  <a:pt x="2203473" y="486097"/>
                </a:lnTo>
                <a:lnTo>
                  <a:pt x="2212423" y="482816"/>
                </a:lnTo>
                <a:lnTo>
                  <a:pt x="2224257" y="478597"/>
                </a:lnTo>
                <a:lnTo>
                  <a:pt x="2226789" y="477668"/>
                </a:lnTo>
                <a:lnTo>
                  <a:pt x="2241155" y="472464"/>
                </a:lnTo>
                <a:lnTo>
                  <a:pt x="2244985" y="471097"/>
                </a:lnTo>
                <a:lnTo>
                  <a:pt x="2255522" y="467235"/>
                </a:lnTo>
                <a:lnTo>
                  <a:pt x="2265725" y="463596"/>
                </a:lnTo>
                <a:lnTo>
                  <a:pt x="2269888" y="462069"/>
                </a:lnTo>
                <a:lnTo>
                  <a:pt x="2284255" y="456900"/>
                </a:lnTo>
                <a:lnTo>
                  <a:pt x="2286507" y="456096"/>
                </a:lnTo>
                <a:lnTo>
                  <a:pt x="2298621" y="451657"/>
                </a:lnTo>
                <a:lnTo>
                  <a:pt x="2307204" y="448596"/>
                </a:lnTo>
                <a:lnTo>
                  <a:pt x="2312987" y="446474"/>
                </a:lnTo>
                <a:lnTo>
                  <a:pt x="2327353" y="441340"/>
                </a:lnTo>
                <a:lnTo>
                  <a:pt x="2328021" y="441095"/>
                </a:lnTo>
                <a:lnTo>
                  <a:pt x="2341720" y="435256"/>
                </a:lnTo>
                <a:lnTo>
                  <a:pt x="2345468" y="433595"/>
                </a:lnTo>
                <a:lnTo>
                  <a:pt x="2356086" y="428837"/>
                </a:lnTo>
                <a:lnTo>
                  <a:pt x="2362276" y="426095"/>
                </a:lnTo>
                <a:lnTo>
                  <a:pt x="2370453" y="422431"/>
                </a:lnTo>
                <a:lnTo>
                  <a:pt x="2379112" y="418594"/>
                </a:lnTo>
                <a:lnTo>
                  <a:pt x="2384819" y="416037"/>
                </a:lnTo>
                <a:lnTo>
                  <a:pt x="2395978" y="411094"/>
                </a:lnTo>
                <a:lnTo>
                  <a:pt x="2399185" y="409656"/>
                </a:lnTo>
                <a:lnTo>
                  <a:pt x="2412875" y="403594"/>
                </a:lnTo>
                <a:lnTo>
                  <a:pt x="2413552" y="403290"/>
                </a:lnTo>
                <a:lnTo>
                  <a:pt x="2427918" y="396875"/>
                </a:lnTo>
                <a:lnTo>
                  <a:pt x="2429682" y="396093"/>
                </a:lnTo>
                <a:lnTo>
                  <a:pt x="2442285" y="390447"/>
                </a:lnTo>
                <a:lnTo>
                  <a:pt x="2446469" y="388593"/>
                </a:lnTo>
                <a:lnTo>
                  <a:pt x="2456651" y="384031"/>
                </a:lnTo>
                <a:lnTo>
                  <a:pt x="2463282" y="381093"/>
                </a:lnTo>
                <a:lnTo>
                  <a:pt x="2471017" y="377626"/>
                </a:lnTo>
                <a:lnTo>
                  <a:pt x="2480123" y="373593"/>
                </a:lnTo>
                <a:lnTo>
                  <a:pt x="2485384" y="371235"/>
                </a:lnTo>
                <a:lnTo>
                  <a:pt x="2496994" y="366092"/>
                </a:lnTo>
                <a:lnTo>
                  <a:pt x="2499750" y="364857"/>
                </a:lnTo>
                <a:lnTo>
                  <a:pt x="2513898" y="358592"/>
                </a:lnTo>
                <a:lnTo>
                  <a:pt x="2514116" y="358494"/>
                </a:lnTo>
                <a:lnTo>
                  <a:pt x="2528483" y="352065"/>
                </a:lnTo>
                <a:lnTo>
                  <a:pt x="2530679" y="351092"/>
                </a:lnTo>
                <a:lnTo>
                  <a:pt x="2542849" y="345639"/>
                </a:lnTo>
                <a:lnTo>
                  <a:pt x="2547471" y="343591"/>
                </a:lnTo>
                <a:lnTo>
                  <a:pt x="2557216" y="339225"/>
                </a:lnTo>
                <a:lnTo>
                  <a:pt x="2564289" y="336091"/>
                </a:lnTo>
                <a:lnTo>
                  <a:pt x="2571582" y="332823"/>
                </a:lnTo>
                <a:lnTo>
                  <a:pt x="2581135" y="328591"/>
                </a:lnTo>
                <a:lnTo>
                  <a:pt x="2585949" y="326433"/>
                </a:lnTo>
                <a:lnTo>
                  <a:pt x="2598012" y="321091"/>
                </a:lnTo>
                <a:lnTo>
                  <a:pt x="2600315" y="320058"/>
                </a:lnTo>
                <a:lnTo>
                  <a:pt x="2614681" y="313690"/>
                </a:lnTo>
                <a:lnTo>
                  <a:pt x="2614906" y="313590"/>
                </a:lnTo>
                <a:lnTo>
                  <a:pt x="2629048" y="307255"/>
                </a:lnTo>
                <a:lnTo>
                  <a:pt x="2631677" y="306090"/>
                </a:lnTo>
                <a:lnTo>
                  <a:pt x="2643414" y="300832"/>
                </a:lnTo>
                <a:lnTo>
                  <a:pt x="2648474" y="298590"/>
                </a:lnTo>
                <a:lnTo>
                  <a:pt x="2657780" y="294419"/>
                </a:lnTo>
                <a:lnTo>
                  <a:pt x="2665297" y="291089"/>
                </a:lnTo>
                <a:lnTo>
                  <a:pt x="2672147" y="288019"/>
                </a:lnTo>
                <a:lnTo>
                  <a:pt x="2682242" y="283589"/>
                </a:lnTo>
                <a:lnTo>
                  <a:pt x="2686513" y="281677"/>
                </a:lnTo>
                <a:lnTo>
                  <a:pt x="2699568" y="276089"/>
                </a:lnTo>
                <a:lnTo>
                  <a:pt x="2700879" y="275508"/>
                </a:lnTo>
                <a:lnTo>
                  <a:pt x="2715246" y="269337"/>
                </a:lnTo>
                <a:lnTo>
                  <a:pt x="2717001" y="268588"/>
                </a:lnTo>
                <a:lnTo>
                  <a:pt x="2729612" y="263139"/>
                </a:lnTo>
                <a:lnTo>
                  <a:pt x="2734419" y="261088"/>
                </a:lnTo>
                <a:lnTo>
                  <a:pt x="2743979" y="256957"/>
                </a:lnTo>
                <a:lnTo>
                  <a:pt x="2751878" y="253588"/>
                </a:lnTo>
                <a:lnTo>
                  <a:pt x="2758345" y="250792"/>
                </a:lnTo>
                <a:lnTo>
                  <a:pt x="2769379" y="246088"/>
                </a:lnTo>
                <a:lnTo>
                  <a:pt x="2772711" y="244647"/>
                </a:lnTo>
                <a:lnTo>
                  <a:pt x="2786927" y="238587"/>
                </a:lnTo>
                <a:lnTo>
                  <a:pt x="2787078" y="238522"/>
                </a:lnTo>
                <a:lnTo>
                  <a:pt x="2801444" y="232319"/>
                </a:lnTo>
                <a:lnTo>
                  <a:pt x="2804332" y="231087"/>
                </a:lnTo>
                <a:lnTo>
                  <a:pt x="2815811" y="226127"/>
                </a:lnTo>
                <a:lnTo>
                  <a:pt x="2821765" y="223587"/>
                </a:lnTo>
                <a:lnTo>
                  <a:pt x="2830177" y="219951"/>
                </a:lnTo>
                <a:lnTo>
                  <a:pt x="2839240" y="216086"/>
                </a:lnTo>
                <a:lnTo>
                  <a:pt x="2844543" y="213793"/>
                </a:lnTo>
                <a:lnTo>
                  <a:pt x="2856758" y="208586"/>
                </a:lnTo>
                <a:lnTo>
                  <a:pt x="2858910" y="207655"/>
                </a:lnTo>
                <a:lnTo>
                  <a:pt x="2873276" y="201536"/>
                </a:lnTo>
                <a:lnTo>
                  <a:pt x="2874332" y="201086"/>
                </a:lnTo>
                <a:lnTo>
                  <a:pt x="2887642" y="195407"/>
                </a:lnTo>
                <a:lnTo>
                  <a:pt x="2891902" y="193585"/>
                </a:lnTo>
                <a:lnTo>
                  <a:pt x="2902009" y="189260"/>
                </a:lnTo>
                <a:lnTo>
                  <a:pt x="2909418" y="186085"/>
                </a:lnTo>
                <a:lnTo>
                  <a:pt x="2916375" y="183099"/>
                </a:lnTo>
                <a:lnTo>
                  <a:pt x="2926886" y="178585"/>
                </a:lnTo>
                <a:lnTo>
                  <a:pt x="2930742" y="176925"/>
                </a:lnTo>
                <a:lnTo>
                  <a:pt x="2944311" y="171085"/>
                </a:lnTo>
                <a:lnTo>
                  <a:pt x="2945108" y="170741"/>
                </a:lnTo>
                <a:lnTo>
                  <a:pt x="2959474" y="164703"/>
                </a:lnTo>
                <a:lnTo>
                  <a:pt x="2962185" y="163584"/>
                </a:lnTo>
                <a:lnTo>
                  <a:pt x="2973841" y="158781"/>
                </a:lnTo>
                <a:lnTo>
                  <a:pt x="2980358" y="156084"/>
                </a:lnTo>
                <a:lnTo>
                  <a:pt x="2988207" y="152837"/>
                </a:lnTo>
                <a:lnTo>
                  <a:pt x="2998450" y="148584"/>
                </a:lnTo>
                <a:lnTo>
                  <a:pt x="3002574" y="146871"/>
                </a:lnTo>
                <a:lnTo>
                  <a:pt x="3016469" y="141083"/>
                </a:lnTo>
                <a:lnTo>
                  <a:pt x="3016940" y="140887"/>
                </a:lnTo>
                <a:lnTo>
                  <a:pt x="3031306" y="134891"/>
                </a:lnTo>
                <a:lnTo>
                  <a:pt x="3034477" y="133583"/>
                </a:lnTo>
                <a:lnTo>
                  <a:pt x="3045673" y="128910"/>
                </a:lnTo>
                <a:lnTo>
                  <a:pt x="3052530" y="126083"/>
                </a:lnTo>
                <a:lnTo>
                  <a:pt x="3060039" y="122948"/>
                </a:lnTo>
                <a:lnTo>
                  <a:pt x="3070630" y="118582"/>
                </a:lnTo>
                <a:lnTo>
                  <a:pt x="3074405" y="117006"/>
                </a:lnTo>
                <a:lnTo>
                  <a:pt x="3088772" y="111085"/>
                </a:lnTo>
                <a:lnTo>
                  <a:pt x="3088780" y="111082"/>
                </a:lnTo>
                <a:lnTo>
                  <a:pt x="3103138" y="105090"/>
                </a:lnTo>
                <a:lnTo>
                  <a:pt x="3106795" y="103582"/>
                </a:lnTo>
                <a:lnTo>
                  <a:pt x="3117504" y="99111"/>
                </a:lnTo>
                <a:lnTo>
                  <a:pt x="3124853" y="96082"/>
                </a:lnTo>
                <a:lnTo>
                  <a:pt x="3131871" y="93152"/>
                </a:lnTo>
                <a:lnTo>
                  <a:pt x="3142959" y="88581"/>
                </a:lnTo>
                <a:lnTo>
                  <a:pt x="3146237" y="87212"/>
                </a:lnTo>
                <a:lnTo>
                  <a:pt x="3160604" y="81282"/>
                </a:lnTo>
                <a:lnTo>
                  <a:pt x="3161092" y="81081"/>
                </a:lnTo>
                <a:lnTo>
                  <a:pt x="3174970" y="75289"/>
                </a:lnTo>
                <a:lnTo>
                  <a:pt x="3179113" y="73581"/>
                </a:lnTo>
                <a:lnTo>
                  <a:pt x="3189336" y="69313"/>
                </a:lnTo>
                <a:lnTo>
                  <a:pt x="3197177" y="66080"/>
                </a:lnTo>
                <a:lnTo>
                  <a:pt x="3203703" y="63356"/>
                </a:lnTo>
                <a:lnTo>
                  <a:pt x="3215290" y="58580"/>
                </a:lnTo>
                <a:lnTo>
                  <a:pt x="3218069" y="57420"/>
                </a:lnTo>
                <a:lnTo>
                  <a:pt x="3232436" y="51480"/>
                </a:lnTo>
                <a:lnTo>
                  <a:pt x="3233405" y="51080"/>
                </a:lnTo>
                <a:lnTo>
                  <a:pt x="3246802" y="45488"/>
                </a:lnTo>
                <a:lnTo>
                  <a:pt x="3251431" y="43580"/>
                </a:lnTo>
                <a:lnTo>
                  <a:pt x="3261168" y="39515"/>
                </a:lnTo>
                <a:lnTo>
                  <a:pt x="3261168" y="36079"/>
                </a:lnTo>
                <a:lnTo>
                  <a:pt x="3261168" y="28579"/>
                </a:lnTo>
                <a:lnTo>
                  <a:pt x="3261168" y="21079"/>
                </a:lnTo>
                <a:lnTo>
                  <a:pt x="3261168" y="13578"/>
                </a:lnTo>
                <a:lnTo>
                  <a:pt x="3261168" y="6078"/>
                </a:lnTo>
                <a:lnTo>
                  <a:pt x="3261168" y="0"/>
                </a:lnTo>
                <a:lnTo>
                  <a:pt x="3247171" y="6078"/>
                </a:lnTo>
                <a:lnTo>
                  <a:pt x="3246802" y="6235"/>
                </a:lnTo>
                <a:lnTo>
                  <a:pt x="3232436" y="12345"/>
                </a:lnTo>
                <a:lnTo>
                  <a:pt x="3229597" y="13578"/>
                </a:lnTo>
                <a:lnTo>
                  <a:pt x="3218069" y="18468"/>
                </a:lnTo>
                <a:lnTo>
                  <a:pt x="3212058" y="21079"/>
                </a:lnTo>
                <a:lnTo>
                  <a:pt x="3203703" y="24623"/>
                </a:lnTo>
                <a:lnTo>
                  <a:pt x="3194594" y="28579"/>
                </a:lnTo>
                <a:lnTo>
                  <a:pt x="3189336" y="30810"/>
                </a:lnTo>
                <a:lnTo>
                  <a:pt x="3177202" y="36079"/>
                </a:lnTo>
                <a:lnTo>
                  <a:pt x="3174970" y="37027"/>
                </a:lnTo>
                <a:lnTo>
                  <a:pt x="3160604" y="43228"/>
                </a:lnTo>
                <a:lnTo>
                  <a:pt x="3159795" y="43580"/>
                </a:lnTo>
                <a:lnTo>
                  <a:pt x="3146237" y="49329"/>
                </a:lnTo>
                <a:lnTo>
                  <a:pt x="3142207" y="51080"/>
                </a:lnTo>
                <a:lnTo>
                  <a:pt x="3131871" y="55464"/>
                </a:lnTo>
                <a:lnTo>
                  <a:pt x="3124697" y="58580"/>
                </a:lnTo>
                <a:lnTo>
                  <a:pt x="3117504" y="61631"/>
                </a:lnTo>
                <a:lnTo>
                  <a:pt x="3107260" y="66080"/>
                </a:lnTo>
                <a:lnTo>
                  <a:pt x="3103138" y="67829"/>
                </a:lnTo>
                <a:lnTo>
                  <a:pt x="3089894" y="73581"/>
                </a:lnTo>
                <a:lnTo>
                  <a:pt x="3088772" y="74057"/>
                </a:lnTo>
                <a:lnTo>
                  <a:pt x="3074405" y="80204"/>
                </a:lnTo>
                <a:lnTo>
                  <a:pt x="3072387" y="81081"/>
                </a:lnTo>
                <a:lnTo>
                  <a:pt x="3060039" y="86318"/>
                </a:lnTo>
                <a:lnTo>
                  <a:pt x="3054828" y="88581"/>
                </a:lnTo>
                <a:lnTo>
                  <a:pt x="3045673" y="92465"/>
                </a:lnTo>
                <a:lnTo>
                  <a:pt x="3037346" y="96082"/>
                </a:lnTo>
                <a:lnTo>
                  <a:pt x="3031306" y="98644"/>
                </a:lnTo>
                <a:lnTo>
                  <a:pt x="3019936" y="103582"/>
                </a:lnTo>
                <a:lnTo>
                  <a:pt x="3016940" y="104853"/>
                </a:lnTo>
                <a:lnTo>
                  <a:pt x="3002595" y="111082"/>
                </a:lnTo>
                <a:lnTo>
                  <a:pt x="3002574" y="111091"/>
                </a:lnTo>
                <a:lnTo>
                  <a:pt x="2988207" y="117185"/>
                </a:lnTo>
                <a:lnTo>
                  <a:pt x="2984989" y="118582"/>
                </a:lnTo>
                <a:lnTo>
                  <a:pt x="2973841" y="123311"/>
                </a:lnTo>
                <a:lnTo>
                  <a:pt x="2967460" y="126083"/>
                </a:lnTo>
                <a:lnTo>
                  <a:pt x="2959474" y="129470"/>
                </a:lnTo>
                <a:lnTo>
                  <a:pt x="2950005" y="133583"/>
                </a:lnTo>
                <a:lnTo>
                  <a:pt x="2945108" y="135661"/>
                </a:lnTo>
                <a:lnTo>
                  <a:pt x="2932621" y="141083"/>
                </a:lnTo>
                <a:lnTo>
                  <a:pt x="2930742" y="141881"/>
                </a:lnTo>
                <a:lnTo>
                  <a:pt x="2916375" y="148065"/>
                </a:lnTo>
                <a:lnTo>
                  <a:pt x="2915182" y="148584"/>
                </a:lnTo>
                <a:lnTo>
                  <a:pt x="2902009" y="154170"/>
                </a:lnTo>
                <a:lnTo>
                  <a:pt x="2897603" y="156084"/>
                </a:lnTo>
                <a:lnTo>
                  <a:pt x="2887642" y="160309"/>
                </a:lnTo>
                <a:lnTo>
                  <a:pt x="2880102" y="163584"/>
                </a:lnTo>
                <a:lnTo>
                  <a:pt x="2873276" y="166480"/>
                </a:lnTo>
                <a:lnTo>
                  <a:pt x="2862674" y="171085"/>
                </a:lnTo>
                <a:lnTo>
                  <a:pt x="2858910" y="172682"/>
                </a:lnTo>
                <a:lnTo>
                  <a:pt x="2845316" y="178585"/>
                </a:lnTo>
                <a:lnTo>
                  <a:pt x="2844543" y="178913"/>
                </a:lnTo>
                <a:lnTo>
                  <a:pt x="2830177" y="185042"/>
                </a:lnTo>
                <a:lnTo>
                  <a:pt x="2827777" y="186085"/>
                </a:lnTo>
                <a:lnTo>
                  <a:pt x="2815811" y="191160"/>
                </a:lnTo>
                <a:lnTo>
                  <a:pt x="2810228" y="193585"/>
                </a:lnTo>
                <a:lnTo>
                  <a:pt x="2801444" y="197311"/>
                </a:lnTo>
                <a:lnTo>
                  <a:pt x="2792754" y="201086"/>
                </a:lnTo>
                <a:lnTo>
                  <a:pt x="2787078" y="203494"/>
                </a:lnTo>
                <a:lnTo>
                  <a:pt x="2775352" y="208586"/>
                </a:lnTo>
                <a:lnTo>
                  <a:pt x="2772711" y="209707"/>
                </a:lnTo>
                <a:lnTo>
                  <a:pt x="2758345" y="215928"/>
                </a:lnTo>
                <a:lnTo>
                  <a:pt x="2757991" y="216086"/>
                </a:lnTo>
                <a:lnTo>
                  <a:pt x="2743979" y="222055"/>
                </a:lnTo>
                <a:lnTo>
                  <a:pt x="2740573" y="223587"/>
                </a:lnTo>
                <a:lnTo>
                  <a:pt x="2729612" y="228385"/>
                </a:lnTo>
                <a:lnTo>
                  <a:pt x="2723607" y="231087"/>
                </a:lnTo>
                <a:lnTo>
                  <a:pt x="2715246" y="234775"/>
                </a:lnTo>
                <a:lnTo>
                  <a:pt x="2706773" y="238587"/>
                </a:lnTo>
                <a:lnTo>
                  <a:pt x="2700879" y="241187"/>
                </a:lnTo>
                <a:lnTo>
                  <a:pt x="2689986" y="246088"/>
                </a:lnTo>
                <a:lnTo>
                  <a:pt x="2686513" y="247620"/>
                </a:lnTo>
                <a:lnTo>
                  <a:pt x="2673247" y="253588"/>
                </a:lnTo>
                <a:lnTo>
                  <a:pt x="2672147" y="254073"/>
                </a:lnTo>
                <a:lnTo>
                  <a:pt x="2657780" y="260467"/>
                </a:lnTo>
                <a:lnTo>
                  <a:pt x="2656401" y="261088"/>
                </a:lnTo>
                <a:lnTo>
                  <a:pt x="2643414" y="266815"/>
                </a:lnTo>
                <a:lnTo>
                  <a:pt x="2639472" y="268588"/>
                </a:lnTo>
                <a:lnTo>
                  <a:pt x="2629048" y="273186"/>
                </a:lnTo>
                <a:lnTo>
                  <a:pt x="2622596" y="276089"/>
                </a:lnTo>
                <a:lnTo>
                  <a:pt x="2614681" y="279579"/>
                </a:lnTo>
                <a:lnTo>
                  <a:pt x="2605770" y="283589"/>
                </a:lnTo>
                <a:lnTo>
                  <a:pt x="2600315" y="285995"/>
                </a:lnTo>
                <a:lnTo>
                  <a:pt x="2588993" y="291089"/>
                </a:lnTo>
                <a:lnTo>
                  <a:pt x="2585949" y="292432"/>
                </a:lnTo>
                <a:lnTo>
                  <a:pt x="2572261" y="298590"/>
                </a:lnTo>
                <a:lnTo>
                  <a:pt x="2571582" y="298889"/>
                </a:lnTo>
                <a:lnTo>
                  <a:pt x="2557216" y="305260"/>
                </a:lnTo>
                <a:lnTo>
                  <a:pt x="2555372" y="306090"/>
                </a:lnTo>
                <a:lnTo>
                  <a:pt x="2542849" y="311612"/>
                </a:lnTo>
                <a:lnTo>
                  <a:pt x="2538453" y="313590"/>
                </a:lnTo>
                <a:lnTo>
                  <a:pt x="2528483" y="317987"/>
                </a:lnTo>
                <a:lnTo>
                  <a:pt x="2521586" y="321091"/>
                </a:lnTo>
                <a:lnTo>
                  <a:pt x="2514116" y="324385"/>
                </a:lnTo>
                <a:lnTo>
                  <a:pt x="2504769" y="328591"/>
                </a:lnTo>
                <a:lnTo>
                  <a:pt x="2499750" y="330805"/>
                </a:lnTo>
                <a:lnTo>
                  <a:pt x="2488000" y="336091"/>
                </a:lnTo>
                <a:lnTo>
                  <a:pt x="2485384" y="337245"/>
                </a:lnTo>
                <a:lnTo>
                  <a:pt x="2471277" y="343591"/>
                </a:lnTo>
                <a:lnTo>
                  <a:pt x="2471017" y="343706"/>
                </a:lnTo>
                <a:lnTo>
                  <a:pt x="2456651" y="350054"/>
                </a:lnTo>
                <a:lnTo>
                  <a:pt x="2454346" y="351092"/>
                </a:lnTo>
                <a:lnTo>
                  <a:pt x="2442285" y="356410"/>
                </a:lnTo>
                <a:lnTo>
                  <a:pt x="2437436" y="358592"/>
                </a:lnTo>
                <a:lnTo>
                  <a:pt x="2427918" y="362789"/>
                </a:lnTo>
                <a:lnTo>
                  <a:pt x="2420578" y="366092"/>
                </a:lnTo>
                <a:lnTo>
                  <a:pt x="2413552" y="369191"/>
                </a:lnTo>
                <a:lnTo>
                  <a:pt x="2403770" y="373593"/>
                </a:lnTo>
                <a:lnTo>
                  <a:pt x="2399185" y="375615"/>
                </a:lnTo>
                <a:lnTo>
                  <a:pt x="2387009" y="381093"/>
                </a:lnTo>
                <a:lnTo>
                  <a:pt x="2384819" y="382059"/>
                </a:lnTo>
                <a:lnTo>
                  <a:pt x="2370453" y="388513"/>
                </a:lnTo>
                <a:lnTo>
                  <a:pt x="2370274" y="388593"/>
                </a:lnTo>
                <a:lnTo>
                  <a:pt x="2356086" y="394849"/>
                </a:lnTo>
                <a:lnTo>
                  <a:pt x="2353321" y="396093"/>
                </a:lnTo>
                <a:lnTo>
                  <a:pt x="2341720" y="401209"/>
                </a:lnTo>
                <a:lnTo>
                  <a:pt x="2336420" y="403594"/>
                </a:lnTo>
                <a:lnTo>
                  <a:pt x="2327353" y="407592"/>
                </a:lnTo>
                <a:lnTo>
                  <a:pt x="2319572" y="411094"/>
                </a:lnTo>
                <a:lnTo>
                  <a:pt x="2312987" y="413998"/>
                </a:lnTo>
                <a:lnTo>
                  <a:pt x="2302772" y="418594"/>
                </a:lnTo>
                <a:lnTo>
                  <a:pt x="2298621" y="420426"/>
                </a:lnTo>
                <a:lnTo>
                  <a:pt x="2286019" y="426095"/>
                </a:lnTo>
                <a:lnTo>
                  <a:pt x="2284255" y="426803"/>
                </a:lnTo>
                <a:lnTo>
                  <a:pt x="2269888" y="432245"/>
                </a:lnTo>
                <a:lnTo>
                  <a:pt x="2266243" y="433595"/>
                </a:lnTo>
                <a:lnTo>
                  <a:pt x="2255522" y="437377"/>
                </a:lnTo>
                <a:lnTo>
                  <a:pt x="2245477" y="441095"/>
                </a:lnTo>
                <a:lnTo>
                  <a:pt x="2241155" y="442621"/>
                </a:lnTo>
                <a:lnTo>
                  <a:pt x="2226789" y="447860"/>
                </a:lnTo>
                <a:lnTo>
                  <a:pt x="2224803" y="448596"/>
                </a:lnTo>
                <a:lnTo>
                  <a:pt x="2212423" y="452963"/>
                </a:lnTo>
                <a:lnTo>
                  <a:pt x="2203959" y="456096"/>
                </a:lnTo>
                <a:lnTo>
                  <a:pt x="2198056" y="458179"/>
                </a:lnTo>
                <a:lnTo>
                  <a:pt x="2183690" y="463483"/>
                </a:lnTo>
                <a:lnTo>
                  <a:pt x="2183385" y="463596"/>
                </a:lnTo>
                <a:lnTo>
                  <a:pt x="2169323" y="468555"/>
                </a:lnTo>
                <a:lnTo>
                  <a:pt x="2162460" y="471097"/>
                </a:lnTo>
                <a:lnTo>
                  <a:pt x="2154957" y="473744"/>
                </a:lnTo>
                <a:lnTo>
                  <a:pt x="2141844" y="478597"/>
                </a:lnTo>
                <a:lnTo>
                  <a:pt x="2140591" y="479039"/>
                </a:lnTo>
                <a:lnTo>
                  <a:pt x="2126224" y="484155"/>
                </a:lnTo>
                <a:lnTo>
                  <a:pt x="2120980" y="486097"/>
                </a:lnTo>
                <a:lnTo>
                  <a:pt x="2111858" y="489316"/>
                </a:lnTo>
                <a:lnTo>
                  <a:pt x="2100289" y="493597"/>
                </a:lnTo>
                <a:lnTo>
                  <a:pt x="2097492" y="494585"/>
                </a:lnTo>
                <a:lnTo>
                  <a:pt x="2083125" y="499763"/>
                </a:lnTo>
                <a:lnTo>
                  <a:pt x="2079520" y="501098"/>
                </a:lnTo>
                <a:lnTo>
                  <a:pt x="2068759" y="504894"/>
                </a:lnTo>
                <a:lnTo>
                  <a:pt x="2058753" y="508598"/>
                </a:lnTo>
                <a:lnTo>
                  <a:pt x="2054392" y="510137"/>
                </a:lnTo>
                <a:lnTo>
                  <a:pt x="2040026" y="515378"/>
                </a:lnTo>
                <a:lnTo>
                  <a:pt x="2038081" y="516098"/>
                </a:lnTo>
                <a:lnTo>
                  <a:pt x="2025660" y="520480"/>
                </a:lnTo>
                <a:lnTo>
                  <a:pt x="2017235" y="523599"/>
                </a:lnTo>
                <a:lnTo>
                  <a:pt x="2011293" y="525696"/>
                </a:lnTo>
                <a:lnTo>
                  <a:pt x="1996927" y="531001"/>
                </a:lnTo>
                <a:lnTo>
                  <a:pt x="1996663" y="531099"/>
                </a:lnTo>
                <a:lnTo>
                  <a:pt x="1982560" y="536072"/>
                </a:lnTo>
                <a:lnTo>
                  <a:pt x="1975736" y="538599"/>
                </a:lnTo>
                <a:lnTo>
                  <a:pt x="1968194" y="541261"/>
                </a:lnTo>
                <a:lnTo>
                  <a:pt x="1955118" y="546099"/>
                </a:lnTo>
                <a:lnTo>
                  <a:pt x="1953828" y="546555"/>
                </a:lnTo>
                <a:lnTo>
                  <a:pt x="1939461" y="551672"/>
                </a:lnTo>
                <a:lnTo>
                  <a:pt x="1934257" y="553600"/>
                </a:lnTo>
                <a:lnTo>
                  <a:pt x="1925095" y="556832"/>
                </a:lnTo>
                <a:lnTo>
                  <a:pt x="1913564" y="561100"/>
                </a:lnTo>
                <a:lnTo>
                  <a:pt x="1910729" y="562101"/>
                </a:lnTo>
                <a:lnTo>
                  <a:pt x="1896362" y="567280"/>
                </a:lnTo>
                <a:lnTo>
                  <a:pt x="1892798" y="568600"/>
                </a:lnTo>
                <a:lnTo>
                  <a:pt x="1881996" y="572411"/>
                </a:lnTo>
                <a:lnTo>
                  <a:pt x="1872028" y="576101"/>
                </a:lnTo>
                <a:lnTo>
                  <a:pt x="1867629" y="577653"/>
                </a:lnTo>
                <a:lnTo>
                  <a:pt x="1853263" y="582896"/>
                </a:lnTo>
                <a:lnTo>
                  <a:pt x="1851359" y="583601"/>
                </a:lnTo>
                <a:lnTo>
                  <a:pt x="1838897" y="587997"/>
                </a:lnTo>
                <a:lnTo>
                  <a:pt x="1830511" y="591101"/>
                </a:lnTo>
                <a:lnTo>
                  <a:pt x="1824530" y="593212"/>
                </a:lnTo>
                <a:lnTo>
                  <a:pt x="1810164" y="598519"/>
                </a:lnTo>
                <a:lnTo>
                  <a:pt x="1809942" y="598602"/>
                </a:lnTo>
                <a:lnTo>
                  <a:pt x="1795798" y="603590"/>
                </a:lnTo>
                <a:lnTo>
                  <a:pt x="1789012" y="606102"/>
                </a:lnTo>
                <a:lnTo>
                  <a:pt x="1781431" y="608777"/>
                </a:lnTo>
                <a:lnTo>
                  <a:pt x="1768393" y="613602"/>
                </a:lnTo>
                <a:lnTo>
                  <a:pt x="1767065" y="614071"/>
                </a:lnTo>
                <a:lnTo>
                  <a:pt x="1752698" y="619190"/>
                </a:lnTo>
                <a:lnTo>
                  <a:pt x="1747534" y="621103"/>
                </a:lnTo>
                <a:lnTo>
                  <a:pt x="1738332" y="624349"/>
                </a:lnTo>
                <a:lnTo>
                  <a:pt x="1726839" y="628603"/>
                </a:lnTo>
                <a:lnTo>
                  <a:pt x="1723966" y="629617"/>
                </a:lnTo>
                <a:lnTo>
                  <a:pt x="1709599" y="634798"/>
                </a:lnTo>
                <a:lnTo>
                  <a:pt x="1706075" y="636103"/>
                </a:lnTo>
                <a:lnTo>
                  <a:pt x="1695233" y="639928"/>
                </a:lnTo>
                <a:lnTo>
                  <a:pt x="1685304" y="643603"/>
                </a:lnTo>
                <a:lnTo>
                  <a:pt x="1680866" y="645170"/>
                </a:lnTo>
                <a:lnTo>
                  <a:pt x="1666500" y="650413"/>
                </a:lnTo>
                <a:lnTo>
                  <a:pt x="1664637" y="651104"/>
                </a:lnTo>
                <a:lnTo>
                  <a:pt x="1652134" y="655514"/>
                </a:lnTo>
                <a:lnTo>
                  <a:pt x="1643787" y="658604"/>
                </a:lnTo>
                <a:lnTo>
                  <a:pt x="1637767" y="660728"/>
                </a:lnTo>
                <a:lnTo>
                  <a:pt x="1623401" y="666037"/>
                </a:lnTo>
                <a:lnTo>
                  <a:pt x="1623220" y="666104"/>
                </a:lnTo>
                <a:lnTo>
                  <a:pt x="1609035" y="671107"/>
                </a:lnTo>
                <a:lnTo>
                  <a:pt x="1602289" y="673605"/>
                </a:lnTo>
                <a:lnTo>
                  <a:pt x="1594668" y="676294"/>
                </a:lnTo>
                <a:lnTo>
                  <a:pt x="1581667" y="681105"/>
                </a:lnTo>
                <a:lnTo>
                  <a:pt x="1580302" y="681587"/>
                </a:lnTo>
                <a:lnTo>
                  <a:pt x="1565935" y="686707"/>
                </a:lnTo>
                <a:lnTo>
                  <a:pt x="1560811" y="688605"/>
                </a:lnTo>
                <a:lnTo>
                  <a:pt x="1551569" y="691866"/>
                </a:lnTo>
                <a:lnTo>
                  <a:pt x="1540114" y="696105"/>
                </a:lnTo>
                <a:lnTo>
                  <a:pt x="1537203" y="697133"/>
                </a:lnTo>
                <a:lnTo>
                  <a:pt x="1522836" y="702315"/>
                </a:lnTo>
                <a:lnTo>
                  <a:pt x="1519353" y="703606"/>
                </a:lnTo>
                <a:lnTo>
                  <a:pt x="1508470" y="707445"/>
                </a:lnTo>
                <a:lnTo>
                  <a:pt x="1499321" y="711106"/>
                </a:lnTo>
                <a:lnTo>
                  <a:pt x="1494104" y="713139"/>
                </a:lnTo>
                <a:lnTo>
                  <a:pt x="1480735" y="718606"/>
                </a:lnTo>
                <a:lnTo>
                  <a:pt x="1479737" y="719001"/>
                </a:lnTo>
                <a:lnTo>
                  <a:pt x="1465371" y="724720"/>
                </a:lnTo>
                <a:lnTo>
                  <a:pt x="1461982" y="726107"/>
                </a:lnTo>
                <a:lnTo>
                  <a:pt x="1451004" y="730441"/>
                </a:lnTo>
                <a:lnTo>
                  <a:pt x="1443266" y="733607"/>
                </a:lnTo>
                <a:lnTo>
                  <a:pt x="1436638" y="736225"/>
                </a:lnTo>
                <a:lnTo>
                  <a:pt x="1424701" y="741107"/>
                </a:lnTo>
                <a:lnTo>
                  <a:pt x="1422272" y="742067"/>
                </a:lnTo>
                <a:lnTo>
                  <a:pt x="1407905" y="747858"/>
                </a:lnTo>
                <a:lnTo>
                  <a:pt x="1406073" y="748608"/>
                </a:lnTo>
                <a:lnTo>
                  <a:pt x="1393539" y="753555"/>
                </a:lnTo>
                <a:lnTo>
                  <a:pt x="1387301" y="756108"/>
                </a:lnTo>
                <a:lnTo>
                  <a:pt x="1379172" y="759318"/>
                </a:lnTo>
                <a:lnTo>
                  <a:pt x="1368685" y="763608"/>
                </a:lnTo>
                <a:lnTo>
                  <a:pt x="1364806" y="765140"/>
                </a:lnTo>
                <a:lnTo>
                  <a:pt x="1350440" y="771004"/>
                </a:lnTo>
                <a:lnTo>
                  <a:pt x="1350184" y="771108"/>
                </a:lnTo>
                <a:lnTo>
                  <a:pt x="1336073" y="776678"/>
                </a:lnTo>
                <a:lnTo>
                  <a:pt x="1331355" y="778609"/>
                </a:lnTo>
                <a:lnTo>
                  <a:pt x="1321707" y="782418"/>
                </a:lnTo>
                <a:lnTo>
                  <a:pt x="1312686" y="786109"/>
                </a:lnTo>
                <a:lnTo>
                  <a:pt x="1307341" y="788220"/>
                </a:lnTo>
                <a:lnTo>
                  <a:pt x="1294165" y="793609"/>
                </a:lnTo>
                <a:lnTo>
                  <a:pt x="1292974" y="794080"/>
                </a:lnTo>
                <a:lnTo>
                  <a:pt x="1278608" y="799809"/>
                </a:lnTo>
                <a:lnTo>
                  <a:pt x="1275429" y="801110"/>
                </a:lnTo>
                <a:lnTo>
                  <a:pt x="1264241" y="805526"/>
                </a:lnTo>
                <a:lnTo>
                  <a:pt x="1256705" y="808610"/>
                </a:lnTo>
                <a:lnTo>
                  <a:pt x="1249875" y="811307"/>
                </a:lnTo>
                <a:lnTo>
                  <a:pt x="1238134" y="816110"/>
                </a:lnTo>
                <a:lnTo>
                  <a:pt x="1235509" y="817147"/>
                </a:lnTo>
                <a:lnTo>
                  <a:pt x="1221142" y="822947"/>
                </a:lnTo>
                <a:lnTo>
                  <a:pt x="1219522" y="823611"/>
                </a:lnTo>
                <a:lnTo>
                  <a:pt x="1206776" y="828642"/>
                </a:lnTo>
                <a:lnTo>
                  <a:pt x="1200743" y="831111"/>
                </a:lnTo>
                <a:lnTo>
                  <a:pt x="1192410" y="834401"/>
                </a:lnTo>
                <a:lnTo>
                  <a:pt x="1182119" y="838611"/>
                </a:lnTo>
                <a:lnTo>
                  <a:pt x="1178043" y="840221"/>
                </a:lnTo>
                <a:lnTo>
                  <a:pt x="1163677" y="846095"/>
                </a:lnTo>
                <a:lnTo>
                  <a:pt x="1163636" y="846111"/>
                </a:lnTo>
                <a:lnTo>
                  <a:pt x="1149310" y="851766"/>
                </a:lnTo>
                <a:lnTo>
                  <a:pt x="1144800" y="853612"/>
                </a:lnTo>
                <a:lnTo>
                  <a:pt x="1134944" y="857503"/>
                </a:lnTo>
                <a:lnTo>
                  <a:pt x="1126123" y="861112"/>
                </a:lnTo>
                <a:lnTo>
                  <a:pt x="1120578" y="863302"/>
                </a:lnTo>
                <a:lnTo>
                  <a:pt x="1107593" y="868612"/>
                </a:lnTo>
                <a:lnTo>
                  <a:pt x="1106211" y="869158"/>
                </a:lnTo>
                <a:lnTo>
                  <a:pt x="1091845" y="874775"/>
                </a:lnTo>
                <a:lnTo>
                  <a:pt x="1088515" y="876113"/>
                </a:lnTo>
                <a:lnTo>
                  <a:pt x="1077478" y="880378"/>
                </a:lnTo>
                <a:lnTo>
                  <a:pt x="1069422" y="883613"/>
                </a:lnTo>
                <a:lnTo>
                  <a:pt x="1063112" y="886053"/>
                </a:lnTo>
                <a:lnTo>
                  <a:pt x="1050505" y="891113"/>
                </a:lnTo>
                <a:lnTo>
                  <a:pt x="1048746" y="891793"/>
                </a:lnTo>
                <a:lnTo>
                  <a:pt x="1034379" y="897427"/>
                </a:lnTo>
                <a:lnTo>
                  <a:pt x="1031427" y="898613"/>
                </a:lnTo>
                <a:lnTo>
                  <a:pt x="1020013" y="903025"/>
                </a:lnTo>
                <a:lnTo>
                  <a:pt x="1012320" y="906114"/>
                </a:lnTo>
                <a:lnTo>
                  <a:pt x="1005647" y="908694"/>
                </a:lnTo>
                <a:lnTo>
                  <a:pt x="993389" y="913614"/>
                </a:lnTo>
                <a:lnTo>
                  <a:pt x="991280" y="914430"/>
                </a:lnTo>
                <a:lnTo>
                  <a:pt x="976914" y="920080"/>
                </a:lnTo>
                <a:lnTo>
                  <a:pt x="974340" y="921114"/>
                </a:lnTo>
                <a:lnTo>
                  <a:pt x="962547" y="925672"/>
                </a:lnTo>
                <a:lnTo>
                  <a:pt x="955218" y="928615"/>
                </a:lnTo>
                <a:lnTo>
                  <a:pt x="948181" y="931335"/>
                </a:lnTo>
                <a:lnTo>
                  <a:pt x="936274" y="936115"/>
                </a:lnTo>
                <a:lnTo>
                  <a:pt x="933815" y="937066"/>
                </a:lnTo>
                <a:lnTo>
                  <a:pt x="919448" y="942734"/>
                </a:lnTo>
                <a:lnTo>
                  <a:pt x="917224" y="943615"/>
                </a:lnTo>
                <a:lnTo>
                  <a:pt x="905082" y="948249"/>
                </a:lnTo>
                <a:lnTo>
                  <a:pt x="897734" y="951116"/>
                </a:lnTo>
                <a:lnTo>
                  <a:pt x="890715" y="953742"/>
                </a:lnTo>
                <a:lnTo>
                  <a:pt x="878216" y="958616"/>
                </a:lnTo>
                <a:lnTo>
                  <a:pt x="876349" y="959315"/>
                </a:lnTo>
                <a:lnTo>
                  <a:pt x="861983" y="964771"/>
                </a:lnTo>
                <a:lnTo>
                  <a:pt x="858535" y="966116"/>
                </a:lnTo>
                <a:lnTo>
                  <a:pt x="847616" y="970201"/>
                </a:lnTo>
                <a:lnTo>
                  <a:pt x="838860" y="973616"/>
                </a:lnTo>
                <a:lnTo>
                  <a:pt x="833250" y="975735"/>
                </a:lnTo>
                <a:lnTo>
                  <a:pt x="819930" y="981117"/>
                </a:lnTo>
                <a:lnTo>
                  <a:pt x="818884" y="981538"/>
                </a:lnTo>
                <a:lnTo>
                  <a:pt x="804517" y="987372"/>
                </a:lnTo>
                <a:lnTo>
                  <a:pt x="801524" y="988617"/>
                </a:lnTo>
                <a:lnTo>
                  <a:pt x="790151" y="993195"/>
                </a:lnTo>
                <a:lnTo>
                  <a:pt x="783124" y="996117"/>
                </a:lnTo>
                <a:lnTo>
                  <a:pt x="775785" y="999073"/>
                </a:lnTo>
                <a:lnTo>
                  <a:pt x="764852" y="1003618"/>
                </a:lnTo>
                <a:lnTo>
                  <a:pt x="761418" y="1005001"/>
                </a:lnTo>
                <a:lnTo>
                  <a:pt x="747052" y="1010953"/>
                </a:lnTo>
                <a:lnTo>
                  <a:pt x="746656" y="1011118"/>
                </a:lnTo>
                <a:lnTo>
                  <a:pt x="732685" y="1016741"/>
                </a:lnTo>
                <a:lnTo>
                  <a:pt x="728172" y="1018618"/>
                </a:lnTo>
                <a:lnTo>
                  <a:pt x="718319" y="1022585"/>
                </a:lnTo>
                <a:lnTo>
                  <a:pt x="709737" y="1026119"/>
                </a:lnTo>
                <a:lnTo>
                  <a:pt x="703953" y="1028436"/>
                </a:lnTo>
                <a:lnTo>
                  <a:pt x="691069" y="1033619"/>
                </a:lnTo>
                <a:lnTo>
                  <a:pt x="689586" y="1034195"/>
                </a:lnTo>
                <a:lnTo>
                  <a:pt x="675220" y="1039837"/>
                </a:lnTo>
                <a:lnTo>
                  <a:pt x="672034" y="1041119"/>
                </a:lnTo>
                <a:lnTo>
                  <a:pt x="660854" y="1045458"/>
                </a:lnTo>
                <a:lnTo>
                  <a:pt x="652998" y="1048619"/>
                </a:lnTo>
                <a:lnTo>
                  <a:pt x="646487" y="1051147"/>
                </a:lnTo>
                <a:lnTo>
                  <a:pt x="634126" y="1056120"/>
                </a:lnTo>
                <a:lnTo>
                  <a:pt x="632121" y="1056899"/>
                </a:lnTo>
                <a:lnTo>
                  <a:pt x="617754" y="1062564"/>
                </a:lnTo>
                <a:lnTo>
                  <a:pt x="615132" y="1063620"/>
                </a:lnTo>
                <a:lnTo>
                  <a:pt x="603388" y="1068178"/>
                </a:lnTo>
                <a:lnTo>
                  <a:pt x="596076" y="1071120"/>
                </a:lnTo>
                <a:lnTo>
                  <a:pt x="589022" y="1073859"/>
                </a:lnTo>
                <a:lnTo>
                  <a:pt x="577185" y="1078621"/>
                </a:lnTo>
                <a:lnTo>
                  <a:pt x="574655" y="1079603"/>
                </a:lnTo>
                <a:lnTo>
                  <a:pt x="560289" y="1085293"/>
                </a:lnTo>
                <a:lnTo>
                  <a:pt x="558232" y="1086121"/>
                </a:lnTo>
                <a:lnTo>
                  <a:pt x="545922" y="1090898"/>
                </a:lnTo>
                <a:lnTo>
                  <a:pt x="539156" y="1093621"/>
                </a:lnTo>
                <a:lnTo>
                  <a:pt x="531556" y="1096572"/>
                </a:lnTo>
                <a:lnTo>
                  <a:pt x="520246" y="1101121"/>
                </a:lnTo>
                <a:lnTo>
                  <a:pt x="517190" y="1102309"/>
                </a:lnTo>
                <a:lnTo>
                  <a:pt x="502823" y="1108023"/>
                </a:lnTo>
                <a:lnTo>
                  <a:pt x="501335" y="1108622"/>
                </a:lnTo>
                <a:lnTo>
                  <a:pt x="488457" y="1113619"/>
                </a:lnTo>
                <a:lnTo>
                  <a:pt x="482238" y="1116122"/>
                </a:lnTo>
                <a:lnTo>
                  <a:pt x="474091" y="1119285"/>
                </a:lnTo>
                <a:lnTo>
                  <a:pt x="463310" y="1123622"/>
                </a:lnTo>
                <a:lnTo>
                  <a:pt x="459724" y="1125015"/>
                </a:lnTo>
                <a:lnTo>
                  <a:pt x="445358" y="1130753"/>
                </a:lnTo>
                <a:lnTo>
                  <a:pt x="444441" y="1131123"/>
                </a:lnTo>
                <a:lnTo>
                  <a:pt x="430991" y="1136342"/>
                </a:lnTo>
                <a:lnTo>
                  <a:pt x="425323" y="1138623"/>
                </a:lnTo>
                <a:lnTo>
                  <a:pt x="416625" y="1142000"/>
                </a:lnTo>
                <a:lnTo>
                  <a:pt x="406375" y="1146123"/>
                </a:lnTo>
                <a:lnTo>
                  <a:pt x="402259" y="1147722"/>
                </a:lnTo>
                <a:lnTo>
                  <a:pt x="387892" y="1153485"/>
                </a:lnTo>
                <a:lnTo>
                  <a:pt x="387549" y="1153624"/>
                </a:lnTo>
                <a:lnTo>
                  <a:pt x="373526" y="1159065"/>
                </a:lnTo>
                <a:lnTo>
                  <a:pt x="368410" y="1161124"/>
                </a:lnTo>
                <a:lnTo>
                  <a:pt x="359160" y="1164715"/>
                </a:lnTo>
                <a:lnTo>
                  <a:pt x="349443" y="1168624"/>
                </a:lnTo>
                <a:lnTo>
                  <a:pt x="344793" y="1170430"/>
                </a:lnTo>
                <a:lnTo>
                  <a:pt x="330635" y="1176124"/>
                </a:lnTo>
                <a:lnTo>
                  <a:pt x="330427" y="1176205"/>
                </a:lnTo>
                <a:lnTo>
                  <a:pt x="316060" y="1181789"/>
                </a:lnTo>
                <a:lnTo>
                  <a:pt x="311500" y="1183625"/>
                </a:lnTo>
                <a:lnTo>
                  <a:pt x="301694" y="1187431"/>
                </a:lnTo>
                <a:lnTo>
                  <a:pt x="292513" y="1191125"/>
                </a:lnTo>
                <a:lnTo>
                  <a:pt x="287328" y="1193139"/>
                </a:lnTo>
                <a:lnTo>
                  <a:pt x="273686" y="1198625"/>
                </a:lnTo>
                <a:lnTo>
                  <a:pt x="272961" y="1198907"/>
                </a:lnTo>
                <a:lnTo>
                  <a:pt x="258595" y="1204514"/>
                </a:lnTo>
                <a:lnTo>
                  <a:pt x="254592" y="1206126"/>
                </a:lnTo>
                <a:lnTo>
                  <a:pt x="244228" y="1210148"/>
                </a:lnTo>
                <a:lnTo>
                  <a:pt x="235585" y="1213626"/>
                </a:lnTo>
                <a:lnTo>
                  <a:pt x="229862" y="1215848"/>
                </a:lnTo>
                <a:lnTo>
                  <a:pt x="216740" y="1221126"/>
                </a:lnTo>
                <a:lnTo>
                  <a:pt x="215496" y="1221610"/>
                </a:lnTo>
                <a:lnTo>
                  <a:pt x="201129" y="1227241"/>
                </a:lnTo>
                <a:lnTo>
                  <a:pt x="197686" y="1228627"/>
                </a:lnTo>
                <a:lnTo>
                  <a:pt x="186763" y="1232866"/>
                </a:lnTo>
                <a:lnTo>
                  <a:pt x="178660" y="1236127"/>
                </a:lnTo>
                <a:lnTo>
                  <a:pt x="172397" y="1238559"/>
                </a:lnTo>
                <a:lnTo>
                  <a:pt x="159796" y="1243627"/>
                </a:lnTo>
                <a:lnTo>
                  <a:pt x="158030" y="1244313"/>
                </a:lnTo>
                <a:lnTo>
                  <a:pt x="143664" y="1249968"/>
                </a:lnTo>
                <a:lnTo>
                  <a:pt x="140783" y="1251127"/>
                </a:lnTo>
                <a:lnTo>
                  <a:pt x="129297" y="1255585"/>
                </a:lnTo>
                <a:lnTo>
                  <a:pt x="121736" y="1258628"/>
                </a:lnTo>
                <a:lnTo>
                  <a:pt x="114931" y="1261270"/>
                </a:lnTo>
                <a:lnTo>
                  <a:pt x="102854" y="1266128"/>
                </a:lnTo>
                <a:lnTo>
                  <a:pt x="100565" y="1267017"/>
                </a:lnTo>
                <a:lnTo>
                  <a:pt x="86198" y="1272696"/>
                </a:lnTo>
                <a:lnTo>
                  <a:pt x="83882" y="1273628"/>
                </a:lnTo>
                <a:lnTo>
                  <a:pt x="71832" y="1278305"/>
                </a:lnTo>
                <a:lnTo>
                  <a:pt x="64815" y="1281129"/>
                </a:lnTo>
                <a:lnTo>
                  <a:pt x="57466" y="1283982"/>
                </a:lnTo>
                <a:lnTo>
                  <a:pt x="45915" y="1288629"/>
                </a:lnTo>
                <a:lnTo>
                  <a:pt x="43099" y="1289722"/>
                </a:lnTo>
                <a:lnTo>
                  <a:pt x="28733" y="1295425"/>
                </a:lnTo>
                <a:lnTo>
                  <a:pt x="26984" y="1296129"/>
                </a:lnTo>
                <a:lnTo>
                  <a:pt x="14366" y="1301026"/>
                </a:lnTo>
                <a:lnTo>
                  <a:pt x="7897" y="1303630"/>
                </a:lnTo>
                <a:lnTo>
                  <a:pt x="0" y="1306695"/>
                </a:lnTo>
                <a:lnTo>
                  <a:pt x="0" y="1311130"/>
                </a:lnTo>
                <a:lnTo>
                  <a:pt x="0" y="1318630"/>
                </a:lnTo>
                <a:lnTo>
                  <a:pt x="0" y="1326130"/>
                </a:lnTo>
                <a:lnTo>
                  <a:pt x="0" y="1333631"/>
                </a:lnTo>
                <a:lnTo>
                  <a:pt x="0" y="1338294"/>
                </a:lnTo>
                <a:lnTo>
                  <a:pt x="11921" y="1333631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B162D-3E12-4B85-B01F-B6469A9F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663799"/>
            <a:ext cx="3261168" cy="1321820"/>
          </a:xfrm>
          <a:custGeom xmlns:a="http://schemas.openxmlformats.org/drawingml/2006/main">
            <a:pathLst>
              <a:path w="3261168" h="1321820">
                <a:moveTo>
                  <a:pt x="13201" y="1316617"/>
                </a:moveTo>
                <a:lnTo>
                  <a:pt x="14366" y="1316154"/>
                </a:lnTo>
                <a:lnTo>
                  <a:pt x="28733" y="1310472"/>
                </a:lnTo>
                <a:lnTo>
                  <a:pt x="32167" y="1309117"/>
                </a:lnTo>
                <a:lnTo>
                  <a:pt x="43099" y="1304784"/>
                </a:lnTo>
                <a:lnTo>
                  <a:pt x="51130" y="1301616"/>
                </a:lnTo>
                <a:lnTo>
                  <a:pt x="57466" y="1299104"/>
                </a:lnTo>
                <a:lnTo>
                  <a:pt x="70118" y="1294116"/>
                </a:lnTo>
                <a:lnTo>
                  <a:pt x="71832" y="1293436"/>
                </a:lnTo>
                <a:lnTo>
                  <a:pt x="86198" y="1287757"/>
                </a:lnTo>
                <a:lnTo>
                  <a:pt x="89090" y="1286616"/>
                </a:lnTo>
                <a:lnTo>
                  <a:pt x="100565" y="1282068"/>
                </a:lnTo>
                <a:lnTo>
                  <a:pt x="108051" y="1279115"/>
                </a:lnTo>
                <a:lnTo>
                  <a:pt x="114931" y="1276387"/>
                </a:lnTo>
                <a:lnTo>
                  <a:pt x="127035" y="1271615"/>
                </a:lnTo>
                <a:lnTo>
                  <a:pt x="129297" y="1270717"/>
                </a:lnTo>
                <a:lnTo>
                  <a:pt x="143664" y="1265042"/>
                </a:lnTo>
                <a:lnTo>
                  <a:pt x="146014" y="1264115"/>
                </a:lnTo>
                <a:lnTo>
                  <a:pt x="158030" y="1259353"/>
                </a:lnTo>
                <a:lnTo>
                  <a:pt x="164972" y="1256614"/>
                </a:lnTo>
                <a:lnTo>
                  <a:pt x="172397" y="1253670"/>
                </a:lnTo>
                <a:lnTo>
                  <a:pt x="183953" y="1249114"/>
                </a:lnTo>
                <a:lnTo>
                  <a:pt x="186763" y="1247999"/>
                </a:lnTo>
                <a:lnTo>
                  <a:pt x="201129" y="1242328"/>
                </a:lnTo>
                <a:lnTo>
                  <a:pt x="202937" y="1241614"/>
                </a:lnTo>
                <a:lnTo>
                  <a:pt x="215496" y="1236638"/>
                </a:lnTo>
                <a:lnTo>
                  <a:pt x="221894" y="1234114"/>
                </a:lnTo>
                <a:lnTo>
                  <a:pt x="229862" y="1230954"/>
                </a:lnTo>
                <a:lnTo>
                  <a:pt x="240871" y="1226613"/>
                </a:lnTo>
                <a:lnTo>
                  <a:pt x="244228" y="1225281"/>
                </a:lnTo>
                <a:lnTo>
                  <a:pt x="258595" y="1219613"/>
                </a:lnTo>
                <a:lnTo>
                  <a:pt x="259861" y="1219113"/>
                </a:lnTo>
                <a:lnTo>
                  <a:pt x="272961" y="1213923"/>
                </a:lnTo>
                <a:lnTo>
                  <a:pt x="278815" y="1211613"/>
                </a:lnTo>
                <a:lnTo>
                  <a:pt x="287328" y="1208238"/>
                </a:lnTo>
                <a:lnTo>
                  <a:pt x="297790" y="1204112"/>
                </a:lnTo>
                <a:lnTo>
                  <a:pt x="301694" y="1202564"/>
                </a:lnTo>
                <a:lnTo>
                  <a:pt x="316060" y="1196898"/>
                </a:lnTo>
                <a:lnTo>
                  <a:pt x="316785" y="1196612"/>
                </a:lnTo>
                <a:lnTo>
                  <a:pt x="330427" y="1191207"/>
                </a:lnTo>
                <a:lnTo>
                  <a:pt x="335738" y="1189112"/>
                </a:lnTo>
                <a:lnTo>
                  <a:pt x="344793" y="1185522"/>
                </a:lnTo>
                <a:lnTo>
                  <a:pt x="354709" y="1181611"/>
                </a:lnTo>
                <a:lnTo>
                  <a:pt x="359160" y="1179846"/>
                </a:lnTo>
                <a:lnTo>
                  <a:pt x="373526" y="1174183"/>
                </a:lnTo>
                <a:lnTo>
                  <a:pt x="373709" y="1174111"/>
                </a:lnTo>
                <a:lnTo>
                  <a:pt x="387892" y="1168492"/>
                </a:lnTo>
                <a:lnTo>
                  <a:pt x="392660" y="1166611"/>
                </a:lnTo>
                <a:lnTo>
                  <a:pt x="402259" y="1162806"/>
                </a:lnTo>
                <a:lnTo>
                  <a:pt x="411629" y="1159111"/>
                </a:lnTo>
                <a:lnTo>
                  <a:pt x="416625" y="1157129"/>
                </a:lnTo>
                <a:lnTo>
                  <a:pt x="430627" y="1151610"/>
                </a:lnTo>
                <a:lnTo>
                  <a:pt x="430991" y="1151466"/>
                </a:lnTo>
                <a:lnTo>
                  <a:pt x="445358" y="1145777"/>
                </a:lnTo>
                <a:lnTo>
                  <a:pt x="449583" y="1144110"/>
                </a:lnTo>
                <a:lnTo>
                  <a:pt x="459724" y="1140090"/>
                </a:lnTo>
                <a:lnTo>
                  <a:pt x="468549" y="1136610"/>
                </a:lnTo>
                <a:lnTo>
                  <a:pt x="474091" y="1134412"/>
                </a:lnTo>
                <a:lnTo>
                  <a:pt x="487543" y="1129109"/>
                </a:lnTo>
                <a:lnTo>
                  <a:pt x="488457" y="1128747"/>
                </a:lnTo>
                <a:lnTo>
                  <a:pt x="502823" y="1123063"/>
                </a:lnTo>
                <a:lnTo>
                  <a:pt x="506506" y="1121609"/>
                </a:lnTo>
                <a:lnTo>
                  <a:pt x="517190" y="1117375"/>
                </a:lnTo>
                <a:lnTo>
                  <a:pt x="525469" y="1114109"/>
                </a:lnTo>
                <a:lnTo>
                  <a:pt x="531556" y="1111695"/>
                </a:lnTo>
                <a:lnTo>
                  <a:pt x="544459" y="1106608"/>
                </a:lnTo>
                <a:lnTo>
                  <a:pt x="545922" y="1106028"/>
                </a:lnTo>
                <a:lnTo>
                  <a:pt x="560289" y="1100348"/>
                </a:lnTo>
                <a:lnTo>
                  <a:pt x="563429" y="1099108"/>
                </a:lnTo>
                <a:lnTo>
                  <a:pt x="574655" y="1094659"/>
                </a:lnTo>
                <a:lnTo>
                  <a:pt x="582390" y="1091608"/>
                </a:lnTo>
                <a:lnTo>
                  <a:pt x="589022" y="1088978"/>
                </a:lnTo>
                <a:lnTo>
                  <a:pt x="601376" y="1084108"/>
                </a:lnTo>
                <a:lnTo>
                  <a:pt x="603388" y="1083309"/>
                </a:lnTo>
                <a:lnTo>
                  <a:pt x="617754" y="1077633"/>
                </a:lnTo>
                <a:lnTo>
                  <a:pt x="620352" y="1076607"/>
                </a:lnTo>
                <a:lnTo>
                  <a:pt x="632121" y="1071944"/>
                </a:lnTo>
                <a:lnTo>
                  <a:pt x="639311" y="1069107"/>
                </a:lnTo>
                <a:lnTo>
                  <a:pt x="646487" y="1066261"/>
                </a:lnTo>
                <a:lnTo>
                  <a:pt x="658294" y="1061607"/>
                </a:lnTo>
                <a:lnTo>
                  <a:pt x="660854" y="1060591"/>
                </a:lnTo>
                <a:lnTo>
                  <a:pt x="675220" y="1054918"/>
                </a:lnTo>
                <a:lnTo>
                  <a:pt x="677244" y="1054106"/>
                </a:lnTo>
                <a:lnTo>
                  <a:pt x="689586" y="1049169"/>
                </a:lnTo>
                <a:lnTo>
                  <a:pt x="695860" y="1046606"/>
                </a:lnTo>
                <a:lnTo>
                  <a:pt x="703953" y="1043285"/>
                </a:lnTo>
                <a:lnTo>
                  <a:pt x="714188" y="1039106"/>
                </a:lnTo>
                <a:lnTo>
                  <a:pt x="718319" y="1037410"/>
                </a:lnTo>
                <a:lnTo>
                  <a:pt x="732541" y="1031605"/>
                </a:lnTo>
                <a:lnTo>
                  <a:pt x="732685" y="1031546"/>
                </a:lnTo>
                <a:lnTo>
                  <a:pt x="747052" y="1025657"/>
                </a:lnTo>
                <a:lnTo>
                  <a:pt x="750850" y="1024105"/>
                </a:lnTo>
                <a:lnTo>
                  <a:pt x="761418" y="1019770"/>
                </a:lnTo>
                <a:lnTo>
                  <a:pt x="769167" y="1016605"/>
                </a:lnTo>
                <a:lnTo>
                  <a:pt x="775785" y="1013889"/>
                </a:lnTo>
                <a:lnTo>
                  <a:pt x="787504" y="1009105"/>
                </a:lnTo>
                <a:lnTo>
                  <a:pt x="790151" y="1008018"/>
                </a:lnTo>
                <a:lnTo>
                  <a:pt x="804517" y="1002147"/>
                </a:lnTo>
                <a:lnTo>
                  <a:pt x="805844" y="1001604"/>
                </a:lnTo>
                <a:lnTo>
                  <a:pt x="818884" y="996257"/>
                </a:lnTo>
                <a:lnTo>
                  <a:pt x="824154" y="994104"/>
                </a:lnTo>
                <a:lnTo>
                  <a:pt x="833250" y="990372"/>
                </a:lnTo>
                <a:lnTo>
                  <a:pt x="842477" y="986604"/>
                </a:lnTo>
                <a:lnTo>
                  <a:pt x="847616" y="984494"/>
                </a:lnTo>
                <a:lnTo>
                  <a:pt x="860823" y="979103"/>
                </a:lnTo>
                <a:lnTo>
                  <a:pt x="861983" y="978627"/>
                </a:lnTo>
                <a:lnTo>
                  <a:pt x="876349" y="972746"/>
                </a:lnTo>
                <a:lnTo>
                  <a:pt x="879146" y="971603"/>
                </a:lnTo>
                <a:lnTo>
                  <a:pt x="890715" y="966858"/>
                </a:lnTo>
                <a:lnTo>
                  <a:pt x="897362" y="964103"/>
                </a:lnTo>
                <a:lnTo>
                  <a:pt x="905082" y="960980"/>
                </a:lnTo>
                <a:lnTo>
                  <a:pt x="916080" y="956603"/>
                </a:lnTo>
                <a:lnTo>
                  <a:pt x="919448" y="955270"/>
                </a:lnTo>
                <a:lnTo>
                  <a:pt x="933815" y="949620"/>
                </a:lnTo>
                <a:lnTo>
                  <a:pt x="935130" y="949102"/>
                </a:lnTo>
                <a:lnTo>
                  <a:pt x="948181" y="943947"/>
                </a:lnTo>
                <a:lnTo>
                  <a:pt x="954144" y="941602"/>
                </a:lnTo>
                <a:lnTo>
                  <a:pt x="962547" y="938280"/>
                </a:lnTo>
                <a:lnTo>
                  <a:pt x="973179" y="934102"/>
                </a:lnTo>
                <a:lnTo>
                  <a:pt x="976914" y="932624"/>
                </a:lnTo>
                <a:lnTo>
                  <a:pt x="991280" y="926976"/>
                </a:lnTo>
                <a:lnTo>
                  <a:pt x="992233" y="926601"/>
                </a:lnTo>
                <a:lnTo>
                  <a:pt x="1005647" y="921303"/>
                </a:lnTo>
                <a:lnTo>
                  <a:pt x="1011245" y="919101"/>
                </a:lnTo>
                <a:lnTo>
                  <a:pt x="1020013" y="915635"/>
                </a:lnTo>
                <a:lnTo>
                  <a:pt x="1030279" y="911601"/>
                </a:lnTo>
                <a:lnTo>
                  <a:pt x="1034379" y="909979"/>
                </a:lnTo>
                <a:lnTo>
                  <a:pt x="1048746" y="904333"/>
                </a:lnTo>
                <a:lnTo>
                  <a:pt x="1049336" y="904100"/>
                </a:lnTo>
                <a:lnTo>
                  <a:pt x="1063112" y="898659"/>
                </a:lnTo>
                <a:lnTo>
                  <a:pt x="1068347" y="896600"/>
                </a:lnTo>
                <a:lnTo>
                  <a:pt x="1077478" y="892991"/>
                </a:lnTo>
                <a:lnTo>
                  <a:pt x="1087378" y="889100"/>
                </a:lnTo>
                <a:lnTo>
                  <a:pt x="1091845" y="887333"/>
                </a:lnTo>
                <a:lnTo>
                  <a:pt x="1106211" y="881689"/>
                </a:lnTo>
                <a:lnTo>
                  <a:pt x="1106437" y="881600"/>
                </a:lnTo>
                <a:lnTo>
                  <a:pt x="1120578" y="875962"/>
                </a:lnTo>
                <a:lnTo>
                  <a:pt x="1125218" y="874099"/>
                </a:lnTo>
                <a:lnTo>
                  <a:pt x="1134944" y="870178"/>
                </a:lnTo>
                <a:lnTo>
                  <a:pt x="1143867" y="866599"/>
                </a:lnTo>
                <a:lnTo>
                  <a:pt x="1149310" y="864403"/>
                </a:lnTo>
                <a:lnTo>
                  <a:pt x="1162543" y="859099"/>
                </a:lnTo>
                <a:lnTo>
                  <a:pt x="1163677" y="858641"/>
                </a:lnTo>
                <a:lnTo>
                  <a:pt x="1178043" y="852863"/>
                </a:lnTo>
                <a:lnTo>
                  <a:pt x="1181193" y="851598"/>
                </a:lnTo>
                <a:lnTo>
                  <a:pt x="1192410" y="847078"/>
                </a:lnTo>
                <a:lnTo>
                  <a:pt x="1199835" y="844098"/>
                </a:lnTo>
                <a:lnTo>
                  <a:pt x="1206776" y="841299"/>
                </a:lnTo>
                <a:lnTo>
                  <a:pt x="1218501" y="836598"/>
                </a:lnTo>
                <a:lnTo>
                  <a:pt x="1221142" y="835532"/>
                </a:lnTo>
                <a:lnTo>
                  <a:pt x="1235509" y="829764"/>
                </a:lnTo>
                <a:lnTo>
                  <a:pt x="1237168" y="829098"/>
                </a:lnTo>
                <a:lnTo>
                  <a:pt x="1249875" y="823977"/>
                </a:lnTo>
                <a:lnTo>
                  <a:pt x="1255806" y="821597"/>
                </a:lnTo>
                <a:lnTo>
                  <a:pt x="1264241" y="818196"/>
                </a:lnTo>
                <a:lnTo>
                  <a:pt x="1274462" y="814097"/>
                </a:lnTo>
                <a:lnTo>
                  <a:pt x="1278608" y="812424"/>
                </a:lnTo>
                <a:lnTo>
                  <a:pt x="1292974" y="806665"/>
                </a:lnTo>
                <a:lnTo>
                  <a:pt x="1293145" y="806597"/>
                </a:lnTo>
                <a:lnTo>
                  <a:pt x="1307341" y="800878"/>
                </a:lnTo>
                <a:lnTo>
                  <a:pt x="1311779" y="799096"/>
                </a:lnTo>
                <a:lnTo>
                  <a:pt x="1321707" y="795094"/>
                </a:lnTo>
                <a:lnTo>
                  <a:pt x="1330428" y="791596"/>
                </a:lnTo>
                <a:lnTo>
                  <a:pt x="1336073" y="789319"/>
                </a:lnTo>
                <a:lnTo>
                  <a:pt x="1349102" y="784096"/>
                </a:lnTo>
                <a:lnTo>
                  <a:pt x="1350440" y="783556"/>
                </a:lnTo>
                <a:lnTo>
                  <a:pt x="1364806" y="777779"/>
                </a:lnTo>
                <a:lnTo>
                  <a:pt x="1367754" y="776595"/>
                </a:lnTo>
                <a:lnTo>
                  <a:pt x="1379172" y="771993"/>
                </a:lnTo>
                <a:lnTo>
                  <a:pt x="1386396" y="769095"/>
                </a:lnTo>
                <a:lnTo>
                  <a:pt x="1393539" y="766214"/>
                </a:lnTo>
                <a:lnTo>
                  <a:pt x="1405060" y="761595"/>
                </a:lnTo>
                <a:lnTo>
                  <a:pt x="1407905" y="760447"/>
                </a:lnTo>
                <a:lnTo>
                  <a:pt x="1422272" y="754680"/>
                </a:lnTo>
                <a:lnTo>
                  <a:pt x="1423730" y="754094"/>
                </a:lnTo>
                <a:lnTo>
                  <a:pt x="1436638" y="748893"/>
                </a:lnTo>
                <a:lnTo>
                  <a:pt x="1442367" y="746594"/>
                </a:lnTo>
                <a:lnTo>
                  <a:pt x="1451004" y="743112"/>
                </a:lnTo>
                <a:lnTo>
                  <a:pt x="1461022" y="739094"/>
                </a:lnTo>
                <a:lnTo>
                  <a:pt x="1465371" y="737339"/>
                </a:lnTo>
                <a:lnTo>
                  <a:pt x="1479706" y="731594"/>
                </a:lnTo>
                <a:lnTo>
                  <a:pt x="1479737" y="731581"/>
                </a:lnTo>
                <a:lnTo>
                  <a:pt x="1494104" y="725794"/>
                </a:lnTo>
                <a:lnTo>
                  <a:pt x="1498340" y="724093"/>
                </a:lnTo>
                <a:lnTo>
                  <a:pt x="1508470" y="720010"/>
                </a:lnTo>
                <a:lnTo>
                  <a:pt x="1517158" y="716593"/>
                </a:lnTo>
                <a:lnTo>
                  <a:pt x="1522836" y="714370"/>
                </a:lnTo>
                <a:lnTo>
                  <a:pt x="1537203" y="709196"/>
                </a:lnTo>
                <a:lnTo>
                  <a:pt x="1537488" y="709093"/>
                </a:lnTo>
                <a:lnTo>
                  <a:pt x="1551569" y="703987"/>
                </a:lnTo>
                <a:lnTo>
                  <a:pt x="1558210" y="701592"/>
                </a:lnTo>
                <a:lnTo>
                  <a:pt x="1565935" y="698788"/>
                </a:lnTo>
                <a:lnTo>
                  <a:pt x="1578973" y="694092"/>
                </a:lnTo>
                <a:lnTo>
                  <a:pt x="1580302" y="693609"/>
                </a:lnTo>
                <a:lnTo>
                  <a:pt x="1594668" y="688410"/>
                </a:lnTo>
                <a:lnTo>
                  <a:pt x="1599708" y="686592"/>
                </a:lnTo>
                <a:lnTo>
                  <a:pt x="1609035" y="683207"/>
                </a:lnTo>
                <a:lnTo>
                  <a:pt x="1620457" y="679092"/>
                </a:lnTo>
                <a:lnTo>
                  <a:pt x="1623401" y="678022"/>
                </a:lnTo>
                <a:lnTo>
                  <a:pt x="1637767" y="672833"/>
                </a:lnTo>
                <a:lnTo>
                  <a:pt x="1641208" y="671591"/>
                </a:lnTo>
                <a:lnTo>
                  <a:pt x="1652134" y="667627"/>
                </a:lnTo>
                <a:lnTo>
                  <a:pt x="1661946" y="664091"/>
                </a:lnTo>
                <a:lnTo>
                  <a:pt x="1666500" y="662437"/>
                </a:lnTo>
                <a:lnTo>
                  <a:pt x="1680866" y="657256"/>
                </a:lnTo>
                <a:lnTo>
                  <a:pt x="1682709" y="656591"/>
                </a:lnTo>
                <a:lnTo>
                  <a:pt x="1695233" y="652048"/>
                </a:lnTo>
                <a:lnTo>
                  <a:pt x="1703438" y="649090"/>
                </a:lnTo>
                <a:lnTo>
                  <a:pt x="1709599" y="646853"/>
                </a:lnTo>
                <a:lnTo>
                  <a:pt x="1723966" y="641679"/>
                </a:lnTo>
                <a:lnTo>
                  <a:pt x="1724212" y="641590"/>
                </a:lnTo>
                <a:lnTo>
                  <a:pt x="1738332" y="636470"/>
                </a:lnTo>
                <a:lnTo>
                  <a:pt x="1744934" y="634090"/>
                </a:lnTo>
                <a:lnTo>
                  <a:pt x="1752698" y="631271"/>
                </a:lnTo>
                <a:lnTo>
                  <a:pt x="1765696" y="626590"/>
                </a:lnTo>
                <a:lnTo>
                  <a:pt x="1767065" y="626092"/>
                </a:lnTo>
                <a:lnTo>
                  <a:pt x="1781431" y="620893"/>
                </a:lnTo>
                <a:lnTo>
                  <a:pt x="1786432" y="619089"/>
                </a:lnTo>
                <a:lnTo>
                  <a:pt x="1795798" y="615690"/>
                </a:lnTo>
                <a:lnTo>
                  <a:pt x="1807181" y="611589"/>
                </a:lnTo>
                <a:lnTo>
                  <a:pt x="1810164" y="610505"/>
                </a:lnTo>
                <a:lnTo>
                  <a:pt x="1824530" y="605316"/>
                </a:lnTo>
                <a:lnTo>
                  <a:pt x="1827932" y="604089"/>
                </a:lnTo>
                <a:lnTo>
                  <a:pt x="1838897" y="600110"/>
                </a:lnTo>
                <a:lnTo>
                  <a:pt x="1848670" y="596588"/>
                </a:lnTo>
                <a:lnTo>
                  <a:pt x="1853263" y="594920"/>
                </a:lnTo>
                <a:lnTo>
                  <a:pt x="1867629" y="589739"/>
                </a:lnTo>
                <a:lnTo>
                  <a:pt x="1869433" y="589088"/>
                </a:lnTo>
                <a:lnTo>
                  <a:pt x="1881996" y="584532"/>
                </a:lnTo>
                <a:lnTo>
                  <a:pt x="1890162" y="581588"/>
                </a:lnTo>
                <a:lnTo>
                  <a:pt x="1896362" y="579336"/>
                </a:lnTo>
                <a:lnTo>
                  <a:pt x="1910729" y="574162"/>
                </a:lnTo>
                <a:lnTo>
                  <a:pt x="1910936" y="574087"/>
                </a:lnTo>
                <a:lnTo>
                  <a:pt x="1925095" y="568954"/>
                </a:lnTo>
                <a:lnTo>
                  <a:pt x="1931657" y="566587"/>
                </a:lnTo>
                <a:lnTo>
                  <a:pt x="1939461" y="563754"/>
                </a:lnTo>
                <a:lnTo>
                  <a:pt x="1952420" y="559087"/>
                </a:lnTo>
                <a:lnTo>
                  <a:pt x="1953828" y="558575"/>
                </a:lnTo>
                <a:lnTo>
                  <a:pt x="1968194" y="553376"/>
                </a:lnTo>
                <a:lnTo>
                  <a:pt x="1973155" y="551586"/>
                </a:lnTo>
                <a:lnTo>
                  <a:pt x="1982560" y="548173"/>
                </a:lnTo>
                <a:lnTo>
                  <a:pt x="1993905" y="544086"/>
                </a:lnTo>
                <a:lnTo>
                  <a:pt x="1996927" y="542988"/>
                </a:lnTo>
                <a:lnTo>
                  <a:pt x="2011293" y="537799"/>
                </a:lnTo>
                <a:lnTo>
                  <a:pt x="2014655" y="536586"/>
                </a:lnTo>
                <a:lnTo>
                  <a:pt x="2025660" y="532594"/>
                </a:lnTo>
                <a:lnTo>
                  <a:pt x="2035393" y="529086"/>
                </a:lnTo>
                <a:lnTo>
                  <a:pt x="2040026" y="527403"/>
                </a:lnTo>
                <a:lnTo>
                  <a:pt x="2054392" y="522222"/>
                </a:lnTo>
                <a:lnTo>
                  <a:pt x="2056157" y="521585"/>
                </a:lnTo>
                <a:lnTo>
                  <a:pt x="2068759" y="517015"/>
                </a:lnTo>
                <a:lnTo>
                  <a:pt x="2076886" y="514085"/>
                </a:lnTo>
                <a:lnTo>
                  <a:pt x="2083125" y="511819"/>
                </a:lnTo>
                <a:lnTo>
                  <a:pt x="2097492" y="506646"/>
                </a:lnTo>
                <a:lnTo>
                  <a:pt x="2097660" y="506585"/>
                </a:lnTo>
                <a:lnTo>
                  <a:pt x="2111858" y="501437"/>
                </a:lnTo>
                <a:lnTo>
                  <a:pt x="2118381" y="499084"/>
                </a:lnTo>
                <a:lnTo>
                  <a:pt x="2126224" y="496237"/>
                </a:lnTo>
                <a:lnTo>
                  <a:pt x="2139143" y="491584"/>
                </a:lnTo>
                <a:lnTo>
                  <a:pt x="2140591" y="491058"/>
                </a:lnTo>
                <a:lnTo>
                  <a:pt x="2154957" y="485859"/>
                </a:lnTo>
                <a:lnTo>
                  <a:pt x="2159879" y="484084"/>
                </a:lnTo>
                <a:lnTo>
                  <a:pt x="2169323" y="480656"/>
                </a:lnTo>
                <a:lnTo>
                  <a:pt x="2180628" y="476584"/>
                </a:lnTo>
                <a:lnTo>
                  <a:pt x="2183690" y="475471"/>
                </a:lnTo>
                <a:lnTo>
                  <a:pt x="2198056" y="470282"/>
                </a:lnTo>
                <a:lnTo>
                  <a:pt x="2201379" y="469083"/>
                </a:lnTo>
                <a:lnTo>
                  <a:pt x="2212423" y="465077"/>
                </a:lnTo>
                <a:lnTo>
                  <a:pt x="2222117" y="461583"/>
                </a:lnTo>
                <a:lnTo>
                  <a:pt x="2226789" y="459886"/>
                </a:lnTo>
                <a:lnTo>
                  <a:pt x="2241155" y="454705"/>
                </a:lnTo>
                <a:lnTo>
                  <a:pt x="2242881" y="454083"/>
                </a:lnTo>
                <a:lnTo>
                  <a:pt x="2255522" y="449498"/>
                </a:lnTo>
                <a:lnTo>
                  <a:pt x="2263610" y="446582"/>
                </a:lnTo>
                <a:lnTo>
                  <a:pt x="2269888" y="444302"/>
                </a:lnTo>
                <a:lnTo>
                  <a:pt x="2284255" y="439129"/>
                </a:lnTo>
                <a:lnTo>
                  <a:pt x="2284384" y="439082"/>
                </a:lnTo>
                <a:lnTo>
                  <a:pt x="2298621" y="433920"/>
                </a:lnTo>
                <a:lnTo>
                  <a:pt x="2305105" y="431582"/>
                </a:lnTo>
                <a:lnTo>
                  <a:pt x="2312987" y="428720"/>
                </a:lnTo>
                <a:lnTo>
                  <a:pt x="2325867" y="424081"/>
                </a:lnTo>
                <a:lnTo>
                  <a:pt x="2327353" y="423541"/>
                </a:lnTo>
                <a:lnTo>
                  <a:pt x="2341720" y="418343"/>
                </a:lnTo>
                <a:lnTo>
                  <a:pt x="2346603" y="416581"/>
                </a:lnTo>
                <a:lnTo>
                  <a:pt x="2356086" y="413140"/>
                </a:lnTo>
                <a:lnTo>
                  <a:pt x="2367249" y="409081"/>
                </a:lnTo>
                <a:lnTo>
                  <a:pt x="2370453" y="407744"/>
                </a:lnTo>
                <a:lnTo>
                  <a:pt x="2384310" y="401581"/>
                </a:lnTo>
                <a:lnTo>
                  <a:pt x="2384819" y="401353"/>
                </a:lnTo>
                <a:lnTo>
                  <a:pt x="2399185" y="394950"/>
                </a:lnTo>
                <a:lnTo>
                  <a:pt x="2401139" y="394080"/>
                </a:lnTo>
                <a:lnTo>
                  <a:pt x="2413552" y="388543"/>
                </a:lnTo>
                <a:lnTo>
                  <a:pt x="2417962" y="386580"/>
                </a:lnTo>
                <a:lnTo>
                  <a:pt x="2427918" y="382138"/>
                </a:lnTo>
                <a:lnTo>
                  <a:pt x="2434790" y="379080"/>
                </a:lnTo>
                <a:lnTo>
                  <a:pt x="2442285" y="375735"/>
                </a:lnTo>
                <a:lnTo>
                  <a:pt x="2451625" y="371579"/>
                </a:lnTo>
                <a:lnTo>
                  <a:pt x="2456651" y="369336"/>
                </a:lnTo>
                <a:lnTo>
                  <a:pt x="2468468" y="364079"/>
                </a:lnTo>
                <a:lnTo>
                  <a:pt x="2471017" y="362941"/>
                </a:lnTo>
                <a:lnTo>
                  <a:pt x="2485323" y="356579"/>
                </a:lnTo>
                <a:lnTo>
                  <a:pt x="2485384" y="356551"/>
                </a:lnTo>
                <a:lnTo>
                  <a:pt x="2499750" y="350233"/>
                </a:lnTo>
                <a:lnTo>
                  <a:pt x="2502372" y="349079"/>
                </a:lnTo>
                <a:lnTo>
                  <a:pt x="2514116" y="343911"/>
                </a:lnTo>
                <a:lnTo>
                  <a:pt x="2519411" y="341578"/>
                </a:lnTo>
                <a:lnTo>
                  <a:pt x="2528483" y="337584"/>
                </a:lnTo>
                <a:lnTo>
                  <a:pt x="2536439" y="334078"/>
                </a:lnTo>
                <a:lnTo>
                  <a:pt x="2542849" y="331253"/>
                </a:lnTo>
                <a:lnTo>
                  <a:pt x="2553455" y="326578"/>
                </a:lnTo>
                <a:lnTo>
                  <a:pt x="2557216" y="324919"/>
                </a:lnTo>
                <a:lnTo>
                  <a:pt x="2570464" y="319077"/>
                </a:lnTo>
                <a:lnTo>
                  <a:pt x="2571582" y="318584"/>
                </a:lnTo>
                <a:lnTo>
                  <a:pt x="2585949" y="312344"/>
                </a:lnTo>
                <a:lnTo>
                  <a:pt x="2587737" y="311577"/>
                </a:lnTo>
                <a:lnTo>
                  <a:pt x="2600315" y="306174"/>
                </a:lnTo>
                <a:lnTo>
                  <a:pt x="2605211" y="304077"/>
                </a:lnTo>
                <a:lnTo>
                  <a:pt x="2614681" y="300008"/>
                </a:lnTo>
                <a:lnTo>
                  <a:pt x="2622691" y="296576"/>
                </a:lnTo>
                <a:lnTo>
                  <a:pt x="2629048" y="293845"/>
                </a:lnTo>
                <a:lnTo>
                  <a:pt x="2640286" y="289076"/>
                </a:lnTo>
                <a:lnTo>
                  <a:pt x="2643414" y="287734"/>
                </a:lnTo>
                <a:lnTo>
                  <a:pt x="2657780" y="281763"/>
                </a:lnTo>
                <a:lnTo>
                  <a:pt x="2658232" y="281576"/>
                </a:lnTo>
                <a:lnTo>
                  <a:pt x="2672147" y="275796"/>
                </a:lnTo>
                <a:lnTo>
                  <a:pt x="2676298" y="274075"/>
                </a:lnTo>
                <a:lnTo>
                  <a:pt x="2686513" y="269831"/>
                </a:lnTo>
                <a:lnTo>
                  <a:pt x="2694374" y="266575"/>
                </a:lnTo>
                <a:lnTo>
                  <a:pt x="2700879" y="263871"/>
                </a:lnTo>
                <a:lnTo>
                  <a:pt x="2712462" y="259075"/>
                </a:lnTo>
                <a:lnTo>
                  <a:pt x="2715246" y="257917"/>
                </a:lnTo>
                <a:lnTo>
                  <a:pt x="2729612" y="251965"/>
                </a:lnTo>
                <a:lnTo>
                  <a:pt x="2730553" y="251575"/>
                </a:lnTo>
                <a:lnTo>
                  <a:pt x="2743979" y="245998"/>
                </a:lnTo>
                <a:lnTo>
                  <a:pt x="2748621" y="244074"/>
                </a:lnTo>
                <a:lnTo>
                  <a:pt x="2758345" y="240034"/>
                </a:lnTo>
                <a:lnTo>
                  <a:pt x="2766697" y="236574"/>
                </a:lnTo>
                <a:lnTo>
                  <a:pt x="2772711" y="234074"/>
                </a:lnTo>
                <a:lnTo>
                  <a:pt x="2784787" y="229074"/>
                </a:lnTo>
                <a:lnTo>
                  <a:pt x="2787078" y="228121"/>
                </a:lnTo>
                <a:lnTo>
                  <a:pt x="2801444" y="222166"/>
                </a:lnTo>
                <a:lnTo>
                  <a:pt x="2802875" y="221573"/>
                </a:lnTo>
                <a:lnTo>
                  <a:pt x="2815811" y="216200"/>
                </a:lnTo>
                <a:lnTo>
                  <a:pt x="2820943" y="214073"/>
                </a:lnTo>
                <a:lnTo>
                  <a:pt x="2830177" y="210236"/>
                </a:lnTo>
                <a:lnTo>
                  <a:pt x="2839021" y="206573"/>
                </a:lnTo>
                <a:lnTo>
                  <a:pt x="2844543" y="204278"/>
                </a:lnTo>
                <a:lnTo>
                  <a:pt x="2857113" y="199073"/>
                </a:lnTo>
                <a:lnTo>
                  <a:pt x="2858910" y="198325"/>
                </a:lnTo>
                <a:lnTo>
                  <a:pt x="2873276" y="192368"/>
                </a:lnTo>
                <a:lnTo>
                  <a:pt x="2875196" y="191572"/>
                </a:lnTo>
                <a:lnTo>
                  <a:pt x="2887642" y="186402"/>
                </a:lnTo>
                <a:lnTo>
                  <a:pt x="2893266" y="184072"/>
                </a:lnTo>
                <a:lnTo>
                  <a:pt x="2902009" y="180439"/>
                </a:lnTo>
                <a:lnTo>
                  <a:pt x="2911346" y="176572"/>
                </a:lnTo>
                <a:lnTo>
                  <a:pt x="2916375" y="174481"/>
                </a:lnTo>
                <a:lnTo>
                  <a:pt x="2929439" y="169071"/>
                </a:lnTo>
                <a:lnTo>
                  <a:pt x="2930742" y="168530"/>
                </a:lnTo>
                <a:lnTo>
                  <a:pt x="2945108" y="162570"/>
                </a:lnTo>
                <a:lnTo>
                  <a:pt x="2947518" y="161571"/>
                </a:lnTo>
                <a:lnTo>
                  <a:pt x="2959474" y="156604"/>
                </a:lnTo>
                <a:lnTo>
                  <a:pt x="2965588" y="154071"/>
                </a:lnTo>
                <a:lnTo>
                  <a:pt x="2973841" y="150641"/>
                </a:lnTo>
                <a:lnTo>
                  <a:pt x="2983670" y="146570"/>
                </a:lnTo>
                <a:lnTo>
                  <a:pt x="2988207" y="144684"/>
                </a:lnTo>
                <a:lnTo>
                  <a:pt x="3001766" y="139070"/>
                </a:lnTo>
                <a:lnTo>
                  <a:pt x="3002574" y="138734"/>
                </a:lnTo>
                <a:lnTo>
                  <a:pt x="3016940" y="132771"/>
                </a:lnTo>
                <a:lnTo>
                  <a:pt x="3019840" y="131570"/>
                </a:lnTo>
                <a:lnTo>
                  <a:pt x="3031306" y="126806"/>
                </a:lnTo>
                <a:lnTo>
                  <a:pt x="3037911" y="124070"/>
                </a:lnTo>
                <a:lnTo>
                  <a:pt x="3045673" y="120844"/>
                </a:lnTo>
                <a:lnTo>
                  <a:pt x="3055994" y="116569"/>
                </a:lnTo>
                <a:lnTo>
                  <a:pt x="3060039" y="114888"/>
                </a:lnTo>
                <a:lnTo>
                  <a:pt x="3074093" y="109069"/>
                </a:lnTo>
                <a:lnTo>
                  <a:pt x="3074405" y="108939"/>
                </a:lnTo>
                <a:lnTo>
                  <a:pt x="3088772" y="102973"/>
                </a:lnTo>
                <a:lnTo>
                  <a:pt x="3092161" y="101569"/>
                </a:lnTo>
                <a:lnTo>
                  <a:pt x="3103138" y="97008"/>
                </a:lnTo>
                <a:lnTo>
                  <a:pt x="3110234" y="94068"/>
                </a:lnTo>
                <a:lnTo>
                  <a:pt x="3117504" y="91047"/>
                </a:lnTo>
                <a:lnTo>
                  <a:pt x="3128319" y="86568"/>
                </a:lnTo>
                <a:lnTo>
                  <a:pt x="3131871" y="85092"/>
                </a:lnTo>
                <a:lnTo>
                  <a:pt x="3146237" y="79142"/>
                </a:lnTo>
                <a:lnTo>
                  <a:pt x="3146418" y="79068"/>
                </a:lnTo>
                <a:lnTo>
                  <a:pt x="3160604" y="73175"/>
                </a:lnTo>
                <a:lnTo>
                  <a:pt x="3164483" y="71567"/>
                </a:lnTo>
                <a:lnTo>
                  <a:pt x="3174970" y="67210"/>
                </a:lnTo>
                <a:lnTo>
                  <a:pt x="3182558" y="64067"/>
                </a:lnTo>
                <a:lnTo>
                  <a:pt x="3189336" y="61250"/>
                </a:lnTo>
                <a:lnTo>
                  <a:pt x="3200645" y="56567"/>
                </a:lnTo>
                <a:lnTo>
                  <a:pt x="3203703" y="55296"/>
                </a:lnTo>
                <a:lnTo>
                  <a:pt x="3218069" y="49344"/>
                </a:lnTo>
                <a:lnTo>
                  <a:pt x="3218739" y="49067"/>
                </a:lnTo>
                <a:lnTo>
                  <a:pt x="3232436" y="43377"/>
                </a:lnTo>
                <a:lnTo>
                  <a:pt x="3236805" y="41566"/>
                </a:lnTo>
                <a:lnTo>
                  <a:pt x="3246802" y="37413"/>
                </a:lnTo>
                <a:lnTo>
                  <a:pt x="3254881" y="34066"/>
                </a:lnTo>
                <a:lnTo>
                  <a:pt x="3261168" y="31453"/>
                </a:lnTo>
                <a:lnTo>
                  <a:pt x="3261168" y="26566"/>
                </a:lnTo>
                <a:lnTo>
                  <a:pt x="3261168" y="19065"/>
                </a:lnTo>
                <a:lnTo>
                  <a:pt x="3261168" y="11565"/>
                </a:lnTo>
                <a:lnTo>
                  <a:pt x="3261168" y="4065"/>
                </a:lnTo>
                <a:lnTo>
                  <a:pt x="3261168" y="0"/>
                </a:lnTo>
                <a:lnTo>
                  <a:pt x="3251431" y="4065"/>
                </a:lnTo>
                <a:lnTo>
                  <a:pt x="3246802" y="5974"/>
                </a:lnTo>
                <a:lnTo>
                  <a:pt x="3233405" y="11565"/>
                </a:lnTo>
                <a:lnTo>
                  <a:pt x="3232436" y="11965"/>
                </a:lnTo>
                <a:lnTo>
                  <a:pt x="3218069" y="17905"/>
                </a:lnTo>
                <a:lnTo>
                  <a:pt x="3215290" y="19065"/>
                </a:lnTo>
                <a:lnTo>
                  <a:pt x="3203703" y="23841"/>
                </a:lnTo>
                <a:lnTo>
                  <a:pt x="3197177" y="26566"/>
                </a:lnTo>
                <a:lnTo>
                  <a:pt x="3189336" y="29798"/>
                </a:lnTo>
                <a:lnTo>
                  <a:pt x="3179113" y="34066"/>
                </a:lnTo>
                <a:lnTo>
                  <a:pt x="3174970" y="35774"/>
                </a:lnTo>
                <a:lnTo>
                  <a:pt x="3161092" y="41566"/>
                </a:lnTo>
                <a:lnTo>
                  <a:pt x="3160604" y="41768"/>
                </a:lnTo>
                <a:lnTo>
                  <a:pt x="3146237" y="47698"/>
                </a:lnTo>
                <a:lnTo>
                  <a:pt x="3142959" y="49067"/>
                </a:lnTo>
                <a:lnTo>
                  <a:pt x="3131871" y="53637"/>
                </a:lnTo>
                <a:lnTo>
                  <a:pt x="3124853" y="56567"/>
                </a:lnTo>
                <a:lnTo>
                  <a:pt x="3117504" y="59596"/>
                </a:lnTo>
                <a:lnTo>
                  <a:pt x="3106795" y="64067"/>
                </a:lnTo>
                <a:lnTo>
                  <a:pt x="3103138" y="65575"/>
                </a:lnTo>
                <a:lnTo>
                  <a:pt x="3088780" y="71567"/>
                </a:lnTo>
                <a:lnTo>
                  <a:pt x="3088772" y="71571"/>
                </a:lnTo>
                <a:lnTo>
                  <a:pt x="3074405" y="77491"/>
                </a:lnTo>
                <a:lnTo>
                  <a:pt x="3070630" y="79068"/>
                </a:lnTo>
                <a:lnTo>
                  <a:pt x="3060039" y="83433"/>
                </a:lnTo>
                <a:lnTo>
                  <a:pt x="3052530" y="86568"/>
                </a:lnTo>
                <a:lnTo>
                  <a:pt x="3045673" y="89395"/>
                </a:lnTo>
                <a:lnTo>
                  <a:pt x="3034477" y="94068"/>
                </a:lnTo>
                <a:lnTo>
                  <a:pt x="3031306" y="95376"/>
                </a:lnTo>
                <a:lnTo>
                  <a:pt x="3016940" y="101373"/>
                </a:lnTo>
                <a:lnTo>
                  <a:pt x="3016469" y="101569"/>
                </a:lnTo>
                <a:lnTo>
                  <a:pt x="3002574" y="107356"/>
                </a:lnTo>
                <a:lnTo>
                  <a:pt x="2998450" y="109069"/>
                </a:lnTo>
                <a:lnTo>
                  <a:pt x="2988207" y="113322"/>
                </a:lnTo>
                <a:lnTo>
                  <a:pt x="2980358" y="116569"/>
                </a:lnTo>
                <a:lnTo>
                  <a:pt x="2973841" y="119267"/>
                </a:lnTo>
                <a:lnTo>
                  <a:pt x="2962185" y="124070"/>
                </a:lnTo>
                <a:lnTo>
                  <a:pt x="2959474" y="125188"/>
                </a:lnTo>
                <a:lnTo>
                  <a:pt x="2945108" y="131226"/>
                </a:lnTo>
                <a:lnTo>
                  <a:pt x="2944311" y="131570"/>
                </a:lnTo>
                <a:lnTo>
                  <a:pt x="2930742" y="137411"/>
                </a:lnTo>
                <a:lnTo>
                  <a:pt x="2926886" y="139070"/>
                </a:lnTo>
                <a:lnTo>
                  <a:pt x="2916375" y="143584"/>
                </a:lnTo>
                <a:lnTo>
                  <a:pt x="2909418" y="146570"/>
                </a:lnTo>
                <a:lnTo>
                  <a:pt x="2902009" y="149745"/>
                </a:lnTo>
                <a:lnTo>
                  <a:pt x="2891902" y="154071"/>
                </a:lnTo>
                <a:lnTo>
                  <a:pt x="2887642" y="155892"/>
                </a:lnTo>
                <a:lnTo>
                  <a:pt x="2874332" y="161571"/>
                </a:lnTo>
                <a:lnTo>
                  <a:pt x="2873276" y="162021"/>
                </a:lnTo>
                <a:lnTo>
                  <a:pt x="2858910" y="168141"/>
                </a:lnTo>
                <a:lnTo>
                  <a:pt x="2856758" y="169071"/>
                </a:lnTo>
                <a:lnTo>
                  <a:pt x="2844543" y="174278"/>
                </a:lnTo>
                <a:lnTo>
                  <a:pt x="2839240" y="176572"/>
                </a:lnTo>
                <a:lnTo>
                  <a:pt x="2830177" y="180436"/>
                </a:lnTo>
                <a:lnTo>
                  <a:pt x="2821765" y="184072"/>
                </a:lnTo>
                <a:lnTo>
                  <a:pt x="2815811" y="186612"/>
                </a:lnTo>
                <a:lnTo>
                  <a:pt x="2804332" y="191572"/>
                </a:lnTo>
                <a:lnTo>
                  <a:pt x="2801444" y="192804"/>
                </a:lnTo>
                <a:lnTo>
                  <a:pt x="2787078" y="199007"/>
                </a:lnTo>
                <a:lnTo>
                  <a:pt x="2786927" y="199073"/>
                </a:lnTo>
                <a:lnTo>
                  <a:pt x="2772711" y="205132"/>
                </a:lnTo>
                <a:lnTo>
                  <a:pt x="2769379" y="206573"/>
                </a:lnTo>
                <a:lnTo>
                  <a:pt x="2758345" y="211277"/>
                </a:lnTo>
                <a:lnTo>
                  <a:pt x="2751878" y="214073"/>
                </a:lnTo>
                <a:lnTo>
                  <a:pt x="2743979" y="217442"/>
                </a:lnTo>
                <a:lnTo>
                  <a:pt x="2734419" y="221573"/>
                </a:lnTo>
                <a:lnTo>
                  <a:pt x="2729612" y="223624"/>
                </a:lnTo>
                <a:lnTo>
                  <a:pt x="2717001" y="229074"/>
                </a:lnTo>
                <a:lnTo>
                  <a:pt x="2715246" y="229822"/>
                </a:lnTo>
                <a:lnTo>
                  <a:pt x="2700879" y="235993"/>
                </a:lnTo>
                <a:lnTo>
                  <a:pt x="2699568" y="236574"/>
                </a:lnTo>
                <a:lnTo>
                  <a:pt x="2686513" y="242162"/>
                </a:lnTo>
                <a:lnTo>
                  <a:pt x="2682242" y="244074"/>
                </a:lnTo>
                <a:lnTo>
                  <a:pt x="2672147" y="248505"/>
                </a:lnTo>
                <a:lnTo>
                  <a:pt x="2665297" y="251575"/>
                </a:lnTo>
                <a:lnTo>
                  <a:pt x="2657780" y="254905"/>
                </a:lnTo>
                <a:lnTo>
                  <a:pt x="2648474" y="259075"/>
                </a:lnTo>
                <a:lnTo>
                  <a:pt x="2643414" y="261317"/>
                </a:lnTo>
                <a:lnTo>
                  <a:pt x="2631677" y="266575"/>
                </a:lnTo>
                <a:lnTo>
                  <a:pt x="2629048" y="267741"/>
                </a:lnTo>
                <a:lnTo>
                  <a:pt x="2614906" y="274075"/>
                </a:lnTo>
                <a:lnTo>
                  <a:pt x="2614681" y="274175"/>
                </a:lnTo>
                <a:lnTo>
                  <a:pt x="2600315" y="280543"/>
                </a:lnTo>
                <a:lnTo>
                  <a:pt x="2598012" y="281576"/>
                </a:lnTo>
                <a:lnTo>
                  <a:pt x="2585949" y="286919"/>
                </a:lnTo>
                <a:lnTo>
                  <a:pt x="2581135" y="289076"/>
                </a:lnTo>
                <a:lnTo>
                  <a:pt x="2571582" y="293308"/>
                </a:lnTo>
                <a:lnTo>
                  <a:pt x="2564289" y="296576"/>
                </a:lnTo>
                <a:lnTo>
                  <a:pt x="2557216" y="299710"/>
                </a:lnTo>
                <a:lnTo>
                  <a:pt x="2547471" y="304077"/>
                </a:lnTo>
                <a:lnTo>
                  <a:pt x="2542849" y="306125"/>
                </a:lnTo>
                <a:lnTo>
                  <a:pt x="2530679" y="311577"/>
                </a:lnTo>
                <a:lnTo>
                  <a:pt x="2528483" y="312550"/>
                </a:lnTo>
                <a:lnTo>
                  <a:pt x="2514116" y="318979"/>
                </a:lnTo>
                <a:lnTo>
                  <a:pt x="2513898" y="319077"/>
                </a:lnTo>
                <a:lnTo>
                  <a:pt x="2499750" y="325342"/>
                </a:lnTo>
                <a:lnTo>
                  <a:pt x="2496994" y="326578"/>
                </a:lnTo>
                <a:lnTo>
                  <a:pt x="2485384" y="331720"/>
                </a:lnTo>
                <a:lnTo>
                  <a:pt x="2480123" y="334078"/>
                </a:lnTo>
                <a:lnTo>
                  <a:pt x="2471017" y="338112"/>
                </a:lnTo>
                <a:lnTo>
                  <a:pt x="2463282" y="341578"/>
                </a:lnTo>
                <a:lnTo>
                  <a:pt x="2456651" y="344516"/>
                </a:lnTo>
                <a:lnTo>
                  <a:pt x="2446469" y="349079"/>
                </a:lnTo>
                <a:lnTo>
                  <a:pt x="2442285" y="350933"/>
                </a:lnTo>
                <a:lnTo>
                  <a:pt x="2429682" y="356579"/>
                </a:lnTo>
                <a:lnTo>
                  <a:pt x="2427918" y="357360"/>
                </a:lnTo>
                <a:lnTo>
                  <a:pt x="2413552" y="363776"/>
                </a:lnTo>
                <a:lnTo>
                  <a:pt x="2412875" y="364079"/>
                </a:lnTo>
                <a:lnTo>
                  <a:pt x="2399185" y="370141"/>
                </a:lnTo>
                <a:lnTo>
                  <a:pt x="2395978" y="371579"/>
                </a:lnTo>
                <a:lnTo>
                  <a:pt x="2384819" y="376522"/>
                </a:lnTo>
                <a:lnTo>
                  <a:pt x="2379112" y="379080"/>
                </a:lnTo>
                <a:lnTo>
                  <a:pt x="2370453" y="382916"/>
                </a:lnTo>
                <a:lnTo>
                  <a:pt x="2362276" y="386580"/>
                </a:lnTo>
                <a:lnTo>
                  <a:pt x="2356086" y="389323"/>
                </a:lnTo>
                <a:lnTo>
                  <a:pt x="2345468" y="394080"/>
                </a:lnTo>
                <a:lnTo>
                  <a:pt x="2341720" y="395741"/>
                </a:lnTo>
                <a:lnTo>
                  <a:pt x="2328021" y="401581"/>
                </a:lnTo>
                <a:lnTo>
                  <a:pt x="2327353" y="401825"/>
                </a:lnTo>
                <a:lnTo>
                  <a:pt x="2312987" y="406960"/>
                </a:lnTo>
                <a:lnTo>
                  <a:pt x="2307204" y="409081"/>
                </a:lnTo>
                <a:lnTo>
                  <a:pt x="2298621" y="412142"/>
                </a:lnTo>
                <a:lnTo>
                  <a:pt x="2286507" y="416581"/>
                </a:lnTo>
                <a:lnTo>
                  <a:pt x="2284255" y="417385"/>
                </a:lnTo>
                <a:lnTo>
                  <a:pt x="2269888" y="422554"/>
                </a:lnTo>
                <a:lnTo>
                  <a:pt x="2265725" y="424081"/>
                </a:lnTo>
                <a:lnTo>
                  <a:pt x="2255522" y="427720"/>
                </a:lnTo>
                <a:lnTo>
                  <a:pt x="2244985" y="431582"/>
                </a:lnTo>
                <a:lnTo>
                  <a:pt x="2241155" y="432949"/>
                </a:lnTo>
                <a:lnTo>
                  <a:pt x="2226789" y="438153"/>
                </a:lnTo>
                <a:lnTo>
                  <a:pt x="2224257" y="439082"/>
                </a:lnTo>
                <a:lnTo>
                  <a:pt x="2212423" y="443301"/>
                </a:lnTo>
                <a:lnTo>
                  <a:pt x="2203473" y="446582"/>
                </a:lnTo>
                <a:lnTo>
                  <a:pt x="2198056" y="448515"/>
                </a:lnTo>
                <a:lnTo>
                  <a:pt x="2183690" y="453757"/>
                </a:lnTo>
                <a:lnTo>
                  <a:pt x="2182802" y="454083"/>
                </a:lnTo>
                <a:lnTo>
                  <a:pt x="2169323" y="458887"/>
                </a:lnTo>
                <a:lnTo>
                  <a:pt x="2161971" y="461583"/>
                </a:lnTo>
                <a:lnTo>
                  <a:pt x="2154957" y="464085"/>
                </a:lnTo>
                <a:lnTo>
                  <a:pt x="2141314" y="469083"/>
                </a:lnTo>
                <a:lnTo>
                  <a:pt x="2140591" y="469342"/>
                </a:lnTo>
                <a:lnTo>
                  <a:pt x="2126224" y="474477"/>
                </a:lnTo>
                <a:lnTo>
                  <a:pt x="2120480" y="476584"/>
                </a:lnTo>
                <a:lnTo>
                  <a:pt x="2111858" y="479659"/>
                </a:lnTo>
                <a:lnTo>
                  <a:pt x="2099783" y="484084"/>
                </a:lnTo>
                <a:lnTo>
                  <a:pt x="2097492" y="484902"/>
                </a:lnTo>
                <a:lnTo>
                  <a:pt x="2083125" y="490071"/>
                </a:lnTo>
                <a:lnTo>
                  <a:pt x="2079001" y="491584"/>
                </a:lnTo>
                <a:lnTo>
                  <a:pt x="2068759" y="495237"/>
                </a:lnTo>
                <a:lnTo>
                  <a:pt x="2058260" y="499084"/>
                </a:lnTo>
                <a:lnTo>
                  <a:pt x="2054392" y="500465"/>
                </a:lnTo>
                <a:lnTo>
                  <a:pt x="2040026" y="505670"/>
                </a:lnTo>
                <a:lnTo>
                  <a:pt x="2037534" y="506585"/>
                </a:lnTo>
                <a:lnTo>
                  <a:pt x="2025660" y="510818"/>
                </a:lnTo>
                <a:lnTo>
                  <a:pt x="2016749" y="514085"/>
                </a:lnTo>
                <a:lnTo>
                  <a:pt x="2011293" y="516032"/>
                </a:lnTo>
                <a:lnTo>
                  <a:pt x="1996927" y="521274"/>
                </a:lnTo>
                <a:lnTo>
                  <a:pt x="1996080" y="521585"/>
                </a:lnTo>
                <a:lnTo>
                  <a:pt x="1982560" y="526404"/>
                </a:lnTo>
                <a:lnTo>
                  <a:pt x="1975247" y="529086"/>
                </a:lnTo>
                <a:lnTo>
                  <a:pt x="1968194" y="531602"/>
                </a:lnTo>
                <a:lnTo>
                  <a:pt x="1954589" y="536586"/>
                </a:lnTo>
                <a:lnTo>
                  <a:pt x="1953828" y="536858"/>
                </a:lnTo>
                <a:lnTo>
                  <a:pt x="1939461" y="541994"/>
                </a:lnTo>
                <a:lnTo>
                  <a:pt x="1933757" y="544086"/>
                </a:lnTo>
                <a:lnTo>
                  <a:pt x="1925095" y="547176"/>
                </a:lnTo>
                <a:lnTo>
                  <a:pt x="1913058" y="551586"/>
                </a:lnTo>
                <a:lnTo>
                  <a:pt x="1910729" y="552418"/>
                </a:lnTo>
                <a:lnTo>
                  <a:pt x="1896362" y="557588"/>
                </a:lnTo>
                <a:lnTo>
                  <a:pt x="1892278" y="559087"/>
                </a:lnTo>
                <a:lnTo>
                  <a:pt x="1881996" y="562753"/>
                </a:lnTo>
                <a:lnTo>
                  <a:pt x="1871536" y="566587"/>
                </a:lnTo>
                <a:lnTo>
                  <a:pt x="1867629" y="567982"/>
                </a:lnTo>
                <a:lnTo>
                  <a:pt x="1853263" y="573188"/>
                </a:lnTo>
                <a:lnTo>
                  <a:pt x="1850812" y="574087"/>
                </a:lnTo>
                <a:lnTo>
                  <a:pt x="1838897" y="578335"/>
                </a:lnTo>
                <a:lnTo>
                  <a:pt x="1830025" y="581588"/>
                </a:lnTo>
                <a:lnTo>
                  <a:pt x="1824530" y="583548"/>
                </a:lnTo>
                <a:lnTo>
                  <a:pt x="1810164" y="588792"/>
                </a:lnTo>
                <a:lnTo>
                  <a:pt x="1809357" y="589088"/>
                </a:lnTo>
                <a:lnTo>
                  <a:pt x="1795798" y="593921"/>
                </a:lnTo>
                <a:lnTo>
                  <a:pt x="1788523" y="596588"/>
                </a:lnTo>
                <a:lnTo>
                  <a:pt x="1781431" y="599119"/>
                </a:lnTo>
                <a:lnTo>
                  <a:pt x="1767865" y="604089"/>
                </a:lnTo>
                <a:lnTo>
                  <a:pt x="1767065" y="604374"/>
                </a:lnTo>
                <a:lnTo>
                  <a:pt x="1752698" y="609511"/>
                </a:lnTo>
                <a:lnTo>
                  <a:pt x="1747033" y="611589"/>
                </a:lnTo>
                <a:lnTo>
                  <a:pt x="1738332" y="614693"/>
                </a:lnTo>
                <a:lnTo>
                  <a:pt x="1726333" y="619089"/>
                </a:lnTo>
                <a:lnTo>
                  <a:pt x="1723966" y="619935"/>
                </a:lnTo>
                <a:lnTo>
                  <a:pt x="1709599" y="625106"/>
                </a:lnTo>
                <a:lnTo>
                  <a:pt x="1705555" y="626590"/>
                </a:lnTo>
                <a:lnTo>
                  <a:pt x="1695233" y="630270"/>
                </a:lnTo>
                <a:lnTo>
                  <a:pt x="1684812" y="634090"/>
                </a:lnTo>
                <a:lnTo>
                  <a:pt x="1680866" y="635498"/>
                </a:lnTo>
                <a:lnTo>
                  <a:pt x="1666500" y="640705"/>
                </a:lnTo>
                <a:lnTo>
                  <a:pt x="1664089" y="641590"/>
                </a:lnTo>
                <a:lnTo>
                  <a:pt x="1652134" y="645852"/>
                </a:lnTo>
                <a:lnTo>
                  <a:pt x="1643300" y="649090"/>
                </a:lnTo>
                <a:lnTo>
                  <a:pt x="1637767" y="651065"/>
                </a:lnTo>
                <a:lnTo>
                  <a:pt x="1623401" y="656309"/>
                </a:lnTo>
                <a:lnTo>
                  <a:pt x="1622635" y="656591"/>
                </a:lnTo>
                <a:lnTo>
                  <a:pt x="1609035" y="661438"/>
                </a:lnTo>
                <a:lnTo>
                  <a:pt x="1601800" y="664091"/>
                </a:lnTo>
                <a:lnTo>
                  <a:pt x="1594668" y="666635"/>
                </a:lnTo>
                <a:lnTo>
                  <a:pt x="1581140" y="671591"/>
                </a:lnTo>
                <a:lnTo>
                  <a:pt x="1580302" y="671891"/>
                </a:lnTo>
                <a:lnTo>
                  <a:pt x="1565935" y="677028"/>
                </a:lnTo>
                <a:lnTo>
                  <a:pt x="1560310" y="679092"/>
                </a:lnTo>
                <a:lnTo>
                  <a:pt x="1551569" y="682209"/>
                </a:lnTo>
                <a:lnTo>
                  <a:pt x="1539609" y="686592"/>
                </a:lnTo>
                <a:lnTo>
                  <a:pt x="1537203" y="687451"/>
                </a:lnTo>
                <a:lnTo>
                  <a:pt x="1522836" y="692623"/>
                </a:lnTo>
                <a:lnTo>
                  <a:pt x="1518953" y="694092"/>
                </a:lnTo>
                <a:lnTo>
                  <a:pt x="1508470" y="697999"/>
                </a:lnTo>
                <a:lnTo>
                  <a:pt x="1499622" y="701592"/>
                </a:lnTo>
                <a:lnTo>
                  <a:pt x="1494104" y="703790"/>
                </a:lnTo>
                <a:lnTo>
                  <a:pt x="1481042" y="709093"/>
                </a:lnTo>
                <a:lnTo>
                  <a:pt x="1479737" y="709613"/>
                </a:lnTo>
                <a:lnTo>
                  <a:pt x="1465371" y="715362"/>
                </a:lnTo>
                <a:lnTo>
                  <a:pt x="1462342" y="716593"/>
                </a:lnTo>
                <a:lnTo>
                  <a:pt x="1451004" y="721104"/>
                </a:lnTo>
                <a:lnTo>
                  <a:pt x="1443647" y="724093"/>
                </a:lnTo>
                <a:lnTo>
                  <a:pt x="1436638" y="726884"/>
                </a:lnTo>
                <a:lnTo>
                  <a:pt x="1425039" y="731594"/>
                </a:lnTo>
                <a:lnTo>
                  <a:pt x="1422272" y="732696"/>
                </a:lnTo>
                <a:lnTo>
                  <a:pt x="1407905" y="738486"/>
                </a:lnTo>
                <a:lnTo>
                  <a:pt x="1406410" y="739094"/>
                </a:lnTo>
                <a:lnTo>
                  <a:pt x="1393539" y="744214"/>
                </a:lnTo>
                <a:lnTo>
                  <a:pt x="1387682" y="746594"/>
                </a:lnTo>
                <a:lnTo>
                  <a:pt x="1379172" y="749981"/>
                </a:lnTo>
                <a:lnTo>
                  <a:pt x="1369045" y="754094"/>
                </a:lnTo>
                <a:lnTo>
                  <a:pt x="1364806" y="755782"/>
                </a:lnTo>
                <a:lnTo>
                  <a:pt x="1350487" y="761595"/>
                </a:lnTo>
                <a:lnTo>
                  <a:pt x="1350440" y="761614"/>
                </a:lnTo>
                <a:lnTo>
                  <a:pt x="1336073" y="767329"/>
                </a:lnTo>
                <a:lnTo>
                  <a:pt x="1331728" y="769095"/>
                </a:lnTo>
                <a:lnTo>
                  <a:pt x="1321707" y="773083"/>
                </a:lnTo>
                <a:lnTo>
                  <a:pt x="1313060" y="776595"/>
                </a:lnTo>
                <a:lnTo>
                  <a:pt x="1307341" y="778873"/>
                </a:lnTo>
                <a:lnTo>
                  <a:pt x="1294476" y="784096"/>
                </a:lnTo>
                <a:lnTo>
                  <a:pt x="1292974" y="784694"/>
                </a:lnTo>
                <a:lnTo>
                  <a:pt x="1278608" y="790449"/>
                </a:lnTo>
                <a:lnTo>
                  <a:pt x="1275786" y="791596"/>
                </a:lnTo>
                <a:lnTo>
                  <a:pt x="1264241" y="796189"/>
                </a:lnTo>
                <a:lnTo>
                  <a:pt x="1257086" y="799096"/>
                </a:lnTo>
                <a:lnTo>
                  <a:pt x="1249875" y="801967"/>
                </a:lnTo>
                <a:lnTo>
                  <a:pt x="1238474" y="806597"/>
                </a:lnTo>
                <a:lnTo>
                  <a:pt x="1235509" y="807778"/>
                </a:lnTo>
                <a:lnTo>
                  <a:pt x="1221142" y="813574"/>
                </a:lnTo>
                <a:lnTo>
                  <a:pt x="1219855" y="814097"/>
                </a:lnTo>
                <a:lnTo>
                  <a:pt x="1206776" y="819300"/>
                </a:lnTo>
                <a:lnTo>
                  <a:pt x="1201123" y="821597"/>
                </a:lnTo>
                <a:lnTo>
                  <a:pt x="1192410" y="825065"/>
                </a:lnTo>
                <a:lnTo>
                  <a:pt x="1182482" y="829098"/>
                </a:lnTo>
                <a:lnTo>
                  <a:pt x="1178043" y="830865"/>
                </a:lnTo>
                <a:lnTo>
                  <a:pt x="1163921" y="836598"/>
                </a:lnTo>
                <a:lnTo>
                  <a:pt x="1163677" y="836695"/>
                </a:lnTo>
                <a:lnTo>
                  <a:pt x="1149310" y="842415"/>
                </a:lnTo>
                <a:lnTo>
                  <a:pt x="1145170" y="844098"/>
                </a:lnTo>
                <a:lnTo>
                  <a:pt x="1134944" y="848168"/>
                </a:lnTo>
                <a:lnTo>
                  <a:pt x="1126499" y="851598"/>
                </a:lnTo>
                <a:lnTo>
                  <a:pt x="1120578" y="853956"/>
                </a:lnTo>
                <a:lnTo>
                  <a:pt x="1107836" y="859099"/>
                </a:lnTo>
                <a:lnTo>
                  <a:pt x="1106211" y="859741"/>
                </a:lnTo>
                <a:lnTo>
                  <a:pt x="1091845" y="865381"/>
                </a:lnTo>
                <a:lnTo>
                  <a:pt x="1088790" y="866599"/>
                </a:lnTo>
                <a:lnTo>
                  <a:pt x="1077478" y="871007"/>
                </a:lnTo>
                <a:lnTo>
                  <a:pt x="1069719" y="874099"/>
                </a:lnTo>
                <a:lnTo>
                  <a:pt x="1063112" y="876676"/>
                </a:lnTo>
                <a:lnTo>
                  <a:pt x="1050749" y="881600"/>
                </a:lnTo>
                <a:lnTo>
                  <a:pt x="1048746" y="882381"/>
                </a:lnTo>
                <a:lnTo>
                  <a:pt x="1034379" y="888030"/>
                </a:lnTo>
                <a:lnTo>
                  <a:pt x="1031697" y="889100"/>
                </a:lnTo>
                <a:lnTo>
                  <a:pt x="1020013" y="893653"/>
                </a:lnTo>
                <a:lnTo>
                  <a:pt x="1012618" y="896600"/>
                </a:lnTo>
                <a:lnTo>
                  <a:pt x="1005647" y="899319"/>
                </a:lnTo>
                <a:lnTo>
                  <a:pt x="993640" y="904100"/>
                </a:lnTo>
                <a:lnTo>
                  <a:pt x="991280" y="905021"/>
                </a:lnTo>
                <a:lnTo>
                  <a:pt x="976914" y="910680"/>
                </a:lnTo>
                <a:lnTo>
                  <a:pt x="974604" y="911601"/>
                </a:lnTo>
                <a:lnTo>
                  <a:pt x="962547" y="916299"/>
                </a:lnTo>
                <a:lnTo>
                  <a:pt x="955517" y="919101"/>
                </a:lnTo>
                <a:lnTo>
                  <a:pt x="948181" y="921962"/>
                </a:lnTo>
                <a:lnTo>
                  <a:pt x="936532" y="926601"/>
                </a:lnTo>
                <a:lnTo>
                  <a:pt x="933815" y="927662"/>
                </a:lnTo>
                <a:lnTo>
                  <a:pt x="919448" y="933330"/>
                </a:lnTo>
                <a:lnTo>
                  <a:pt x="917512" y="934102"/>
                </a:lnTo>
                <a:lnTo>
                  <a:pt x="905082" y="938946"/>
                </a:lnTo>
                <a:lnTo>
                  <a:pt x="898223" y="941602"/>
                </a:lnTo>
                <a:lnTo>
                  <a:pt x="890715" y="944449"/>
                </a:lnTo>
                <a:lnTo>
                  <a:pt x="878679" y="949102"/>
                </a:lnTo>
                <a:lnTo>
                  <a:pt x="876349" y="950000"/>
                </a:lnTo>
                <a:lnTo>
                  <a:pt x="861983" y="955745"/>
                </a:lnTo>
                <a:lnTo>
                  <a:pt x="859907" y="956603"/>
                </a:lnTo>
                <a:lnTo>
                  <a:pt x="847616" y="961585"/>
                </a:lnTo>
                <a:lnTo>
                  <a:pt x="841523" y="964103"/>
                </a:lnTo>
                <a:lnTo>
                  <a:pt x="833250" y="967458"/>
                </a:lnTo>
                <a:lnTo>
                  <a:pt x="823214" y="971603"/>
                </a:lnTo>
                <a:lnTo>
                  <a:pt x="818884" y="973360"/>
                </a:lnTo>
                <a:lnTo>
                  <a:pt x="804972" y="979103"/>
                </a:lnTo>
                <a:lnTo>
                  <a:pt x="804517" y="979288"/>
                </a:lnTo>
                <a:lnTo>
                  <a:pt x="790151" y="985123"/>
                </a:lnTo>
                <a:lnTo>
                  <a:pt x="786567" y="986604"/>
                </a:lnTo>
                <a:lnTo>
                  <a:pt x="775785" y="990976"/>
                </a:lnTo>
                <a:lnTo>
                  <a:pt x="768212" y="994104"/>
                </a:lnTo>
                <a:lnTo>
                  <a:pt x="761418" y="996860"/>
                </a:lnTo>
                <a:lnTo>
                  <a:pt x="749929" y="1001604"/>
                </a:lnTo>
                <a:lnTo>
                  <a:pt x="747052" y="1002772"/>
                </a:lnTo>
                <a:lnTo>
                  <a:pt x="732685" y="1008674"/>
                </a:lnTo>
                <a:lnTo>
                  <a:pt x="731644" y="1009105"/>
                </a:lnTo>
                <a:lnTo>
                  <a:pt x="718319" y="1014506"/>
                </a:lnTo>
                <a:lnTo>
                  <a:pt x="713239" y="1016605"/>
                </a:lnTo>
                <a:lnTo>
                  <a:pt x="703953" y="1020371"/>
                </a:lnTo>
                <a:lnTo>
                  <a:pt x="694788" y="1024105"/>
                </a:lnTo>
                <a:lnTo>
                  <a:pt x="689586" y="1026197"/>
                </a:lnTo>
                <a:lnTo>
                  <a:pt x="676039" y="1031605"/>
                </a:lnTo>
                <a:lnTo>
                  <a:pt x="675220" y="1031926"/>
                </a:lnTo>
                <a:lnTo>
                  <a:pt x="660854" y="1037565"/>
                </a:lnTo>
                <a:lnTo>
                  <a:pt x="656998" y="1039106"/>
                </a:lnTo>
                <a:lnTo>
                  <a:pt x="646487" y="1043218"/>
                </a:lnTo>
                <a:lnTo>
                  <a:pt x="638005" y="1046606"/>
                </a:lnTo>
                <a:lnTo>
                  <a:pt x="632121" y="1048910"/>
                </a:lnTo>
                <a:lnTo>
                  <a:pt x="619104" y="1054106"/>
                </a:lnTo>
                <a:lnTo>
                  <a:pt x="617754" y="1054635"/>
                </a:lnTo>
                <a:lnTo>
                  <a:pt x="603388" y="1060287"/>
                </a:lnTo>
                <a:lnTo>
                  <a:pt x="600086" y="1061607"/>
                </a:lnTo>
                <a:lnTo>
                  <a:pt x="589022" y="1065935"/>
                </a:lnTo>
                <a:lnTo>
                  <a:pt x="581082" y="1069107"/>
                </a:lnTo>
                <a:lnTo>
                  <a:pt x="574655" y="1071623"/>
                </a:lnTo>
                <a:lnTo>
                  <a:pt x="562171" y="1076607"/>
                </a:lnTo>
                <a:lnTo>
                  <a:pt x="560289" y="1077344"/>
                </a:lnTo>
                <a:lnTo>
                  <a:pt x="545922" y="1083010"/>
                </a:lnTo>
                <a:lnTo>
                  <a:pt x="543175" y="1084108"/>
                </a:lnTo>
                <a:lnTo>
                  <a:pt x="531556" y="1088653"/>
                </a:lnTo>
                <a:lnTo>
                  <a:pt x="524160" y="1091608"/>
                </a:lnTo>
                <a:lnTo>
                  <a:pt x="517190" y="1094336"/>
                </a:lnTo>
                <a:lnTo>
                  <a:pt x="505238" y="1099108"/>
                </a:lnTo>
                <a:lnTo>
                  <a:pt x="502823" y="1100054"/>
                </a:lnTo>
                <a:lnTo>
                  <a:pt x="488457" y="1105733"/>
                </a:lnTo>
                <a:lnTo>
                  <a:pt x="486266" y="1106608"/>
                </a:lnTo>
                <a:lnTo>
                  <a:pt x="474091" y="1111371"/>
                </a:lnTo>
                <a:lnTo>
                  <a:pt x="467239" y="1114109"/>
                </a:lnTo>
                <a:lnTo>
                  <a:pt x="459724" y="1117050"/>
                </a:lnTo>
                <a:lnTo>
                  <a:pt x="448307" y="1121609"/>
                </a:lnTo>
                <a:lnTo>
                  <a:pt x="445358" y="1122764"/>
                </a:lnTo>
                <a:lnTo>
                  <a:pt x="430991" y="1128457"/>
                </a:lnTo>
                <a:lnTo>
                  <a:pt x="429359" y="1129109"/>
                </a:lnTo>
                <a:lnTo>
                  <a:pt x="416625" y="1134090"/>
                </a:lnTo>
                <a:lnTo>
                  <a:pt x="410319" y="1136610"/>
                </a:lnTo>
                <a:lnTo>
                  <a:pt x="402259" y="1139764"/>
                </a:lnTo>
                <a:lnTo>
                  <a:pt x="391376" y="1144110"/>
                </a:lnTo>
                <a:lnTo>
                  <a:pt x="387892" y="1145474"/>
                </a:lnTo>
                <a:lnTo>
                  <a:pt x="373526" y="1151181"/>
                </a:lnTo>
                <a:lnTo>
                  <a:pt x="372453" y="1151610"/>
                </a:lnTo>
                <a:lnTo>
                  <a:pt x="359160" y="1156810"/>
                </a:lnTo>
                <a:lnTo>
                  <a:pt x="353401" y="1159111"/>
                </a:lnTo>
                <a:lnTo>
                  <a:pt x="344793" y="1162479"/>
                </a:lnTo>
                <a:lnTo>
                  <a:pt x="334447" y="1166611"/>
                </a:lnTo>
                <a:lnTo>
                  <a:pt x="330427" y="1168185"/>
                </a:lnTo>
                <a:lnTo>
                  <a:pt x="316060" y="1173907"/>
                </a:lnTo>
                <a:lnTo>
                  <a:pt x="315549" y="1174111"/>
                </a:lnTo>
                <a:lnTo>
                  <a:pt x="301694" y="1179530"/>
                </a:lnTo>
                <a:lnTo>
                  <a:pt x="296484" y="1181611"/>
                </a:lnTo>
                <a:lnTo>
                  <a:pt x="287328" y="1185195"/>
                </a:lnTo>
                <a:lnTo>
                  <a:pt x="277520" y="1189112"/>
                </a:lnTo>
                <a:lnTo>
                  <a:pt x="272961" y="1190897"/>
                </a:lnTo>
                <a:lnTo>
                  <a:pt x="258643" y="1196612"/>
                </a:lnTo>
                <a:lnTo>
                  <a:pt x="258595" y="1196631"/>
                </a:lnTo>
                <a:lnTo>
                  <a:pt x="244228" y="1202250"/>
                </a:lnTo>
                <a:lnTo>
                  <a:pt x="239569" y="1204112"/>
                </a:lnTo>
                <a:lnTo>
                  <a:pt x="229862" y="1207910"/>
                </a:lnTo>
                <a:lnTo>
                  <a:pt x="220593" y="1211613"/>
                </a:lnTo>
                <a:lnTo>
                  <a:pt x="215496" y="1213608"/>
                </a:lnTo>
                <a:lnTo>
                  <a:pt x="201706" y="1219113"/>
                </a:lnTo>
                <a:lnTo>
                  <a:pt x="201129" y="1219339"/>
                </a:lnTo>
                <a:lnTo>
                  <a:pt x="186763" y="1224971"/>
                </a:lnTo>
                <a:lnTo>
                  <a:pt x="182655" y="1226613"/>
                </a:lnTo>
                <a:lnTo>
                  <a:pt x="172397" y="1230627"/>
                </a:lnTo>
                <a:lnTo>
                  <a:pt x="163668" y="1234114"/>
                </a:lnTo>
                <a:lnTo>
                  <a:pt x="158030" y="1236320"/>
                </a:lnTo>
                <a:lnTo>
                  <a:pt x="144771" y="1241614"/>
                </a:lnTo>
                <a:lnTo>
                  <a:pt x="143664" y="1242047"/>
                </a:lnTo>
                <a:lnTo>
                  <a:pt x="129297" y="1247693"/>
                </a:lnTo>
                <a:lnTo>
                  <a:pt x="125742" y="1249114"/>
                </a:lnTo>
                <a:lnTo>
                  <a:pt x="114931" y="1253344"/>
                </a:lnTo>
                <a:lnTo>
                  <a:pt x="106743" y="1256614"/>
                </a:lnTo>
                <a:lnTo>
                  <a:pt x="100565" y="1259033"/>
                </a:lnTo>
                <a:lnTo>
                  <a:pt x="87837" y="1264115"/>
                </a:lnTo>
                <a:lnTo>
                  <a:pt x="86198" y="1264756"/>
                </a:lnTo>
                <a:lnTo>
                  <a:pt x="71832" y="1270416"/>
                </a:lnTo>
                <a:lnTo>
                  <a:pt x="68831" y="1271615"/>
                </a:lnTo>
                <a:lnTo>
                  <a:pt x="57466" y="1276061"/>
                </a:lnTo>
                <a:lnTo>
                  <a:pt x="49821" y="1279115"/>
                </a:lnTo>
                <a:lnTo>
                  <a:pt x="43099" y="1281746"/>
                </a:lnTo>
                <a:lnTo>
                  <a:pt x="30904" y="1286616"/>
                </a:lnTo>
                <a:lnTo>
                  <a:pt x="28733" y="1287466"/>
                </a:lnTo>
                <a:lnTo>
                  <a:pt x="14366" y="1293139"/>
                </a:lnTo>
                <a:lnTo>
                  <a:pt x="11921" y="1294116"/>
                </a:lnTo>
                <a:lnTo>
                  <a:pt x="0" y="1298779"/>
                </a:lnTo>
                <a:lnTo>
                  <a:pt x="0" y="1301616"/>
                </a:lnTo>
                <a:lnTo>
                  <a:pt x="0" y="1309117"/>
                </a:lnTo>
                <a:lnTo>
                  <a:pt x="0" y="1316617"/>
                </a:lnTo>
                <a:lnTo>
                  <a:pt x="0" y="1321820"/>
                </a:lnTo>
                <a:lnTo>
                  <a:pt x="13201" y="1316617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DD135-09C6-40AD-9CC1-E181BFE9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695253"/>
            <a:ext cx="3261168" cy="1311970"/>
          </a:xfrm>
          <a:custGeom xmlns:a="http://schemas.openxmlformats.org/drawingml/2006/main">
            <a:pathLst>
              <a:path w="3261168" h="1311970">
                <a:moveTo>
                  <a:pt x="10835" y="1307664"/>
                </a:moveTo>
                <a:lnTo>
                  <a:pt x="14366" y="1306274"/>
                </a:lnTo>
                <a:lnTo>
                  <a:pt x="28733" y="1300583"/>
                </a:lnTo>
                <a:lnTo>
                  <a:pt x="29785" y="1300164"/>
                </a:lnTo>
                <a:lnTo>
                  <a:pt x="43099" y="1294930"/>
                </a:lnTo>
                <a:lnTo>
                  <a:pt x="48798" y="1292664"/>
                </a:lnTo>
                <a:lnTo>
                  <a:pt x="57466" y="1289254"/>
                </a:lnTo>
                <a:lnTo>
                  <a:pt x="67760" y="1285164"/>
                </a:lnTo>
                <a:lnTo>
                  <a:pt x="71832" y="1283561"/>
                </a:lnTo>
                <a:lnTo>
                  <a:pt x="86198" y="1277862"/>
                </a:lnTo>
                <a:lnTo>
                  <a:pt x="86698" y="1277663"/>
                </a:lnTo>
                <a:lnTo>
                  <a:pt x="100565" y="1272212"/>
                </a:lnTo>
                <a:lnTo>
                  <a:pt x="105717" y="1270163"/>
                </a:lnTo>
                <a:lnTo>
                  <a:pt x="114931" y="1266539"/>
                </a:lnTo>
                <a:lnTo>
                  <a:pt x="124684" y="1262663"/>
                </a:lnTo>
                <a:lnTo>
                  <a:pt x="129297" y="1260847"/>
                </a:lnTo>
                <a:lnTo>
                  <a:pt x="143611" y="1255162"/>
                </a:lnTo>
                <a:lnTo>
                  <a:pt x="143664" y="1255141"/>
                </a:lnTo>
                <a:lnTo>
                  <a:pt x="158030" y="1249494"/>
                </a:lnTo>
                <a:lnTo>
                  <a:pt x="162636" y="1247662"/>
                </a:lnTo>
                <a:lnTo>
                  <a:pt x="172397" y="1243823"/>
                </a:lnTo>
                <a:lnTo>
                  <a:pt x="181608" y="1240162"/>
                </a:lnTo>
                <a:lnTo>
                  <a:pt x="186763" y="1238133"/>
                </a:lnTo>
                <a:lnTo>
                  <a:pt x="200539" y="1232662"/>
                </a:lnTo>
                <a:lnTo>
                  <a:pt x="201129" y="1232429"/>
                </a:lnTo>
                <a:lnTo>
                  <a:pt x="215496" y="1226775"/>
                </a:lnTo>
                <a:lnTo>
                  <a:pt x="219553" y="1225161"/>
                </a:lnTo>
                <a:lnTo>
                  <a:pt x="229862" y="1221107"/>
                </a:lnTo>
                <a:lnTo>
                  <a:pt x="238531" y="1217661"/>
                </a:lnTo>
                <a:lnTo>
                  <a:pt x="244228" y="1215419"/>
                </a:lnTo>
                <a:lnTo>
                  <a:pt x="257466" y="1210161"/>
                </a:lnTo>
                <a:lnTo>
                  <a:pt x="258595" y="1209716"/>
                </a:lnTo>
                <a:lnTo>
                  <a:pt x="272961" y="1204056"/>
                </a:lnTo>
                <a:lnTo>
                  <a:pt x="276470" y="1202660"/>
                </a:lnTo>
                <a:lnTo>
                  <a:pt x="287328" y="1198390"/>
                </a:lnTo>
                <a:lnTo>
                  <a:pt x="295454" y="1195160"/>
                </a:lnTo>
                <a:lnTo>
                  <a:pt x="301694" y="1192704"/>
                </a:lnTo>
                <a:lnTo>
                  <a:pt x="314394" y="1187660"/>
                </a:lnTo>
                <a:lnTo>
                  <a:pt x="316060" y="1187003"/>
                </a:lnTo>
                <a:lnTo>
                  <a:pt x="330427" y="1181336"/>
                </a:lnTo>
                <a:lnTo>
                  <a:pt x="333386" y="1180159"/>
                </a:lnTo>
                <a:lnTo>
                  <a:pt x="344793" y="1175674"/>
                </a:lnTo>
                <a:lnTo>
                  <a:pt x="352376" y="1172659"/>
                </a:lnTo>
                <a:lnTo>
                  <a:pt x="359160" y="1169990"/>
                </a:lnTo>
                <a:lnTo>
                  <a:pt x="371320" y="1165159"/>
                </a:lnTo>
                <a:lnTo>
                  <a:pt x="373526" y="1164290"/>
                </a:lnTo>
                <a:lnTo>
                  <a:pt x="387892" y="1158617"/>
                </a:lnTo>
                <a:lnTo>
                  <a:pt x="390301" y="1157659"/>
                </a:lnTo>
                <a:lnTo>
                  <a:pt x="402259" y="1152957"/>
                </a:lnTo>
                <a:lnTo>
                  <a:pt x="409298" y="1150158"/>
                </a:lnTo>
                <a:lnTo>
                  <a:pt x="416625" y="1147275"/>
                </a:lnTo>
                <a:lnTo>
                  <a:pt x="428247" y="1142658"/>
                </a:lnTo>
                <a:lnTo>
                  <a:pt x="430991" y="1141577"/>
                </a:lnTo>
                <a:lnTo>
                  <a:pt x="445358" y="1135897"/>
                </a:lnTo>
                <a:lnTo>
                  <a:pt x="447215" y="1135158"/>
                </a:lnTo>
                <a:lnTo>
                  <a:pt x="459724" y="1130239"/>
                </a:lnTo>
                <a:lnTo>
                  <a:pt x="466218" y="1127657"/>
                </a:lnTo>
                <a:lnTo>
                  <a:pt x="474091" y="1124560"/>
                </a:lnTo>
                <a:lnTo>
                  <a:pt x="485172" y="1120157"/>
                </a:lnTo>
                <a:lnTo>
                  <a:pt x="488457" y="1118864"/>
                </a:lnTo>
                <a:lnTo>
                  <a:pt x="502823" y="1113176"/>
                </a:lnTo>
                <a:lnTo>
                  <a:pt x="504129" y="1112657"/>
                </a:lnTo>
                <a:lnTo>
                  <a:pt x="517190" y="1107522"/>
                </a:lnTo>
                <a:lnTo>
                  <a:pt x="523138" y="1105156"/>
                </a:lnTo>
                <a:lnTo>
                  <a:pt x="531556" y="1101845"/>
                </a:lnTo>
                <a:lnTo>
                  <a:pt x="542098" y="1097656"/>
                </a:lnTo>
                <a:lnTo>
                  <a:pt x="545922" y="1096150"/>
                </a:lnTo>
                <a:lnTo>
                  <a:pt x="560289" y="1090455"/>
                </a:lnTo>
                <a:lnTo>
                  <a:pt x="561041" y="1090156"/>
                </a:lnTo>
                <a:lnTo>
                  <a:pt x="574655" y="1084804"/>
                </a:lnTo>
                <a:lnTo>
                  <a:pt x="580058" y="1082656"/>
                </a:lnTo>
                <a:lnTo>
                  <a:pt x="589022" y="1079129"/>
                </a:lnTo>
                <a:lnTo>
                  <a:pt x="599022" y="1075155"/>
                </a:lnTo>
                <a:lnTo>
                  <a:pt x="603388" y="1073437"/>
                </a:lnTo>
                <a:lnTo>
                  <a:pt x="617754" y="1067734"/>
                </a:lnTo>
                <a:lnTo>
                  <a:pt x="617953" y="1067655"/>
                </a:lnTo>
                <a:lnTo>
                  <a:pt x="632121" y="1062086"/>
                </a:lnTo>
                <a:lnTo>
                  <a:pt x="636976" y="1060155"/>
                </a:lnTo>
                <a:lnTo>
                  <a:pt x="646487" y="1056414"/>
                </a:lnTo>
                <a:lnTo>
                  <a:pt x="655946" y="1052654"/>
                </a:lnTo>
                <a:lnTo>
                  <a:pt x="660854" y="1050723"/>
                </a:lnTo>
                <a:lnTo>
                  <a:pt x="674875" y="1045154"/>
                </a:lnTo>
                <a:lnTo>
                  <a:pt x="675220" y="1045018"/>
                </a:lnTo>
                <a:lnTo>
                  <a:pt x="689586" y="1039184"/>
                </a:lnTo>
                <a:lnTo>
                  <a:pt x="693306" y="1037654"/>
                </a:lnTo>
                <a:lnTo>
                  <a:pt x="703953" y="1033317"/>
                </a:lnTo>
                <a:lnTo>
                  <a:pt x="711644" y="1030154"/>
                </a:lnTo>
                <a:lnTo>
                  <a:pt x="718319" y="1027433"/>
                </a:lnTo>
                <a:lnTo>
                  <a:pt x="729946" y="1022653"/>
                </a:lnTo>
                <a:lnTo>
                  <a:pt x="732685" y="1021536"/>
                </a:lnTo>
                <a:lnTo>
                  <a:pt x="747052" y="1015650"/>
                </a:lnTo>
                <a:lnTo>
                  <a:pt x="748260" y="1015153"/>
                </a:lnTo>
                <a:lnTo>
                  <a:pt x="761418" y="1009794"/>
                </a:lnTo>
                <a:lnTo>
                  <a:pt x="766624" y="1007653"/>
                </a:lnTo>
                <a:lnTo>
                  <a:pt x="775785" y="1003920"/>
                </a:lnTo>
                <a:lnTo>
                  <a:pt x="784947" y="1000152"/>
                </a:lnTo>
                <a:lnTo>
                  <a:pt x="790151" y="998031"/>
                </a:lnTo>
                <a:lnTo>
                  <a:pt x="803239" y="992652"/>
                </a:lnTo>
                <a:lnTo>
                  <a:pt x="804517" y="992131"/>
                </a:lnTo>
                <a:lnTo>
                  <a:pt x="818884" y="986265"/>
                </a:lnTo>
                <a:lnTo>
                  <a:pt x="821588" y="985152"/>
                </a:lnTo>
                <a:lnTo>
                  <a:pt x="833250" y="980401"/>
                </a:lnTo>
                <a:lnTo>
                  <a:pt x="839936" y="977651"/>
                </a:lnTo>
                <a:lnTo>
                  <a:pt x="847616" y="974521"/>
                </a:lnTo>
                <a:lnTo>
                  <a:pt x="858247" y="970151"/>
                </a:lnTo>
                <a:lnTo>
                  <a:pt x="861983" y="968628"/>
                </a:lnTo>
                <a:lnTo>
                  <a:pt x="876349" y="962727"/>
                </a:lnTo>
                <a:lnTo>
                  <a:pt x="876534" y="962651"/>
                </a:lnTo>
                <a:lnTo>
                  <a:pt x="890715" y="956876"/>
                </a:lnTo>
                <a:lnTo>
                  <a:pt x="894807" y="955151"/>
                </a:lnTo>
                <a:lnTo>
                  <a:pt x="905082" y="950868"/>
                </a:lnTo>
                <a:lnTo>
                  <a:pt x="912682" y="947650"/>
                </a:lnTo>
                <a:lnTo>
                  <a:pt x="919448" y="944808"/>
                </a:lnTo>
                <a:lnTo>
                  <a:pt x="930454" y="940150"/>
                </a:lnTo>
                <a:lnTo>
                  <a:pt x="933815" y="938783"/>
                </a:lnTo>
                <a:lnTo>
                  <a:pt x="948181" y="933070"/>
                </a:lnTo>
                <a:lnTo>
                  <a:pt x="949241" y="932650"/>
                </a:lnTo>
                <a:lnTo>
                  <a:pt x="962547" y="927436"/>
                </a:lnTo>
                <a:lnTo>
                  <a:pt x="968315" y="925149"/>
                </a:lnTo>
                <a:lnTo>
                  <a:pt x="976914" y="921778"/>
                </a:lnTo>
                <a:lnTo>
                  <a:pt x="987335" y="917649"/>
                </a:lnTo>
                <a:lnTo>
                  <a:pt x="991280" y="916101"/>
                </a:lnTo>
                <a:lnTo>
                  <a:pt x="1005647" y="910422"/>
                </a:lnTo>
                <a:lnTo>
                  <a:pt x="1006335" y="910149"/>
                </a:lnTo>
                <a:lnTo>
                  <a:pt x="1020013" y="904790"/>
                </a:lnTo>
                <a:lnTo>
                  <a:pt x="1025415" y="902648"/>
                </a:lnTo>
                <a:lnTo>
                  <a:pt x="1034379" y="899134"/>
                </a:lnTo>
                <a:lnTo>
                  <a:pt x="1044438" y="895148"/>
                </a:lnTo>
                <a:lnTo>
                  <a:pt x="1048746" y="893458"/>
                </a:lnTo>
                <a:lnTo>
                  <a:pt x="1063112" y="887774"/>
                </a:lnTo>
                <a:lnTo>
                  <a:pt x="1063429" y="887648"/>
                </a:lnTo>
                <a:lnTo>
                  <a:pt x="1077478" y="882144"/>
                </a:lnTo>
                <a:lnTo>
                  <a:pt x="1082514" y="880148"/>
                </a:lnTo>
                <a:lnTo>
                  <a:pt x="1091845" y="876490"/>
                </a:lnTo>
                <a:lnTo>
                  <a:pt x="1101541" y="872647"/>
                </a:lnTo>
                <a:lnTo>
                  <a:pt x="1106211" y="870815"/>
                </a:lnTo>
                <a:lnTo>
                  <a:pt x="1120449" y="865147"/>
                </a:lnTo>
                <a:lnTo>
                  <a:pt x="1120578" y="865096"/>
                </a:lnTo>
                <a:lnTo>
                  <a:pt x="1134944" y="859351"/>
                </a:lnTo>
                <a:lnTo>
                  <a:pt x="1139159" y="857647"/>
                </a:lnTo>
                <a:lnTo>
                  <a:pt x="1149310" y="853586"/>
                </a:lnTo>
                <a:lnTo>
                  <a:pt x="1157819" y="850146"/>
                </a:lnTo>
                <a:lnTo>
                  <a:pt x="1163677" y="847802"/>
                </a:lnTo>
                <a:lnTo>
                  <a:pt x="1176439" y="842646"/>
                </a:lnTo>
                <a:lnTo>
                  <a:pt x="1178043" y="842004"/>
                </a:lnTo>
                <a:lnTo>
                  <a:pt x="1192410" y="836240"/>
                </a:lnTo>
                <a:lnTo>
                  <a:pt x="1195114" y="835146"/>
                </a:lnTo>
                <a:lnTo>
                  <a:pt x="1206776" y="830482"/>
                </a:lnTo>
                <a:lnTo>
                  <a:pt x="1213791" y="827645"/>
                </a:lnTo>
                <a:lnTo>
                  <a:pt x="1221142" y="824703"/>
                </a:lnTo>
                <a:lnTo>
                  <a:pt x="1232424" y="820145"/>
                </a:lnTo>
                <a:lnTo>
                  <a:pt x="1235509" y="818910"/>
                </a:lnTo>
                <a:lnTo>
                  <a:pt x="1249875" y="813125"/>
                </a:lnTo>
                <a:lnTo>
                  <a:pt x="1251062" y="812645"/>
                </a:lnTo>
                <a:lnTo>
                  <a:pt x="1264241" y="807375"/>
                </a:lnTo>
                <a:lnTo>
                  <a:pt x="1269757" y="805145"/>
                </a:lnTo>
                <a:lnTo>
                  <a:pt x="1278608" y="801603"/>
                </a:lnTo>
                <a:lnTo>
                  <a:pt x="1288404" y="797644"/>
                </a:lnTo>
                <a:lnTo>
                  <a:pt x="1292974" y="795815"/>
                </a:lnTo>
                <a:lnTo>
                  <a:pt x="1307014" y="790144"/>
                </a:lnTo>
                <a:lnTo>
                  <a:pt x="1307341" y="790013"/>
                </a:lnTo>
                <a:lnTo>
                  <a:pt x="1321707" y="784266"/>
                </a:lnTo>
                <a:lnTo>
                  <a:pt x="1325718" y="782644"/>
                </a:lnTo>
                <a:lnTo>
                  <a:pt x="1336073" y="778501"/>
                </a:lnTo>
                <a:lnTo>
                  <a:pt x="1344380" y="775143"/>
                </a:lnTo>
                <a:lnTo>
                  <a:pt x="1350440" y="772718"/>
                </a:lnTo>
                <a:lnTo>
                  <a:pt x="1363002" y="767643"/>
                </a:lnTo>
                <a:lnTo>
                  <a:pt x="1364806" y="766921"/>
                </a:lnTo>
                <a:lnTo>
                  <a:pt x="1379172" y="761154"/>
                </a:lnTo>
                <a:lnTo>
                  <a:pt x="1381672" y="760143"/>
                </a:lnTo>
                <a:lnTo>
                  <a:pt x="1393539" y="755397"/>
                </a:lnTo>
                <a:lnTo>
                  <a:pt x="1400351" y="752643"/>
                </a:lnTo>
                <a:lnTo>
                  <a:pt x="1407905" y="749619"/>
                </a:lnTo>
                <a:lnTo>
                  <a:pt x="1418986" y="745142"/>
                </a:lnTo>
                <a:lnTo>
                  <a:pt x="1422272" y="743827"/>
                </a:lnTo>
                <a:lnTo>
                  <a:pt x="1436638" y="738039"/>
                </a:lnTo>
                <a:lnTo>
                  <a:pt x="1437619" y="737642"/>
                </a:lnTo>
                <a:lnTo>
                  <a:pt x="1451004" y="732290"/>
                </a:lnTo>
                <a:lnTo>
                  <a:pt x="1456317" y="730142"/>
                </a:lnTo>
                <a:lnTo>
                  <a:pt x="1465371" y="726519"/>
                </a:lnTo>
                <a:lnTo>
                  <a:pt x="1474966" y="722641"/>
                </a:lnTo>
                <a:lnTo>
                  <a:pt x="1479737" y="720731"/>
                </a:lnTo>
                <a:lnTo>
                  <a:pt x="1493578" y="715141"/>
                </a:lnTo>
                <a:lnTo>
                  <a:pt x="1494104" y="714930"/>
                </a:lnTo>
                <a:lnTo>
                  <a:pt x="1508470" y="709180"/>
                </a:lnTo>
                <a:lnTo>
                  <a:pt x="1512276" y="707641"/>
                </a:lnTo>
                <a:lnTo>
                  <a:pt x="1522836" y="703417"/>
                </a:lnTo>
                <a:lnTo>
                  <a:pt x="1531655" y="700140"/>
                </a:lnTo>
                <a:lnTo>
                  <a:pt x="1537203" y="698127"/>
                </a:lnTo>
                <a:lnTo>
                  <a:pt x="1551569" y="692910"/>
                </a:lnTo>
                <a:lnTo>
                  <a:pt x="1552308" y="692640"/>
                </a:lnTo>
                <a:lnTo>
                  <a:pt x="1565935" y="687749"/>
                </a:lnTo>
                <a:lnTo>
                  <a:pt x="1573099" y="685140"/>
                </a:lnTo>
                <a:lnTo>
                  <a:pt x="1580302" y="682552"/>
                </a:lnTo>
                <a:lnTo>
                  <a:pt x="1593802" y="677640"/>
                </a:lnTo>
                <a:lnTo>
                  <a:pt x="1594668" y="677328"/>
                </a:lnTo>
                <a:lnTo>
                  <a:pt x="1609035" y="672164"/>
                </a:lnTo>
                <a:lnTo>
                  <a:pt x="1614592" y="670139"/>
                </a:lnTo>
                <a:lnTo>
                  <a:pt x="1623401" y="666975"/>
                </a:lnTo>
                <a:lnTo>
                  <a:pt x="1635314" y="662639"/>
                </a:lnTo>
                <a:lnTo>
                  <a:pt x="1637767" y="661757"/>
                </a:lnTo>
                <a:lnTo>
                  <a:pt x="1652134" y="656576"/>
                </a:lnTo>
                <a:lnTo>
                  <a:pt x="1656078" y="655139"/>
                </a:lnTo>
                <a:lnTo>
                  <a:pt x="1666500" y="651396"/>
                </a:lnTo>
                <a:lnTo>
                  <a:pt x="1676821" y="647638"/>
                </a:lnTo>
                <a:lnTo>
                  <a:pt x="1680866" y="646184"/>
                </a:lnTo>
                <a:lnTo>
                  <a:pt x="1695233" y="640986"/>
                </a:lnTo>
                <a:lnTo>
                  <a:pt x="1697558" y="640138"/>
                </a:lnTo>
                <a:lnTo>
                  <a:pt x="1709599" y="635815"/>
                </a:lnTo>
                <a:lnTo>
                  <a:pt x="1718325" y="632638"/>
                </a:lnTo>
                <a:lnTo>
                  <a:pt x="1723966" y="630610"/>
                </a:lnTo>
                <a:lnTo>
                  <a:pt x="1738332" y="625392"/>
                </a:lnTo>
                <a:lnTo>
                  <a:pt x="1739031" y="625137"/>
                </a:lnTo>
                <a:lnTo>
                  <a:pt x="1752698" y="620232"/>
                </a:lnTo>
                <a:lnTo>
                  <a:pt x="1759823" y="617637"/>
                </a:lnTo>
                <a:lnTo>
                  <a:pt x="1767065" y="615035"/>
                </a:lnTo>
                <a:lnTo>
                  <a:pt x="1780526" y="610137"/>
                </a:lnTo>
                <a:lnTo>
                  <a:pt x="1781431" y="609811"/>
                </a:lnTo>
                <a:lnTo>
                  <a:pt x="1795798" y="604647"/>
                </a:lnTo>
                <a:lnTo>
                  <a:pt x="1801315" y="602637"/>
                </a:lnTo>
                <a:lnTo>
                  <a:pt x="1810164" y="599458"/>
                </a:lnTo>
                <a:lnTo>
                  <a:pt x="1822038" y="595136"/>
                </a:lnTo>
                <a:lnTo>
                  <a:pt x="1824530" y="594240"/>
                </a:lnTo>
                <a:lnTo>
                  <a:pt x="1838897" y="589059"/>
                </a:lnTo>
                <a:lnTo>
                  <a:pt x="1842802" y="587636"/>
                </a:lnTo>
                <a:lnTo>
                  <a:pt x="1853263" y="583879"/>
                </a:lnTo>
                <a:lnTo>
                  <a:pt x="1863545" y="580136"/>
                </a:lnTo>
                <a:lnTo>
                  <a:pt x="1867629" y="578667"/>
                </a:lnTo>
                <a:lnTo>
                  <a:pt x="1881996" y="573469"/>
                </a:lnTo>
                <a:lnTo>
                  <a:pt x="1884282" y="572635"/>
                </a:lnTo>
                <a:lnTo>
                  <a:pt x="1896362" y="568298"/>
                </a:lnTo>
                <a:lnTo>
                  <a:pt x="1905048" y="565135"/>
                </a:lnTo>
                <a:lnTo>
                  <a:pt x="1910729" y="563094"/>
                </a:lnTo>
                <a:lnTo>
                  <a:pt x="1925095" y="557875"/>
                </a:lnTo>
                <a:lnTo>
                  <a:pt x="1925754" y="557635"/>
                </a:lnTo>
                <a:lnTo>
                  <a:pt x="1939461" y="552715"/>
                </a:lnTo>
                <a:lnTo>
                  <a:pt x="1946546" y="550135"/>
                </a:lnTo>
                <a:lnTo>
                  <a:pt x="1953828" y="547518"/>
                </a:lnTo>
                <a:lnTo>
                  <a:pt x="1967250" y="542634"/>
                </a:lnTo>
                <a:lnTo>
                  <a:pt x="1968194" y="542295"/>
                </a:lnTo>
                <a:lnTo>
                  <a:pt x="1982560" y="537130"/>
                </a:lnTo>
                <a:lnTo>
                  <a:pt x="1988039" y="535134"/>
                </a:lnTo>
                <a:lnTo>
                  <a:pt x="1996927" y="531941"/>
                </a:lnTo>
                <a:lnTo>
                  <a:pt x="2008762" y="527634"/>
                </a:lnTo>
                <a:lnTo>
                  <a:pt x="2011293" y="526723"/>
                </a:lnTo>
                <a:lnTo>
                  <a:pt x="2025660" y="521542"/>
                </a:lnTo>
                <a:lnTo>
                  <a:pt x="2029525" y="520133"/>
                </a:lnTo>
                <a:lnTo>
                  <a:pt x="2040026" y="516362"/>
                </a:lnTo>
                <a:lnTo>
                  <a:pt x="2050269" y="512633"/>
                </a:lnTo>
                <a:lnTo>
                  <a:pt x="2054392" y="511151"/>
                </a:lnTo>
                <a:lnTo>
                  <a:pt x="2068759" y="505952"/>
                </a:lnTo>
                <a:lnTo>
                  <a:pt x="2071005" y="505133"/>
                </a:lnTo>
                <a:lnTo>
                  <a:pt x="2083125" y="500782"/>
                </a:lnTo>
                <a:lnTo>
                  <a:pt x="2091772" y="497633"/>
                </a:lnTo>
                <a:lnTo>
                  <a:pt x="2097492" y="495577"/>
                </a:lnTo>
                <a:lnTo>
                  <a:pt x="2111858" y="490358"/>
                </a:lnTo>
                <a:lnTo>
                  <a:pt x="2112478" y="490132"/>
                </a:lnTo>
                <a:lnTo>
                  <a:pt x="2126224" y="485199"/>
                </a:lnTo>
                <a:lnTo>
                  <a:pt x="2133270" y="482632"/>
                </a:lnTo>
                <a:lnTo>
                  <a:pt x="2140591" y="480002"/>
                </a:lnTo>
                <a:lnTo>
                  <a:pt x="2153974" y="475132"/>
                </a:lnTo>
                <a:lnTo>
                  <a:pt x="2154957" y="474778"/>
                </a:lnTo>
                <a:lnTo>
                  <a:pt x="2169323" y="469613"/>
                </a:lnTo>
                <a:lnTo>
                  <a:pt x="2174762" y="467631"/>
                </a:lnTo>
                <a:lnTo>
                  <a:pt x="2183690" y="464424"/>
                </a:lnTo>
                <a:lnTo>
                  <a:pt x="2195486" y="460131"/>
                </a:lnTo>
                <a:lnTo>
                  <a:pt x="2198056" y="459207"/>
                </a:lnTo>
                <a:lnTo>
                  <a:pt x="2212423" y="454025"/>
                </a:lnTo>
                <a:lnTo>
                  <a:pt x="2216249" y="452631"/>
                </a:lnTo>
                <a:lnTo>
                  <a:pt x="2226789" y="448846"/>
                </a:lnTo>
                <a:lnTo>
                  <a:pt x="2236993" y="445130"/>
                </a:lnTo>
                <a:lnTo>
                  <a:pt x="2241155" y="443634"/>
                </a:lnTo>
                <a:lnTo>
                  <a:pt x="2255522" y="438454"/>
                </a:lnTo>
                <a:lnTo>
                  <a:pt x="2257765" y="437630"/>
                </a:lnTo>
                <a:lnTo>
                  <a:pt x="2269888" y="433300"/>
                </a:lnTo>
                <a:lnTo>
                  <a:pt x="2278496" y="430130"/>
                </a:lnTo>
                <a:lnTo>
                  <a:pt x="2284255" y="428060"/>
                </a:lnTo>
                <a:lnTo>
                  <a:pt x="2298621" y="422881"/>
                </a:lnTo>
                <a:lnTo>
                  <a:pt x="2299359" y="422629"/>
                </a:lnTo>
                <a:lnTo>
                  <a:pt x="2312987" y="418123"/>
                </a:lnTo>
                <a:lnTo>
                  <a:pt x="2321718" y="415129"/>
                </a:lnTo>
                <a:lnTo>
                  <a:pt x="2327353" y="413249"/>
                </a:lnTo>
                <a:lnTo>
                  <a:pt x="2341720" y="408337"/>
                </a:lnTo>
                <a:lnTo>
                  <a:pt x="2343819" y="407629"/>
                </a:lnTo>
                <a:lnTo>
                  <a:pt x="2356086" y="403547"/>
                </a:lnTo>
                <a:lnTo>
                  <a:pt x="2366221" y="400129"/>
                </a:lnTo>
                <a:lnTo>
                  <a:pt x="2370453" y="398719"/>
                </a:lnTo>
                <a:lnTo>
                  <a:pt x="2384819" y="393908"/>
                </a:lnTo>
                <a:lnTo>
                  <a:pt x="2388612" y="392628"/>
                </a:lnTo>
                <a:lnTo>
                  <a:pt x="2399185" y="389109"/>
                </a:lnTo>
                <a:lnTo>
                  <a:pt x="2410034" y="385128"/>
                </a:lnTo>
                <a:lnTo>
                  <a:pt x="2413552" y="383636"/>
                </a:lnTo>
                <a:lnTo>
                  <a:pt x="2427523" y="377628"/>
                </a:lnTo>
                <a:lnTo>
                  <a:pt x="2427918" y="377458"/>
                </a:lnTo>
                <a:lnTo>
                  <a:pt x="2442285" y="371310"/>
                </a:lnTo>
                <a:lnTo>
                  <a:pt x="2445033" y="370127"/>
                </a:lnTo>
                <a:lnTo>
                  <a:pt x="2456651" y="365158"/>
                </a:lnTo>
                <a:lnTo>
                  <a:pt x="2462533" y="362627"/>
                </a:lnTo>
                <a:lnTo>
                  <a:pt x="2471017" y="358997"/>
                </a:lnTo>
                <a:lnTo>
                  <a:pt x="2480015" y="355127"/>
                </a:lnTo>
                <a:lnTo>
                  <a:pt x="2485384" y="352829"/>
                </a:lnTo>
                <a:lnTo>
                  <a:pt x="2497480" y="347627"/>
                </a:lnTo>
                <a:lnTo>
                  <a:pt x="2499750" y="346655"/>
                </a:lnTo>
                <a:lnTo>
                  <a:pt x="2514116" y="340486"/>
                </a:lnTo>
                <a:lnTo>
                  <a:pt x="2514952" y="340126"/>
                </a:lnTo>
                <a:lnTo>
                  <a:pt x="2528483" y="334339"/>
                </a:lnTo>
                <a:lnTo>
                  <a:pt x="2532465" y="332626"/>
                </a:lnTo>
                <a:lnTo>
                  <a:pt x="2542849" y="328184"/>
                </a:lnTo>
                <a:lnTo>
                  <a:pt x="2549957" y="325126"/>
                </a:lnTo>
                <a:lnTo>
                  <a:pt x="2557216" y="322020"/>
                </a:lnTo>
                <a:lnTo>
                  <a:pt x="2567432" y="317625"/>
                </a:lnTo>
                <a:lnTo>
                  <a:pt x="2571582" y="315849"/>
                </a:lnTo>
                <a:lnTo>
                  <a:pt x="2584892" y="310125"/>
                </a:lnTo>
                <a:lnTo>
                  <a:pt x="2585949" y="309673"/>
                </a:lnTo>
                <a:lnTo>
                  <a:pt x="2600315" y="303606"/>
                </a:lnTo>
                <a:lnTo>
                  <a:pt x="2602671" y="302625"/>
                </a:lnTo>
                <a:lnTo>
                  <a:pt x="2614681" y="297659"/>
                </a:lnTo>
                <a:lnTo>
                  <a:pt x="2620770" y="295124"/>
                </a:lnTo>
                <a:lnTo>
                  <a:pt x="2629048" y="291701"/>
                </a:lnTo>
                <a:lnTo>
                  <a:pt x="2638845" y="287624"/>
                </a:lnTo>
                <a:lnTo>
                  <a:pt x="2643414" y="285734"/>
                </a:lnTo>
                <a:lnTo>
                  <a:pt x="2656898" y="280124"/>
                </a:lnTo>
                <a:lnTo>
                  <a:pt x="2657780" y="279759"/>
                </a:lnTo>
                <a:lnTo>
                  <a:pt x="2672147" y="273811"/>
                </a:lnTo>
                <a:lnTo>
                  <a:pt x="2674999" y="272623"/>
                </a:lnTo>
                <a:lnTo>
                  <a:pt x="2686513" y="267863"/>
                </a:lnTo>
                <a:lnTo>
                  <a:pt x="2693094" y="265123"/>
                </a:lnTo>
                <a:lnTo>
                  <a:pt x="2700879" y="261903"/>
                </a:lnTo>
                <a:lnTo>
                  <a:pt x="2711166" y="257623"/>
                </a:lnTo>
                <a:lnTo>
                  <a:pt x="2715246" y="255935"/>
                </a:lnTo>
                <a:lnTo>
                  <a:pt x="2729217" y="250123"/>
                </a:lnTo>
                <a:lnTo>
                  <a:pt x="2729612" y="249959"/>
                </a:lnTo>
                <a:lnTo>
                  <a:pt x="2743979" y="244016"/>
                </a:lnTo>
                <a:lnTo>
                  <a:pt x="2747326" y="242622"/>
                </a:lnTo>
                <a:lnTo>
                  <a:pt x="2758345" y="238066"/>
                </a:lnTo>
                <a:lnTo>
                  <a:pt x="2765418" y="235122"/>
                </a:lnTo>
                <a:lnTo>
                  <a:pt x="2772711" y="232105"/>
                </a:lnTo>
                <a:lnTo>
                  <a:pt x="2783486" y="227622"/>
                </a:lnTo>
                <a:lnTo>
                  <a:pt x="2787078" y="226136"/>
                </a:lnTo>
                <a:lnTo>
                  <a:pt x="2801444" y="220160"/>
                </a:lnTo>
                <a:lnTo>
                  <a:pt x="2801537" y="220121"/>
                </a:lnTo>
                <a:lnTo>
                  <a:pt x="2815811" y="214221"/>
                </a:lnTo>
                <a:lnTo>
                  <a:pt x="2819653" y="212621"/>
                </a:lnTo>
                <a:lnTo>
                  <a:pt x="2830177" y="208269"/>
                </a:lnTo>
                <a:lnTo>
                  <a:pt x="2837741" y="205121"/>
                </a:lnTo>
                <a:lnTo>
                  <a:pt x="2844543" y="202307"/>
                </a:lnTo>
                <a:lnTo>
                  <a:pt x="2855807" y="197621"/>
                </a:lnTo>
                <a:lnTo>
                  <a:pt x="2858910" y="196337"/>
                </a:lnTo>
                <a:lnTo>
                  <a:pt x="2873276" y="190366"/>
                </a:lnTo>
                <a:lnTo>
                  <a:pt x="2873867" y="190120"/>
                </a:lnTo>
                <a:lnTo>
                  <a:pt x="2887642" y="184425"/>
                </a:lnTo>
                <a:lnTo>
                  <a:pt x="2891979" y="182620"/>
                </a:lnTo>
                <a:lnTo>
                  <a:pt x="2902009" y="178472"/>
                </a:lnTo>
                <a:lnTo>
                  <a:pt x="2910064" y="175120"/>
                </a:lnTo>
                <a:lnTo>
                  <a:pt x="2916375" y="172509"/>
                </a:lnTo>
                <a:lnTo>
                  <a:pt x="2928127" y="167619"/>
                </a:lnTo>
                <a:lnTo>
                  <a:pt x="2930742" y="166537"/>
                </a:lnTo>
                <a:lnTo>
                  <a:pt x="2945108" y="160572"/>
                </a:lnTo>
                <a:lnTo>
                  <a:pt x="2946196" y="160119"/>
                </a:lnTo>
                <a:lnTo>
                  <a:pt x="2959474" y="154629"/>
                </a:lnTo>
                <a:lnTo>
                  <a:pt x="2964304" y="152619"/>
                </a:lnTo>
                <a:lnTo>
                  <a:pt x="2973841" y="148675"/>
                </a:lnTo>
                <a:lnTo>
                  <a:pt x="2982386" y="145118"/>
                </a:lnTo>
                <a:lnTo>
                  <a:pt x="2988207" y="142711"/>
                </a:lnTo>
                <a:lnTo>
                  <a:pt x="3000446" y="137618"/>
                </a:lnTo>
                <a:lnTo>
                  <a:pt x="3002574" y="136738"/>
                </a:lnTo>
                <a:lnTo>
                  <a:pt x="3016940" y="130778"/>
                </a:lnTo>
                <a:lnTo>
                  <a:pt x="3018525" y="130118"/>
                </a:lnTo>
                <a:lnTo>
                  <a:pt x="3031306" y="124833"/>
                </a:lnTo>
                <a:lnTo>
                  <a:pt x="3036629" y="122617"/>
                </a:lnTo>
                <a:lnTo>
                  <a:pt x="3045673" y="118878"/>
                </a:lnTo>
                <a:lnTo>
                  <a:pt x="3054708" y="115117"/>
                </a:lnTo>
                <a:lnTo>
                  <a:pt x="3060039" y="112912"/>
                </a:lnTo>
                <a:lnTo>
                  <a:pt x="3072766" y="107617"/>
                </a:lnTo>
                <a:lnTo>
                  <a:pt x="3074405" y="106939"/>
                </a:lnTo>
                <a:lnTo>
                  <a:pt x="3088772" y="100983"/>
                </a:lnTo>
                <a:lnTo>
                  <a:pt x="3090853" y="100117"/>
                </a:lnTo>
                <a:lnTo>
                  <a:pt x="3103138" y="95037"/>
                </a:lnTo>
                <a:lnTo>
                  <a:pt x="3108954" y="92616"/>
                </a:lnTo>
                <a:lnTo>
                  <a:pt x="3117504" y="89080"/>
                </a:lnTo>
                <a:lnTo>
                  <a:pt x="3127030" y="85116"/>
                </a:lnTo>
                <a:lnTo>
                  <a:pt x="3131871" y="83113"/>
                </a:lnTo>
                <a:lnTo>
                  <a:pt x="3145085" y="77616"/>
                </a:lnTo>
                <a:lnTo>
                  <a:pt x="3146237" y="77139"/>
                </a:lnTo>
                <a:lnTo>
                  <a:pt x="3160604" y="71188"/>
                </a:lnTo>
                <a:lnTo>
                  <a:pt x="3163181" y="70115"/>
                </a:lnTo>
                <a:lnTo>
                  <a:pt x="3174970" y="65241"/>
                </a:lnTo>
                <a:lnTo>
                  <a:pt x="3181278" y="62615"/>
                </a:lnTo>
                <a:lnTo>
                  <a:pt x="3189336" y="59283"/>
                </a:lnTo>
                <a:lnTo>
                  <a:pt x="3199351" y="55115"/>
                </a:lnTo>
                <a:lnTo>
                  <a:pt x="3203703" y="53315"/>
                </a:lnTo>
                <a:lnTo>
                  <a:pt x="3217403" y="47615"/>
                </a:lnTo>
                <a:lnTo>
                  <a:pt x="3218069" y="47339"/>
                </a:lnTo>
                <a:lnTo>
                  <a:pt x="3232436" y="41394"/>
                </a:lnTo>
                <a:lnTo>
                  <a:pt x="3235508" y="40114"/>
                </a:lnTo>
                <a:lnTo>
                  <a:pt x="3246802" y="35444"/>
                </a:lnTo>
                <a:lnTo>
                  <a:pt x="3253602" y="32614"/>
                </a:lnTo>
                <a:lnTo>
                  <a:pt x="3261168" y="29485"/>
                </a:lnTo>
                <a:lnTo>
                  <a:pt x="3261168" y="25114"/>
                </a:lnTo>
                <a:lnTo>
                  <a:pt x="3261168" y="17613"/>
                </a:lnTo>
                <a:lnTo>
                  <a:pt x="3261168" y="10113"/>
                </a:lnTo>
                <a:lnTo>
                  <a:pt x="3261168" y="2613"/>
                </a:lnTo>
                <a:lnTo>
                  <a:pt x="3261168" y="0"/>
                </a:lnTo>
                <a:lnTo>
                  <a:pt x="3254881" y="2613"/>
                </a:lnTo>
                <a:lnTo>
                  <a:pt x="3246802" y="5960"/>
                </a:lnTo>
                <a:lnTo>
                  <a:pt x="3236805" y="10113"/>
                </a:lnTo>
                <a:lnTo>
                  <a:pt x="3232436" y="11924"/>
                </a:lnTo>
                <a:lnTo>
                  <a:pt x="3218739" y="17613"/>
                </a:lnTo>
                <a:lnTo>
                  <a:pt x="3218069" y="17891"/>
                </a:lnTo>
                <a:lnTo>
                  <a:pt x="3203703" y="23842"/>
                </a:lnTo>
                <a:lnTo>
                  <a:pt x="3200645" y="25114"/>
                </a:lnTo>
                <a:lnTo>
                  <a:pt x="3189336" y="29797"/>
                </a:lnTo>
                <a:lnTo>
                  <a:pt x="3182558" y="32614"/>
                </a:lnTo>
                <a:lnTo>
                  <a:pt x="3174970" y="35757"/>
                </a:lnTo>
                <a:lnTo>
                  <a:pt x="3164483" y="40114"/>
                </a:lnTo>
                <a:lnTo>
                  <a:pt x="3160604" y="41722"/>
                </a:lnTo>
                <a:lnTo>
                  <a:pt x="3146418" y="47615"/>
                </a:lnTo>
                <a:lnTo>
                  <a:pt x="3146237" y="47689"/>
                </a:lnTo>
                <a:lnTo>
                  <a:pt x="3131871" y="53639"/>
                </a:lnTo>
                <a:lnTo>
                  <a:pt x="3128319" y="55115"/>
                </a:lnTo>
                <a:lnTo>
                  <a:pt x="3117504" y="59594"/>
                </a:lnTo>
                <a:lnTo>
                  <a:pt x="3110234" y="62615"/>
                </a:lnTo>
                <a:lnTo>
                  <a:pt x="3103138" y="65555"/>
                </a:lnTo>
                <a:lnTo>
                  <a:pt x="3092161" y="70115"/>
                </a:lnTo>
                <a:lnTo>
                  <a:pt x="3088772" y="71520"/>
                </a:lnTo>
                <a:lnTo>
                  <a:pt x="3074405" y="77486"/>
                </a:lnTo>
                <a:lnTo>
                  <a:pt x="3074093" y="77616"/>
                </a:lnTo>
                <a:lnTo>
                  <a:pt x="3060039" y="83435"/>
                </a:lnTo>
                <a:lnTo>
                  <a:pt x="3055994" y="85116"/>
                </a:lnTo>
                <a:lnTo>
                  <a:pt x="3045673" y="89391"/>
                </a:lnTo>
                <a:lnTo>
                  <a:pt x="3037911" y="92616"/>
                </a:lnTo>
                <a:lnTo>
                  <a:pt x="3031306" y="95353"/>
                </a:lnTo>
                <a:lnTo>
                  <a:pt x="3019840" y="100117"/>
                </a:lnTo>
                <a:lnTo>
                  <a:pt x="3016940" y="101318"/>
                </a:lnTo>
                <a:lnTo>
                  <a:pt x="3002574" y="107281"/>
                </a:lnTo>
                <a:lnTo>
                  <a:pt x="3001766" y="107617"/>
                </a:lnTo>
                <a:lnTo>
                  <a:pt x="2988207" y="113231"/>
                </a:lnTo>
                <a:lnTo>
                  <a:pt x="2983670" y="115117"/>
                </a:lnTo>
                <a:lnTo>
                  <a:pt x="2973841" y="119188"/>
                </a:lnTo>
                <a:lnTo>
                  <a:pt x="2965588" y="122617"/>
                </a:lnTo>
                <a:lnTo>
                  <a:pt x="2959474" y="125151"/>
                </a:lnTo>
                <a:lnTo>
                  <a:pt x="2947518" y="130118"/>
                </a:lnTo>
                <a:lnTo>
                  <a:pt x="2945108" y="131116"/>
                </a:lnTo>
                <a:lnTo>
                  <a:pt x="2930742" y="137077"/>
                </a:lnTo>
                <a:lnTo>
                  <a:pt x="2929439" y="137618"/>
                </a:lnTo>
                <a:lnTo>
                  <a:pt x="2916375" y="143028"/>
                </a:lnTo>
                <a:lnTo>
                  <a:pt x="2911346" y="145118"/>
                </a:lnTo>
                <a:lnTo>
                  <a:pt x="2902009" y="148986"/>
                </a:lnTo>
                <a:lnTo>
                  <a:pt x="2893266" y="152619"/>
                </a:lnTo>
                <a:lnTo>
                  <a:pt x="2887642" y="154948"/>
                </a:lnTo>
                <a:lnTo>
                  <a:pt x="2875196" y="160119"/>
                </a:lnTo>
                <a:lnTo>
                  <a:pt x="2873276" y="160915"/>
                </a:lnTo>
                <a:lnTo>
                  <a:pt x="2858910" y="166872"/>
                </a:lnTo>
                <a:lnTo>
                  <a:pt x="2857113" y="167619"/>
                </a:lnTo>
                <a:lnTo>
                  <a:pt x="2844543" y="172825"/>
                </a:lnTo>
                <a:lnTo>
                  <a:pt x="2839021" y="175120"/>
                </a:lnTo>
                <a:lnTo>
                  <a:pt x="2830177" y="178783"/>
                </a:lnTo>
                <a:lnTo>
                  <a:pt x="2820943" y="182620"/>
                </a:lnTo>
                <a:lnTo>
                  <a:pt x="2815811" y="184746"/>
                </a:lnTo>
                <a:lnTo>
                  <a:pt x="2802875" y="190120"/>
                </a:lnTo>
                <a:lnTo>
                  <a:pt x="2801444" y="190713"/>
                </a:lnTo>
                <a:lnTo>
                  <a:pt x="2787078" y="196668"/>
                </a:lnTo>
                <a:lnTo>
                  <a:pt x="2784787" y="197621"/>
                </a:lnTo>
                <a:lnTo>
                  <a:pt x="2772711" y="202621"/>
                </a:lnTo>
                <a:lnTo>
                  <a:pt x="2766697" y="205121"/>
                </a:lnTo>
                <a:lnTo>
                  <a:pt x="2758345" y="208581"/>
                </a:lnTo>
                <a:lnTo>
                  <a:pt x="2748621" y="212621"/>
                </a:lnTo>
                <a:lnTo>
                  <a:pt x="2743979" y="214544"/>
                </a:lnTo>
                <a:lnTo>
                  <a:pt x="2730553" y="220121"/>
                </a:lnTo>
                <a:lnTo>
                  <a:pt x="2729612" y="220511"/>
                </a:lnTo>
                <a:lnTo>
                  <a:pt x="2715246" y="226464"/>
                </a:lnTo>
                <a:lnTo>
                  <a:pt x="2712462" y="227622"/>
                </a:lnTo>
                <a:lnTo>
                  <a:pt x="2700879" y="232418"/>
                </a:lnTo>
                <a:lnTo>
                  <a:pt x="2694374" y="235122"/>
                </a:lnTo>
                <a:lnTo>
                  <a:pt x="2686513" y="238378"/>
                </a:lnTo>
                <a:lnTo>
                  <a:pt x="2676298" y="242622"/>
                </a:lnTo>
                <a:lnTo>
                  <a:pt x="2672147" y="244342"/>
                </a:lnTo>
                <a:lnTo>
                  <a:pt x="2658232" y="250123"/>
                </a:lnTo>
                <a:lnTo>
                  <a:pt x="2657780" y="250310"/>
                </a:lnTo>
                <a:lnTo>
                  <a:pt x="2643414" y="256281"/>
                </a:lnTo>
                <a:lnTo>
                  <a:pt x="2640286" y="257623"/>
                </a:lnTo>
                <a:lnTo>
                  <a:pt x="2629048" y="262392"/>
                </a:lnTo>
                <a:lnTo>
                  <a:pt x="2622691" y="265123"/>
                </a:lnTo>
                <a:lnTo>
                  <a:pt x="2614681" y="268555"/>
                </a:lnTo>
                <a:lnTo>
                  <a:pt x="2605211" y="272623"/>
                </a:lnTo>
                <a:lnTo>
                  <a:pt x="2600315" y="274721"/>
                </a:lnTo>
                <a:lnTo>
                  <a:pt x="2587737" y="280124"/>
                </a:lnTo>
                <a:lnTo>
                  <a:pt x="2585949" y="280890"/>
                </a:lnTo>
                <a:lnTo>
                  <a:pt x="2571582" y="287131"/>
                </a:lnTo>
                <a:lnTo>
                  <a:pt x="2570464" y="287624"/>
                </a:lnTo>
                <a:lnTo>
                  <a:pt x="2557216" y="293466"/>
                </a:lnTo>
                <a:lnTo>
                  <a:pt x="2553455" y="295124"/>
                </a:lnTo>
                <a:lnTo>
                  <a:pt x="2542849" y="299799"/>
                </a:lnTo>
                <a:lnTo>
                  <a:pt x="2536439" y="302625"/>
                </a:lnTo>
                <a:lnTo>
                  <a:pt x="2528483" y="306130"/>
                </a:lnTo>
                <a:lnTo>
                  <a:pt x="2519411" y="310125"/>
                </a:lnTo>
                <a:lnTo>
                  <a:pt x="2514116" y="312457"/>
                </a:lnTo>
                <a:lnTo>
                  <a:pt x="2502372" y="317625"/>
                </a:lnTo>
                <a:lnTo>
                  <a:pt x="2499750" y="318780"/>
                </a:lnTo>
                <a:lnTo>
                  <a:pt x="2485384" y="325098"/>
                </a:lnTo>
                <a:lnTo>
                  <a:pt x="2485323" y="325126"/>
                </a:lnTo>
                <a:lnTo>
                  <a:pt x="2471017" y="331488"/>
                </a:lnTo>
                <a:lnTo>
                  <a:pt x="2468468" y="332626"/>
                </a:lnTo>
                <a:lnTo>
                  <a:pt x="2456651" y="337882"/>
                </a:lnTo>
                <a:lnTo>
                  <a:pt x="2451625" y="340126"/>
                </a:lnTo>
                <a:lnTo>
                  <a:pt x="2442285" y="344282"/>
                </a:lnTo>
                <a:lnTo>
                  <a:pt x="2434790" y="347627"/>
                </a:lnTo>
                <a:lnTo>
                  <a:pt x="2427918" y="350684"/>
                </a:lnTo>
                <a:lnTo>
                  <a:pt x="2417962" y="355127"/>
                </a:lnTo>
                <a:lnTo>
                  <a:pt x="2413552" y="357090"/>
                </a:lnTo>
                <a:lnTo>
                  <a:pt x="2401139" y="362627"/>
                </a:lnTo>
                <a:lnTo>
                  <a:pt x="2399185" y="363497"/>
                </a:lnTo>
                <a:lnTo>
                  <a:pt x="2384819" y="369900"/>
                </a:lnTo>
                <a:lnTo>
                  <a:pt x="2384310" y="370127"/>
                </a:lnTo>
                <a:lnTo>
                  <a:pt x="2370453" y="376291"/>
                </a:lnTo>
                <a:lnTo>
                  <a:pt x="2367249" y="377628"/>
                </a:lnTo>
                <a:lnTo>
                  <a:pt x="2356086" y="381687"/>
                </a:lnTo>
                <a:lnTo>
                  <a:pt x="2346603" y="385128"/>
                </a:lnTo>
                <a:lnTo>
                  <a:pt x="2341720" y="386889"/>
                </a:lnTo>
                <a:lnTo>
                  <a:pt x="2327353" y="392088"/>
                </a:lnTo>
                <a:lnTo>
                  <a:pt x="2325867" y="392628"/>
                </a:lnTo>
                <a:lnTo>
                  <a:pt x="2312987" y="397267"/>
                </a:lnTo>
                <a:lnTo>
                  <a:pt x="2305105" y="400129"/>
                </a:lnTo>
                <a:lnTo>
                  <a:pt x="2298621" y="402467"/>
                </a:lnTo>
                <a:lnTo>
                  <a:pt x="2284384" y="407629"/>
                </a:lnTo>
                <a:lnTo>
                  <a:pt x="2284255" y="407676"/>
                </a:lnTo>
                <a:lnTo>
                  <a:pt x="2269888" y="412849"/>
                </a:lnTo>
                <a:lnTo>
                  <a:pt x="2263610" y="415129"/>
                </a:lnTo>
                <a:lnTo>
                  <a:pt x="2255522" y="418045"/>
                </a:lnTo>
                <a:lnTo>
                  <a:pt x="2242881" y="422629"/>
                </a:lnTo>
                <a:lnTo>
                  <a:pt x="2241155" y="423252"/>
                </a:lnTo>
                <a:lnTo>
                  <a:pt x="2226789" y="428433"/>
                </a:lnTo>
                <a:lnTo>
                  <a:pt x="2222117" y="430130"/>
                </a:lnTo>
                <a:lnTo>
                  <a:pt x="2212423" y="433624"/>
                </a:lnTo>
                <a:lnTo>
                  <a:pt x="2201379" y="437630"/>
                </a:lnTo>
                <a:lnTo>
                  <a:pt x="2198056" y="438829"/>
                </a:lnTo>
                <a:lnTo>
                  <a:pt x="2183690" y="444018"/>
                </a:lnTo>
                <a:lnTo>
                  <a:pt x="2180628" y="445130"/>
                </a:lnTo>
                <a:lnTo>
                  <a:pt x="2169323" y="449203"/>
                </a:lnTo>
                <a:lnTo>
                  <a:pt x="2159879" y="452631"/>
                </a:lnTo>
                <a:lnTo>
                  <a:pt x="2154957" y="454406"/>
                </a:lnTo>
                <a:lnTo>
                  <a:pt x="2140591" y="459605"/>
                </a:lnTo>
                <a:lnTo>
                  <a:pt x="2139143" y="460131"/>
                </a:lnTo>
                <a:lnTo>
                  <a:pt x="2126224" y="464784"/>
                </a:lnTo>
                <a:lnTo>
                  <a:pt x="2118381" y="467631"/>
                </a:lnTo>
                <a:lnTo>
                  <a:pt x="2111858" y="469984"/>
                </a:lnTo>
                <a:lnTo>
                  <a:pt x="2097660" y="475132"/>
                </a:lnTo>
                <a:lnTo>
                  <a:pt x="2097492" y="475192"/>
                </a:lnTo>
                <a:lnTo>
                  <a:pt x="2083125" y="480366"/>
                </a:lnTo>
                <a:lnTo>
                  <a:pt x="2076886" y="482632"/>
                </a:lnTo>
                <a:lnTo>
                  <a:pt x="2068759" y="485562"/>
                </a:lnTo>
                <a:lnTo>
                  <a:pt x="2056157" y="490132"/>
                </a:lnTo>
                <a:lnTo>
                  <a:pt x="2054392" y="490769"/>
                </a:lnTo>
                <a:lnTo>
                  <a:pt x="2040026" y="495950"/>
                </a:lnTo>
                <a:lnTo>
                  <a:pt x="2035393" y="497633"/>
                </a:lnTo>
                <a:lnTo>
                  <a:pt x="2025660" y="501140"/>
                </a:lnTo>
                <a:lnTo>
                  <a:pt x="2014655" y="505133"/>
                </a:lnTo>
                <a:lnTo>
                  <a:pt x="2011293" y="506346"/>
                </a:lnTo>
                <a:lnTo>
                  <a:pt x="1996927" y="511535"/>
                </a:lnTo>
                <a:lnTo>
                  <a:pt x="1993905" y="512633"/>
                </a:lnTo>
                <a:lnTo>
                  <a:pt x="1982560" y="516720"/>
                </a:lnTo>
                <a:lnTo>
                  <a:pt x="1973155" y="520133"/>
                </a:lnTo>
                <a:lnTo>
                  <a:pt x="1968194" y="521923"/>
                </a:lnTo>
                <a:lnTo>
                  <a:pt x="1953828" y="527122"/>
                </a:lnTo>
                <a:lnTo>
                  <a:pt x="1952420" y="527634"/>
                </a:lnTo>
                <a:lnTo>
                  <a:pt x="1939461" y="532301"/>
                </a:lnTo>
                <a:lnTo>
                  <a:pt x="1931657" y="535134"/>
                </a:lnTo>
                <a:lnTo>
                  <a:pt x="1925095" y="537500"/>
                </a:lnTo>
                <a:lnTo>
                  <a:pt x="1910936" y="542634"/>
                </a:lnTo>
                <a:lnTo>
                  <a:pt x="1910729" y="542709"/>
                </a:lnTo>
                <a:lnTo>
                  <a:pt x="1896362" y="547883"/>
                </a:lnTo>
                <a:lnTo>
                  <a:pt x="1890162" y="550135"/>
                </a:lnTo>
                <a:lnTo>
                  <a:pt x="1881996" y="553078"/>
                </a:lnTo>
                <a:lnTo>
                  <a:pt x="1869433" y="557635"/>
                </a:lnTo>
                <a:lnTo>
                  <a:pt x="1867629" y="558286"/>
                </a:lnTo>
                <a:lnTo>
                  <a:pt x="1853263" y="563467"/>
                </a:lnTo>
                <a:lnTo>
                  <a:pt x="1848670" y="565135"/>
                </a:lnTo>
                <a:lnTo>
                  <a:pt x="1838897" y="568657"/>
                </a:lnTo>
                <a:lnTo>
                  <a:pt x="1827932" y="572635"/>
                </a:lnTo>
                <a:lnTo>
                  <a:pt x="1824530" y="573863"/>
                </a:lnTo>
                <a:lnTo>
                  <a:pt x="1810164" y="579052"/>
                </a:lnTo>
                <a:lnTo>
                  <a:pt x="1807181" y="580136"/>
                </a:lnTo>
                <a:lnTo>
                  <a:pt x="1795798" y="584237"/>
                </a:lnTo>
                <a:lnTo>
                  <a:pt x="1786432" y="587636"/>
                </a:lnTo>
                <a:lnTo>
                  <a:pt x="1781431" y="589440"/>
                </a:lnTo>
                <a:lnTo>
                  <a:pt x="1767065" y="594639"/>
                </a:lnTo>
                <a:lnTo>
                  <a:pt x="1765696" y="595136"/>
                </a:lnTo>
                <a:lnTo>
                  <a:pt x="1752698" y="599818"/>
                </a:lnTo>
                <a:lnTo>
                  <a:pt x="1744934" y="602637"/>
                </a:lnTo>
                <a:lnTo>
                  <a:pt x="1738332" y="605017"/>
                </a:lnTo>
                <a:lnTo>
                  <a:pt x="1724212" y="610137"/>
                </a:lnTo>
                <a:lnTo>
                  <a:pt x="1723966" y="610226"/>
                </a:lnTo>
                <a:lnTo>
                  <a:pt x="1709599" y="615400"/>
                </a:lnTo>
                <a:lnTo>
                  <a:pt x="1703438" y="617637"/>
                </a:lnTo>
                <a:lnTo>
                  <a:pt x="1695233" y="620595"/>
                </a:lnTo>
                <a:lnTo>
                  <a:pt x="1682709" y="625137"/>
                </a:lnTo>
                <a:lnTo>
                  <a:pt x="1680866" y="625803"/>
                </a:lnTo>
                <a:lnTo>
                  <a:pt x="1666500" y="630984"/>
                </a:lnTo>
                <a:lnTo>
                  <a:pt x="1661946" y="632638"/>
                </a:lnTo>
                <a:lnTo>
                  <a:pt x="1652134" y="636174"/>
                </a:lnTo>
                <a:lnTo>
                  <a:pt x="1641208" y="640138"/>
                </a:lnTo>
                <a:lnTo>
                  <a:pt x="1637767" y="641379"/>
                </a:lnTo>
                <a:lnTo>
                  <a:pt x="1623401" y="646569"/>
                </a:lnTo>
                <a:lnTo>
                  <a:pt x="1620457" y="647638"/>
                </a:lnTo>
                <a:lnTo>
                  <a:pt x="1609035" y="651754"/>
                </a:lnTo>
                <a:lnTo>
                  <a:pt x="1599708" y="655139"/>
                </a:lnTo>
                <a:lnTo>
                  <a:pt x="1594668" y="656957"/>
                </a:lnTo>
                <a:lnTo>
                  <a:pt x="1580302" y="662156"/>
                </a:lnTo>
                <a:lnTo>
                  <a:pt x="1578973" y="662639"/>
                </a:lnTo>
                <a:lnTo>
                  <a:pt x="1565935" y="667335"/>
                </a:lnTo>
                <a:lnTo>
                  <a:pt x="1558210" y="670139"/>
                </a:lnTo>
                <a:lnTo>
                  <a:pt x="1551569" y="672534"/>
                </a:lnTo>
                <a:lnTo>
                  <a:pt x="1537488" y="677640"/>
                </a:lnTo>
                <a:lnTo>
                  <a:pt x="1537203" y="677743"/>
                </a:lnTo>
                <a:lnTo>
                  <a:pt x="1522836" y="682917"/>
                </a:lnTo>
                <a:lnTo>
                  <a:pt x="1517158" y="685140"/>
                </a:lnTo>
                <a:lnTo>
                  <a:pt x="1508470" y="688557"/>
                </a:lnTo>
                <a:lnTo>
                  <a:pt x="1498340" y="692640"/>
                </a:lnTo>
                <a:lnTo>
                  <a:pt x="1494104" y="694341"/>
                </a:lnTo>
                <a:lnTo>
                  <a:pt x="1479737" y="700128"/>
                </a:lnTo>
                <a:lnTo>
                  <a:pt x="1479706" y="700140"/>
                </a:lnTo>
                <a:lnTo>
                  <a:pt x="1465371" y="705886"/>
                </a:lnTo>
                <a:lnTo>
                  <a:pt x="1461022" y="707641"/>
                </a:lnTo>
                <a:lnTo>
                  <a:pt x="1451004" y="711659"/>
                </a:lnTo>
                <a:lnTo>
                  <a:pt x="1442367" y="715141"/>
                </a:lnTo>
                <a:lnTo>
                  <a:pt x="1436638" y="717440"/>
                </a:lnTo>
                <a:lnTo>
                  <a:pt x="1423730" y="722641"/>
                </a:lnTo>
                <a:lnTo>
                  <a:pt x="1422272" y="723227"/>
                </a:lnTo>
                <a:lnTo>
                  <a:pt x="1407905" y="728993"/>
                </a:lnTo>
                <a:lnTo>
                  <a:pt x="1405060" y="730142"/>
                </a:lnTo>
                <a:lnTo>
                  <a:pt x="1393539" y="734761"/>
                </a:lnTo>
                <a:lnTo>
                  <a:pt x="1386396" y="737642"/>
                </a:lnTo>
                <a:lnTo>
                  <a:pt x="1379172" y="740540"/>
                </a:lnTo>
                <a:lnTo>
                  <a:pt x="1367754" y="745142"/>
                </a:lnTo>
                <a:lnTo>
                  <a:pt x="1364806" y="746326"/>
                </a:lnTo>
                <a:lnTo>
                  <a:pt x="1350440" y="752103"/>
                </a:lnTo>
                <a:lnTo>
                  <a:pt x="1349102" y="752643"/>
                </a:lnTo>
                <a:lnTo>
                  <a:pt x="1336073" y="757865"/>
                </a:lnTo>
                <a:lnTo>
                  <a:pt x="1330428" y="760143"/>
                </a:lnTo>
                <a:lnTo>
                  <a:pt x="1321707" y="763641"/>
                </a:lnTo>
                <a:lnTo>
                  <a:pt x="1311779" y="767643"/>
                </a:lnTo>
                <a:lnTo>
                  <a:pt x="1307341" y="769425"/>
                </a:lnTo>
                <a:lnTo>
                  <a:pt x="1293145" y="775143"/>
                </a:lnTo>
                <a:lnTo>
                  <a:pt x="1292974" y="775212"/>
                </a:lnTo>
                <a:lnTo>
                  <a:pt x="1278608" y="780971"/>
                </a:lnTo>
                <a:lnTo>
                  <a:pt x="1274462" y="782644"/>
                </a:lnTo>
                <a:lnTo>
                  <a:pt x="1264241" y="786743"/>
                </a:lnTo>
                <a:lnTo>
                  <a:pt x="1255806" y="790144"/>
                </a:lnTo>
                <a:lnTo>
                  <a:pt x="1249875" y="792524"/>
                </a:lnTo>
                <a:lnTo>
                  <a:pt x="1237168" y="797644"/>
                </a:lnTo>
                <a:lnTo>
                  <a:pt x="1235509" y="798311"/>
                </a:lnTo>
                <a:lnTo>
                  <a:pt x="1221142" y="804079"/>
                </a:lnTo>
                <a:lnTo>
                  <a:pt x="1218501" y="805145"/>
                </a:lnTo>
                <a:lnTo>
                  <a:pt x="1206776" y="809846"/>
                </a:lnTo>
                <a:lnTo>
                  <a:pt x="1199835" y="812645"/>
                </a:lnTo>
                <a:lnTo>
                  <a:pt x="1192410" y="815624"/>
                </a:lnTo>
                <a:lnTo>
                  <a:pt x="1181193" y="820145"/>
                </a:lnTo>
                <a:lnTo>
                  <a:pt x="1178043" y="821410"/>
                </a:lnTo>
                <a:lnTo>
                  <a:pt x="1163677" y="827188"/>
                </a:lnTo>
                <a:lnTo>
                  <a:pt x="1162543" y="827645"/>
                </a:lnTo>
                <a:lnTo>
                  <a:pt x="1149310" y="832950"/>
                </a:lnTo>
                <a:lnTo>
                  <a:pt x="1143867" y="835146"/>
                </a:lnTo>
                <a:lnTo>
                  <a:pt x="1134944" y="838725"/>
                </a:lnTo>
                <a:lnTo>
                  <a:pt x="1125218" y="842646"/>
                </a:lnTo>
                <a:lnTo>
                  <a:pt x="1120578" y="844509"/>
                </a:lnTo>
                <a:lnTo>
                  <a:pt x="1106437" y="850146"/>
                </a:lnTo>
                <a:lnTo>
                  <a:pt x="1106211" y="850236"/>
                </a:lnTo>
                <a:lnTo>
                  <a:pt x="1091845" y="855880"/>
                </a:lnTo>
                <a:lnTo>
                  <a:pt x="1087378" y="857647"/>
                </a:lnTo>
                <a:lnTo>
                  <a:pt x="1077478" y="861538"/>
                </a:lnTo>
                <a:lnTo>
                  <a:pt x="1068347" y="865147"/>
                </a:lnTo>
                <a:lnTo>
                  <a:pt x="1063112" y="867206"/>
                </a:lnTo>
                <a:lnTo>
                  <a:pt x="1049336" y="872647"/>
                </a:lnTo>
                <a:lnTo>
                  <a:pt x="1048746" y="872879"/>
                </a:lnTo>
                <a:lnTo>
                  <a:pt x="1034379" y="878525"/>
                </a:lnTo>
                <a:lnTo>
                  <a:pt x="1030279" y="880148"/>
                </a:lnTo>
                <a:lnTo>
                  <a:pt x="1020013" y="884182"/>
                </a:lnTo>
                <a:lnTo>
                  <a:pt x="1011245" y="887648"/>
                </a:lnTo>
                <a:lnTo>
                  <a:pt x="1005647" y="889850"/>
                </a:lnTo>
                <a:lnTo>
                  <a:pt x="992233" y="895148"/>
                </a:lnTo>
                <a:lnTo>
                  <a:pt x="991280" y="895523"/>
                </a:lnTo>
                <a:lnTo>
                  <a:pt x="976914" y="901171"/>
                </a:lnTo>
                <a:lnTo>
                  <a:pt x="973179" y="902648"/>
                </a:lnTo>
                <a:lnTo>
                  <a:pt x="962547" y="906827"/>
                </a:lnTo>
                <a:lnTo>
                  <a:pt x="954144" y="910149"/>
                </a:lnTo>
                <a:lnTo>
                  <a:pt x="948181" y="912494"/>
                </a:lnTo>
                <a:lnTo>
                  <a:pt x="935130" y="917649"/>
                </a:lnTo>
                <a:lnTo>
                  <a:pt x="933815" y="918167"/>
                </a:lnTo>
                <a:lnTo>
                  <a:pt x="919448" y="923817"/>
                </a:lnTo>
                <a:lnTo>
                  <a:pt x="916080" y="925149"/>
                </a:lnTo>
                <a:lnTo>
                  <a:pt x="905082" y="929527"/>
                </a:lnTo>
                <a:lnTo>
                  <a:pt x="897362" y="932650"/>
                </a:lnTo>
                <a:lnTo>
                  <a:pt x="890715" y="935405"/>
                </a:lnTo>
                <a:lnTo>
                  <a:pt x="879146" y="940150"/>
                </a:lnTo>
                <a:lnTo>
                  <a:pt x="876349" y="941293"/>
                </a:lnTo>
                <a:lnTo>
                  <a:pt x="861983" y="947174"/>
                </a:lnTo>
                <a:lnTo>
                  <a:pt x="860823" y="947650"/>
                </a:lnTo>
                <a:lnTo>
                  <a:pt x="847616" y="953041"/>
                </a:lnTo>
                <a:lnTo>
                  <a:pt x="842477" y="955151"/>
                </a:lnTo>
                <a:lnTo>
                  <a:pt x="833250" y="958919"/>
                </a:lnTo>
                <a:lnTo>
                  <a:pt x="824154" y="962651"/>
                </a:lnTo>
                <a:lnTo>
                  <a:pt x="818884" y="964804"/>
                </a:lnTo>
                <a:lnTo>
                  <a:pt x="805844" y="970151"/>
                </a:lnTo>
                <a:lnTo>
                  <a:pt x="804517" y="970694"/>
                </a:lnTo>
                <a:lnTo>
                  <a:pt x="790151" y="976564"/>
                </a:lnTo>
                <a:lnTo>
                  <a:pt x="787504" y="977651"/>
                </a:lnTo>
                <a:lnTo>
                  <a:pt x="775785" y="982436"/>
                </a:lnTo>
                <a:lnTo>
                  <a:pt x="769167" y="985152"/>
                </a:lnTo>
                <a:lnTo>
                  <a:pt x="761418" y="988317"/>
                </a:lnTo>
                <a:lnTo>
                  <a:pt x="750850" y="992652"/>
                </a:lnTo>
                <a:lnTo>
                  <a:pt x="747052" y="994204"/>
                </a:lnTo>
                <a:lnTo>
                  <a:pt x="732685" y="1000093"/>
                </a:lnTo>
                <a:lnTo>
                  <a:pt x="732541" y="1000152"/>
                </a:lnTo>
                <a:lnTo>
                  <a:pt x="718319" y="1005957"/>
                </a:lnTo>
                <a:lnTo>
                  <a:pt x="714188" y="1007653"/>
                </a:lnTo>
                <a:lnTo>
                  <a:pt x="703953" y="1011832"/>
                </a:lnTo>
                <a:lnTo>
                  <a:pt x="695860" y="1015153"/>
                </a:lnTo>
                <a:lnTo>
                  <a:pt x="689586" y="1017716"/>
                </a:lnTo>
                <a:lnTo>
                  <a:pt x="677244" y="1022653"/>
                </a:lnTo>
                <a:lnTo>
                  <a:pt x="675220" y="1023465"/>
                </a:lnTo>
                <a:lnTo>
                  <a:pt x="660854" y="1029138"/>
                </a:lnTo>
                <a:lnTo>
                  <a:pt x="658294" y="1030154"/>
                </a:lnTo>
                <a:lnTo>
                  <a:pt x="646487" y="1034808"/>
                </a:lnTo>
                <a:lnTo>
                  <a:pt x="639311" y="1037654"/>
                </a:lnTo>
                <a:lnTo>
                  <a:pt x="632121" y="1040490"/>
                </a:lnTo>
                <a:lnTo>
                  <a:pt x="620352" y="1045154"/>
                </a:lnTo>
                <a:lnTo>
                  <a:pt x="617754" y="1046180"/>
                </a:lnTo>
                <a:lnTo>
                  <a:pt x="603388" y="1051856"/>
                </a:lnTo>
                <a:lnTo>
                  <a:pt x="601376" y="1052654"/>
                </a:lnTo>
                <a:lnTo>
                  <a:pt x="589022" y="1057525"/>
                </a:lnTo>
                <a:lnTo>
                  <a:pt x="582390" y="1060155"/>
                </a:lnTo>
                <a:lnTo>
                  <a:pt x="574655" y="1063206"/>
                </a:lnTo>
                <a:lnTo>
                  <a:pt x="563429" y="1067655"/>
                </a:lnTo>
                <a:lnTo>
                  <a:pt x="560289" y="1068895"/>
                </a:lnTo>
                <a:lnTo>
                  <a:pt x="545922" y="1074575"/>
                </a:lnTo>
                <a:lnTo>
                  <a:pt x="544459" y="1075155"/>
                </a:lnTo>
                <a:lnTo>
                  <a:pt x="531556" y="1080242"/>
                </a:lnTo>
                <a:lnTo>
                  <a:pt x="525469" y="1082656"/>
                </a:lnTo>
                <a:lnTo>
                  <a:pt x="517190" y="1085921"/>
                </a:lnTo>
                <a:lnTo>
                  <a:pt x="506506" y="1090156"/>
                </a:lnTo>
                <a:lnTo>
                  <a:pt x="502823" y="1091609"/>
                </a:lnTo>
                <a:lnTo>
                  <a:pt x="488457" y="1097293"/>
                </a:lnTo>
                <a:lnTo>
                  <a:pt x="487543" y="1097656"/>
                </a:lnTo>
                <a:lnTo>
                  <a:pt x="474091" y="1102959"/>
                </a:lnTo>
                <a:lnTo>
                  <a:pt x="468549" y="1105156"/>
                </a:lnTo>
                <a:lnTo>
                  <a:pt x="459724" y="1108637"/>
                </a:lnTo>
                <a:lnTo>
                  <a:pt x="449583" y="1112657"/>
                </a:lnTo>
                <a:lnTo>
                  <a:pt x="445358" y="1114324"/>
                </a:lnTo>
                <a:lnTo>
                  <a:pt x="430991" y="1120012"/>
                </a:lnTo>
                <a:lnTo>
                  <a:pt x="430627" y="1120157"/>
                </a:lnTo>
                <a:lnTo>
                  <a:pt x="416625" y="1125676"/>
                </a:lnTo>
                <a:lnTo>
                  <a:pt x="411629" y="1127657"/>
                </a:lnTo>
                <a:lnTo>
                  <a:pt x="402259" y="1131353"/>
                </a:lnTo>
                <a:lnTo>
                  <a:pt x="392660" y="1135158"/>
                </a:lnTo>
                <a:lnTo>
                  <a:pt x="387892" y="1137039"/>
                </a:lnTo>
                <a:lnTo>
                  <a:pt x="373709" y="1142658"/>
                </a:lnTo>
                <a:lnTo>
                  <a:pt x="373526" y="1142730"/>
                </a:lnTo>
                <a:lnTo>
                  <a:pt x="359160" y="1148393"/>
                </a:lnTo>
                <a:lnTo>
                  <a:pt x="354709" y="1150158"/>
                </a:lnTo>
                <a:lnTo>
                  <a:pt x="344793" y="1154069"/>
                </a:lnTo>
                <a:lnTo>
                  <a:pt x="335738" y="1157659"/>
                </a:lnTo>
                <a:lnTo>
                  <a:pt x="330427" y="1159754"/>
                </a:lnTo>
                <a:lnTo>
                  <a:pt x="316785" y="1165159"/>
                </a:lnTo>
                <a:lnTo>
                  <a:pt x="316060" y="1165445"/>
                </a:lnTo>
                <a:lnTo>
                  <a:pt x="301694" y="1171110"/>
                </a:lnTo>
                <a:lnTo>
                  <a:pt x="297790" y="1172659"/>
                </a:lnTo>
                <a:lnTo>
                  <a:pt x="287328" y="1176785"/>
                </a:lnTo>
                <a:lnTo>
                  <a:pt x="278815" y="1180159"/>
                </a:lnTo>
                <a:lnTo>
                  <a:pt x="272961" y="1182469"/>
                </a:lnTo>
                <a:lnTo>
                  <a:pt x="259861" y="1187660"/>
                </a:lnTo>
                <a:lnTo>
                  <a:pt x="258595" y="1188160"/>
                </a:lnTo>
                <a:lnTo>
                  <a:pt x="244228" y="1193828"/>
                </a:lnTo>
                <a:lnTo>
                  <a:pt x="240871" y="1195160"/>
                </a:lnTo>
                <a:lnTo>
                  <a:pt x="229862" y="1199501"/>
                </a:lnTo>
                <a:lnTo>
                  <a:pt x="221894" y="1202660"/>
                </a:lnTo>
                <a:lnTo>
                  <a:pt x="215496" y="1205185"/>
                </a:lnTo>
                <a:lnTo>
                  <a:pt x="202937" y="1210161"/>
                </a:lnTo>
                <a:lnTo>
                  <a:pt x="201129" y="1210874"/>
                </a:lnTo>
                <a:lnTo>
                  <a:pt x="186763" y="1216546"/>
                </a:lnTo>
                <a:lnTo>
                  <a:pt x="183953" y="1217661"/>
                </a:lnTo>
                <a:lnTo>
                  <a:pt x="172397" y="1222217"/>
                </a:lnTo>
                <a:lnTo>
                  <a:pt x="164972" y="1225161"/>
                </a:lnTo>
                <a:lnTo>
                  <a:pt x="158030" y="1227900"/>
                </a:lnTo>
                <a:lnTo>
                  <a:pt x="146014" y="1232662"/>
                </a:lnTo>
                <a:lnTo>
                  <a:pt x="143664" y="1233589"/>
                </a:lnTo>
                <a:lnTo>
                  <a:pt x="129297" y="1239264"/>
                </a:lnTo>
                <a:lnTo>
                  <a:pt x="127035" y="1240162"/>
                </a:lnTo>
                <a:lnTo>
                  <a:pt x="114931" y="1244934"/>
                </a:lnTo>
                <a:lnTo>
                  <a:pt x="108051" y="1247662"/>
                </a:lnTo>
                <a:lnTo>
                  <a:pt x="100565" y="1250615"/>
                </a:lnTo>
                <a:lnTo>
                  <a:pt x="89090" y="1255162"/>
                </a:lnTo>
                <a:lnTo>
                  <a:pt x="86198" y="1256304"/>
                </a:lnTo>
                <a:lnTo>
                  <a:pt x="71832" y="1261983"/>
                </a:lnTo>
                <a:lnTo>
                  <a:pt x="70118" y="1262663"/>
                </a:lnTo>
                <a:lnTo>
                  <a:pt x="57466" y="1267650"/>
                </a:lnTo>
                <a:lnTo>
                  <a:pt x="51130" y="1270163"/>
                </a:lnTo>
                <a:lnTo>
                  <a:pt x="43099" y="1273331"/>
                </a:lnTo>
                <a:lnTo>
                  <a:pt x="32167" y="1277663"/>
                </a:lnTo>
                <a:lnTo>
                  <a:pt x="28733" y="1279019"/>
                </a:lnTo>
                <a:lnTo>
                  <a:pt x="14366" y="1284701"/>
                </a:lnTo>
                <a:lnTo>
                  <a:pt x="13201" y="1285164"/>
                </a:lnTo>
                <a:lnTo>
                  <a:pt x="0" y="1290367"/>
                </a:lnTo>
                <a:lnTo>
                  <a:pt x="0" y="1292664"/>
                </a:lnTo>
                <a:lnTo>
                  <a:pt x="0" y="1300164"/>
                </a:lnTo>
                <a:lnTo>
                  <a:pt x="0" y="1307664"/>
                </a:lnTo>
                <a:lnTo>
                  <a:pt x="0" y="1311970"/>
                </a:lnTo>
                <a:lnTo>
                  <a:pt x="10835" y="1307664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6FA7D-63CF-42C0-9D3E-C57CA8AE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724737"/>
            <a:ext cx="3261168" cy="1307132"/>
          </a:xfrm>
          <a:custGeom xmlns:a="http://schemas.openxmlformats.org/drawingml/2006/main">
            <a:pathLst>
              <a:path w="3261168" h="1307132">
                <a:moveTo>
                  <a:pt x="14366" y="1301443"/>
                </a:moveTo>
                <a:lnTo>
                  <a:pt x="16268" y="1300681"/>
                </a:lnTo>
                <a:lnTo>
                  <a:pt x="28733" y="1295818"/>
                </a:lnTo>
                <a:lnTo>
                  <a:pt x="35318" y="1293180"/>
                </a:lnTo>
                <a:lnTo>
                  <a:pt x="43099" y="1290143"/>
                </a:lnTo>
                <a:lnTo>
                  <a:pt x="54248" y="1285680"/>
                </a:lnTo>
                <a:lnTo>
                  <a:pt x="57466" y="1284423"/>
                </a:lnTo>
                <a:lnTo>
                  <a:pt x="71832" y="1278717"/>
                </a:lnTo>
                <a:lnTo>
                  <a:pt x="73172" y="1278180"/>
                </a:lnTo>
                <a:lnTo>
                  <a:pt x="86198" y="1273098"/>
                </a:lnTo>
                <a:lnTo>
                  <a:pt x="92236" y="1270679"/>
                </a:lnTo>
                <a:lnTo>
                  <a:pt x="100565" y="1267429"/>
                </a:lnTo>
                <a:lnTo>
                  <a:pt x="111180" y="1263179"/>
                </a:lnTo>
                <a:lnTo>
                  <a:pt x="114931" y="1261714"/>
                </a:lnTo>
                <a:lnTo>
                  <a:pt x="129297" y="1255990"/>
                </a:lnTo>
                <a:lnTo>
                  <a:pt x="130073" y="1255679"/>
                </a:lnTo>
                <a:lnTo>
                  <a:pt x="143664" y="1250377"/>
                </a:lnTo>
                <a:lnTo>
                  <a:pt x="149153" y="1248179"/>
                </a:lnTo>
                <a:lnTo>
                  <a:pt x="158030" y="1244714"/>
                </a:lnTo>
                <a:lnTo>
                  <a:pt x="168110" y="1240678"/>
                </a:lnTo>
                <a:lnTo>
                  <a:pt x="172397" y="1239004"/>
                </a:lnTo>
                <a:lnTo>
                  <a:pt x="186763" y="1233262"/>
                </a:lnTo>
                <a:lnTo>
                  <a:pt x="186973" y="1233178"/>
                </a:lnTo>
                <a:lnTo>
                  <a:pt x="201129" y="1227656"/>
                </a:lnTo>
                <a:lnTo>
                  <a:pt x="206068" y="1225678"/>
                </a:lnTo>
                <a:lnTo>
                  <a:pt x="215496" y="1221998"/>
                </a:lnTo>
                <a:lnTo>
                  <a:pt x="225039" y="1218177"/>
                </a:lnTo>
                <a:lnTo>
                  <a:pt x="229862" y="1216294"/>
                </a:lnTo>
                <a:lnTo>
                  <a:pt x="243898" y="1210677"/>
                </a:lnTo>
                <a:lnTo>
                  <a:pt x="244228" y="1210548"/>
                </a:lnTo>
                <a:lnTo>
                  <a:pt x="258595" y="1204934"/>
                </a:lnTo>
                <a:lnTo>
                  <a:pt x="262981" y="1203177"/>
                </a:lnTo>
                <a:lnTo>
                  <a:pt x="272961" y="1199282"/>
                </a:lnTo>
                <a:lnTo>
                  <a:pt x="281966" y="1195676"/>
                </a:lnTo>
                <a:lnTo>
                  <a:pt x="287328" y="1193583"/>
                </a:lnTo>
                <a:lnTo>
                  <a:pt x="300838" y="1188176"/>
                </a:lnTo>
                <a:lnTo>
                  <a:pt x="301694" y="1187842"/>
                </a:lnTo>
                <a:lnTo>
                  <a:pt x="316060" y="1182211"/>
                </a:lnTo>
                <a:lnTo>
                  <a:pt x="319892" y="1180676"/>
                </a:lnTo>
                <a:lnTo>
                  <a:pt x="330427" y="1176565"/>
                </a:lnTo>
                <a:lnTo>
                  <a:pt x="338891" y="1173176"/>
                </a:lnTo>
                <a:lnTo>
                  <a:pt x="344793" y="1170871"/>
                </a:lnTo>
                <a:lnTo>
                  <a:pt x="357776" y="1165675"/>
                </a:lnTo>
                <a:lnTo>
                  <a:pt x="359160" y="1165135"/>
                </a:lnTo>
                <a:lnTo>
                  <a:pt x="373526" y="1159487"/>
                </a:lnTo>
                <a:lnTo>
                  <a:pt x="376802" y="1158175"/>
                </a:lnTo>
                <a:lnTo>
                  <a:pt x="387892" y="1153848"/>
                </a:lnTo>
                <a:lnTo>
                  <a:pt x="395815" y="1150675"/>
                </a:lnTo>
                <a:lnTo>
                  <a:pt x="402259" y="1148159"/>
                </a:lnTo>
                <a:lnTo>
                  <a:pt x="414713" y="1143174"/>
                </a:lnTo>
                <a:lnTo>
                  <a:pt x="416625" y="1142427"/>
                </a:lnTo>
                <a:lnTo>
                  <a:pt x="430991" y="1136763"/>
                </a:lnTo>
                <a:lnTo>
                  <a:pt x="433710" y="1135674"/>
                </a:lnTo>
                <a:lnTo>
                  <a:pt x="445358" y="1131129"/>
                </a:lnTo>
                <a:lnTo>
                  <a:pt x="452738" y="1128174"/>
                </a:lnTo>
                <a:lnTo>
                  <a:pt x="459724" y="1125447"/>
                </a:lnTo>
                <a:lnTo>
                  <a:pt x="471648" y="1120673"/>
                </a:lnTo>
                <a:lnTo>
                  <a:pt x="474091" y="1119720"/>
                </a:lnTo>
                <a:lnTo>
                  <a:pt x="488457" y="1114038"/>
                </a:lnTo>
                <a:lnTo>
                  <a:pt x="490615" y="1113173"/>
                </a:lnTo>
                <a:lnTo>
                  <a:pt x="502823" y="1108410"/>
                </a:lnTo>
                <a:lnTo>
                  <a:pt x="509658" y="1105673"/>
                </a:lnTo>
                <a:lnTo>
                  <a:pt x="517190" y="1102733"/>
                </a:lnTo>
                <a:lnTo>
                  <a:pt x="528582" y="1098173"/>
                </a:lnTo>
                <a:lnTo>
                  <a:pt x="531556" y="1097011"/>
                </a:lnTo>
                <a:lnTo>
                  <a:pt x="545922" y="1091312"/>
                </a:lnTo>
                <a:lnTo>
                  <a:pt x="547520" y="1090672"/>
                </a:lnTo>
                <a:lnTo>
                  <a:pt x="560289" y="1085691"/>
                </a:lnTo>
                <a:lnTo>
                  <a:pt x="566577" y="1083172"/>
                </a:lnTo>
                <a:lnTo>
                  <a:pt x="574655" y="1080019"/>
                </a:lnTo>
                <a:lnTo>
                  <a:pt x="585515" y="1075672"/>
                </a:lnTo>
                <a:lnTo>
                  <a:pt x="589022" y="1074302"/>
                </a:lnTo>
                <a:lnTo>
                  <a:pt x="603388" y="1068586"/>
                </a:lnTo>
                <a:lnTo>
                  <a:pt x="604422" y="1068171"/>
                </a:lnTo>
                <a:lnTo>
                  <a:pt x="617754" y="1062970"/>
                </a:lnTo>
                <a:lnTo>
                  <a:pt x="623495" y="1060671"/>
                </a:lnTo>
                <a:lnTo>
                  <a:pt x="632121" y="1057304"/>
                </a:lnTo>
                <a:lnTo>
                  <a:pt x="642446" y="1053171"/>
                </a:lnTo>
                <a:lnTo>
                  <a:pt x="646487" y="1051593"/>
                </a:lnTo>
                <a:lnTo>
                  <a:pt x="660854" y="1045858"/>
                </a:lnTo>
                <a:lnTo>
                  <a:pt x="661311" y="1045671"/>
                </a:lnTo>
                <a:lnTo>
                  <a:pt x="675220" y="1040128"/>
                </a:lnTo>
                <a:lnTo>
                  <a:pt x="679947" y="1038170"/>
                </a:lnTo>
                <a:lnTo>
                  <a:pt x="689586" y="1034270"/>
                </a:lnTo>
                <a:lnTo>
                  <a:pt x="698284" y="1030670"/>
                </a:lnTo>
                <a:lnTo>
                  <a:pt x="703953" y="1028376"/>
                </a:lnTo>
                <a:lnTo>
                  <a:pt x="716533" y="1023170"/>
                </a:lnTo>
                <a:lnTo>
                  <a:pt x="718319" y="1022447"/>
                </a:lnTo>
                <a:lnTo>
                  <a:pt x="732685" y="1016576"/>
                </a:lnTo>
                <a:lnTo>
                  <a:pt x="734874" y="1015669"/>
                </a:lnTo>
                <a:lnTo>
                  <a:pt x="747052" y="1010744"/>
                </a:lnTo>
                <a:lnTo>
                  <a:pt x="753270" y="1008169"/>
                </a:lnTo>
                <a:lnTo>
                  <a:pt x="761418" y="1004872"/>
                </a:lnTo>
                <a:lnTo>
                  <a:pt x="771574" y="1000669"/>
                </a:lnTo>
                <a:lnTo>
                  <a:pt x="775785" y="998964"/>
                </a:lnTo>
                <a:lnTo>
                  <a:pt x="789792" y="993168"/>
                </a:lnTo>
                <a:lnTo>
                  <a:pt x="790151" y="993023"/>
                </a:lnTo>
                <a:lnTo>
                  <a:pt x="804517" y="987202"/>
                </a:lnTo>
                <a:lnTo>
                  <a:pt x="808220" y="985668"/>
                </a:lnTo>
                <a:lnTo>
                  <a:pt x="818884" y="981355"/>
                </a:lnTo>
                <a:lnTo>
                  <a:pt x="826581" y="978168"/>
                </a:lnTo>
                <a:lnTo>
                  <a:pt x="833250" y="975469"/>
                </a:lnTo>
                <a:lnTo>
                  <a:pt x="844852" y="970668"/>
                </a:lnTo>
                <a:lnTo>
                  <a:pt x="847616" y="969548"/>
                </a:lnTo>
                <a:lnTo>
                  <a:pt x="861983" y="963643"/>
                </a:lnTo>
                <a:lnTo>
                  <a:pt x="863132" y="963167"/>
                </a:lnTo>
                <a:lnTo>
                  <a:pt x="876349" y="957822"/>
                </a:lnTo>
                <a:lnTo>
                  <a:pt x="881518" y="955667"/>
                </a:lnTo>
                <a:lnTo>
                  <a:pt x="890715" y="951930"/>
                </a:lnTo>
                <a:lnTo>
                  <a:pt x="899551" y="948167"/>
                </a:lnTo>
                <a:lnTo>
                  <a:pt x="905082" y="945858"/>
                </a:lnTo>
                <a:lnTo>
                  <a:pt x="917275" y="940666"/>
                </a:lnTo>
                <a:lnTo>
                  <a:pt x="919448" y="939759"/>
                </a:lnTo>
                <a:lnTo>
                  <a:pt x="933815" y="933687"/>
                </a:lnTo>
                <a:lnTo>
                  <a:pt x="935037" y="933166"/>
                </a:lnTo>
                <a:lnTo>
                  <a:pt x="948181" y="927684"/>
                </a:lnTo>
                <a:lnTo>
                  <a:pt x="952917" y="925666"/>
                </a:lnTo>
                <a:lnTo>
                  <a:pt x="962547" y="921648"/>
                </a:lnTo>
                <a:lnTo>
                  <a:pt x="970944" y="918165"/>
                </a:lnTo>
                <a:lnTo>
                  <a:pt x="976914" y="915842"/>
                </a:lnTo>
                <a:lnTo>
                  <a:pt x="989879" y="910665"/>
                </a:lnTo>
                <a:lnTo>
                  <a:pt x="991280" y="910120"/>
                </a:lnTo>
                <a:lnTo>
                  <a:pt x="1005647" y="904492"/>
                </a:lnTo>
                <a:lnTo>
                  <a:pt x="1008968" y="903165"/>
                </a:lnTo>
                <a:lnTo>
                  <a:pt x="1020013" y="898872"/>
                </a:lnTo>
                <a:lnTo>
                  <a:pt x="1028042" y="895665"/>
                </a:lnTo>
                <a:lnTo>
                  <a:pt x="1034379" y="893200"/>
                </a:lnTo>
                <a:lnTo>
                  <a:pt x="1046991" y="888164"/>
                </a:lnTo>
                <a:lnTo>
                  <a:pt x="1048746" y="887481"/>
                </a:lnTo>
                <a:lnTo>
                  <a:pt x="1063112" y="881842"/>
                </a:lnTo>
                <a:lnTo>
                  <a:pt x="1066059" y="880664"/>
                </a:lnTo>
                <a:lnTo>
                  <a:pt x="1077478" y="876226"/>
                </a:lnTo>
                <a:lnTo>
                  <a:pt x="1085144" y="873164"/>
                </a:lnTo>
                <a:lnTo>
                  <a:pt x="1091845" y="870558"/>
                </a:lnTo>
                <a:lnTo>
                  <a:pt x="1104102" y="865663"/>
                </a:lnTo>
                <a:lnTo>
                  <a:pt x="1106211" y="864843"/>
                </a:lnTo>
                <a:lnTo>
                  <a:pt x="1120578" y="859187"/>
                </a:lnTo>
                <a:lnTo>
                  <a:pt x="1123092" y="858163"/>
                </a:lnTo>
                <a:lnTo>
                  <a:pt x="1134944" y="853460"/>
                </a:lnTo>
                <a:lnTo>
                  <a:pt x="1141811" y="850663"/>
                </a:lnTo>
                <a:lnTo>
                  <a:pt x="1149310" y="847685"/>
                </a:lnTo>
                <a:lnTo>
                  <a:pt x="1160421" y="843162"/>
                </a:lnTo>
                <a:lnTo>
                  <a:pt x="1163677" y="841869"/>
                </a:lnTo>
                <a:lnTo>
                  <a:pt x="1178043" y="836056"/>
                </a:lnTo>
                <a:lnTo>
                  <a:pt x="1179010" y="835662"/>
                </a:lnTo>
                <a:lnTo>
                  <a:pt x="1192410" y="830346"/>
                </a:lnTo>
                <a:lnTo>
                  <a:pt x="1197770" y="828162"/>
                </a:lnTo>
                <a:lnTo>
                  <a:pt x="1206776" y="824587"/>
                </a:lnTo>
                <a:lnTo>
                  <a:pt x="1216417" y="820662"/>
                </a:lnTo>
                <a:lnTo>
                  <a:pt x="1221142" y="818785"/>
                </a:lnTo>
                <a:lnTo>
                  <a:pt x="1234961" y="813161"/>
                </a:lnTo>
                <a:lnTo>
                  <a:pt x="1235509" y="812944"/>
                </a:lnTo>
                <a:lnTo>
                  <a:pt x="1249875" y="807226"/>
                </a:lnTo>
                <a:lnTo>
                  <a:pt x="1253716" y="805661"/>
                </a:lnTo>
                <a:lnTo>
                  <a:pt x="1264241" y="801483"/>
                </a:lnTo>
                <a:lnTo>
                  <a:pt x="1272401" y="798161"/>
                </a:lnTo>
                <a:lnTo>
                  <a:pt x="1278608" y="795696"/>
                </a:lnTo>
                <a:lnTo>
                  <a:pt x="1290979" y="790660"/>
                </a:lnTo>
                <a:lnTo>
                  <a:pt x="1292974" y="789868"/>
                </a:lnTo>
                <a:lnTo>
                  <a:pt x="1307341" y="784100"/>
                </a:lnTo>
                <a:lnTo>
                  <a:pt x="1309646" y="783160"/>
                </a:lnTo>
                <a:lnTo>
                  <a:pt x="1321707" y="778374"/>
                </a:lnTo>
                <a:lnTo>
                  <a:pt x="1328371" y="775660"/>
                </a:lnTo>
                <a:lnTo>
                  <a:pt x="1336073" y="772602"/>
                </a:lnTo>
                <a:lnTo>
                  <a:pt x="1346986" y="768160"/>
                </a:lnTo>
                <a:lnTo>
                  <a:pt x="1350440" y="766788"/>
                </a:lnTo>
                <a:lnTo>
                  <a:pt x="1364806" y="760967"/>
                </a:lnTo>
                <a:lnTo>
                  <a:pt x="1365562" y="760659"/>
                </a:lnTo>
                <a:lnTo>
                  <a:pt x="1379172" y="755259"/>
                </a:lnTo>
                <a:lnTo>
                  <a:pt x="1384329" y="753159"/>
                </a:lnTo>
                <a:lnTo>
                  <a:pt x="1393539" y="749503"/>
                </a:lnTo>
                <a:lnTo>
                  <a:pt x="1402980" y="745659"/>
                </a:lnTo>
                <a:lnTo>
                  <a:pt x="1407905" y="743703"/>
                </a:lnTo>
                <a:lnTo>
                  <a:pt x="1421529" y="738158"/>
                </a:lnTo>
                <a:lnTo>
                  <a:pt x="1422272" y="737863"/>
                </a:lnTo>
                <a:lnTo>
                  <a:pt x="1436638" y="732138"/>
                </a:lnTo>
                <a:lnTo>
                  <a:pt x="1440272" y="730658"/>
                </a:lnTo>
                <a:lnTo>
                  <a:pt x="1451004" y="726398"/>
                </a:lnTo>
                <a:lnTo>
                  <a:pt x="1458962" y="723158"/>
                </a:lnTo>
                <a:lnTo>
                  <a:pt x="1465371" y="720613"/>
                </a:lnTo>
                <a:lnTo>
                  <a:pt x="1477545" y="715657"/>
                </a:lnTo>
                <a:lnTo>
                  <a:pt x="1479737" y="714787"/>
                </a:lnTo>
                <a:lnTo>
                  <a:pt x="1494104" y="709011"/>
                </a:lnTo>
                <a:lnTo>
                  <a:pt x="1496200" y="708157"/>
                </a:lnTo>
                <a:lnTo>
                  <a:pt x="1508470" y="703288"/>
                </a:lnTo>
                <a:lnTo>
                  <a:pt x="1514931" y="700657"/>
                </a:lnTo>
                <a:lnTo>
                  <a:pt x="1522836" y="697518"/>
                </a:lnTo>
                <a:lnTo>
                  <a:pt x="1533978" y="693156"/>
                </a:lnTo>
                <a:lnTo>
                  <a:pt x="1537203" y="691943"/>
                </a:lnTo>
                <a:lnTo>
                  <a:pt x="1551569" y="686746"/>
                </a:lnTo>
                <a:lnTo>
                  <a:pt x="1554529" y="685656"/>
                </a:lnTo>
                <a:lnTo>
                  <a:pt x="1565935" y="681604"/>
                </a:lnTo>
                <a:lnTo>
                  <a:pt x="1575310" y="678156"/>
                </a:lnTo>
                <a:lnTo>
                  <a:pt x="1580302" y="676381"/>
                </a:lnTo>
                <a:lnTo>
                  <a:pt x="1594668" y="671138"/>
                </a:lnTo>
                <a:lnTo>
                  <a:pt x="1595978" y="670656"/>
                </a:lnTo>
                <a:lnTo>
                  <a:pt x="1609035" y="666018"/>
                </a:lnTo>
                <a:lnTo>
                  <a:pt x="1616817" y="663155"/>
                </a:lnTo>
                <a:lnTo>
                  <a:pt x="1623401" y="660814"/>
                </a:lnTo>
                <a:lnTo>
                  <a:pt x="1637438" y="655655"/>
                </a:lnTo>
                <a:lnTo>
                  <a:pt x="1637767" y="655538"/>
                </a:lnTo>
                <a:lnTo>
                  <a:pt x="1652134" y="650427"/>
                </a:lnTo>
                <a:lnTo>
                  <a:pt x="1658309" y="648155"/>
                </a:lnTo>
                <a:lnTo>
                  <a:pt x="1666500" y="645243"/>
                </a:lnTo>
                <a:lnTo>
                  <a:pt x="1678983" y="640654"/>
                </a:lnTo>
                <a:lnTo>
                  <a:pt x="1680866" y="639984"/>
                </a:lnTo>
                <a:lnTo>
                  <a:pt x="1695233" y="634831"/>
                </a:lnTo>
                <a:lnTo>
                  <a:pt x="1699788" y="633154"/>
                </a:lnTo>
                <a:lnTo>
                  <a:pt x="1709599" y="629668"/>
                </a:lnTo>
                <a:lnTo>
                  <a:pt x="1720515" y="625654"/>
                </a:lnTo>
                <a:lnTo>
                  <a:pt x="1723966" y="624426"/>
                </a:lnTo>
                <a:lnTo>
                  <a:pt x="1738332" y="619228"/>
                </a:lnTo>
                <a:lnTo>
                  <a:pt x="1741252" y="618154"/>
                </a:lnTo>
                <a:lnTo>
                  <a:pt x="1752698" y="614087"/>
                </a:lnTo>
                <a:lnTo>
                  <a:pt x="1762034" y="610653"/>
                </a:lnTo>
                <a:lnTo>
                  <a:pt x="1767065" y="608864"/>
                </a:lnTo>
                <a:lnTo>
                  <a:pt x="1781431" y="603620"/>
                </a:lnTo>
                <a:lnTo>
                  <a:pt x="1782701" y="603153"/>
                </a:lnTo>
                <a:lnTo>
                  <a:pt x="1795798" y="598501"/>
                </a:lnTo>
                <a:lnTo>
                  <a:pt x="1803540" y="595653"/>
                </a:lnTo>
                <a:lnTo>
                  <a:pt x="1810164" y="593298"/>
                </a:lnTo>
                <a:lnTo>
                  <a:pt x="1824163" y="588152"/>
                </a:lnTo>
                <a:lnTo>
                  <a:pt x="1824530" y="588022"/>
                </a:lnTo>
                <a:lnTo>
                  <a:pt x="1838897" y="582910"/>
                </a:lnTo>
                <a:lnTo>
                  <a:pt x="1845033" y="580652"/>
                </a:lnTo>
                <a:lnTo>
                  <a:pt x="1853263" y="577727"/>
                </a:lnTo>
                <a:lnTo>
                  <a:pt x="1865708" y="573152"/>
                </a:lnTo>
                <a:lnTo>
                  <a:pt x="1867629" y="572468"/>
                </a:lnTo>
                <a:lnTo>
                  <a:pt x="1881996" y="567313"/>
                </a:lnTo>
                <a:lnTo>
                  <a:pt x="1886511" y="565652"/>
                </a:lnTo>
                <a:lnTo>
                  <a:pt x="1896362" y="562151"/>
                </a:lnTo>
                <a:lnTo>
                  <a:pt x="1907239" y="558151"/>
                </a:lnTo>
                <a:lnTo>
                  <a:pt x="1910729" y="556910"/>
                </a:lnTo>
                <a:lnTo>
                  <a:pt x="1925095" y="551711"/>
                </a:lnTo>
                <a:lnTo>
                  <a:pt x="1927975" y="550651"/>
                </a:lnTo>
                <a:lnTo>
                  <a:pt x="1939461" y="546570"/>
                </a:lnTo>
                <a:lnTo>
                  <a:pt x="1948758" y="543151"/>
                </a:lnTo>
                <a:lnTo>
                  <a:pt x="1953828" y="541348"/>
                </a:lnTo>
                <a:lnTo>
                  <a:pt x="1968194" y="536103"/>
                </a:lnTo>
                <a:lnTo>
                  <a:pt x="1969423" y="535650"/>
                </a:lnTo>
                <a:lnTo>
                  <a:pt x="1982560" y="530984"/>
                </a:lnTo>
                <a:lnTo>
                  <a:pt x="1990264" y="528150"/>
                </a:lnTo>
                <a:lnTo>
                  <a:pt x="1996927" y="525781"/>
                </a:lnTo>
                <a:lnTo>
                  <a:pt x="2010888" y="520650"/>
                </a:lnTo>
                <a:lnTo>
                  <a:pt x="2011293" y="520506"/>
                </a:lnTo>
                <a:lnTo>
                  <a:pt x="2025660" y="515393"/>
                </a:lnTo>
                <a:lnTo>
                  <a:pt x="2031756" y="513149"/>
                </a:lnTo>
                <a:lnTo>
                  <a:pt x="2040026" y="510210"/>
                </a:lnTo>
                <a:lnTo>
                  <a:pt x="2052432" y="505649"/>
                </a:lnTo>
                <a:lnTo>
                  <a:pt x="2054392" y="504952"/>
                </a:lnTo>
                <a:lnTo>
                  <a:pt x="2068759" y="499807"/>
                </a:lnTo>
                <a:lnTo>
                  <a:pt x="2073234" y="498149"/>
                </a:lnTo>
                <a:lnTo>
                  <a:pt x="2083125" y="494634"/>
                </a:lnTo>
                <a:lnTo>
                  <a:pt x="2093964" y="490648"/>
                </a:lnTo>
                <a:lnTo>
                  <a:pt x="2097492" y="489394"/>
                </a:lnTo>
                <a:lnTo>
                  <a:pt x="2111858" y="484363"/>
                </a:lnTo>
                <a:lnTo>
                  <a:pt x="2115354" y="483148"/>
                </a:lnTo>
                <a:lnTo>
                  <a:pt x="2126224" y="479552"/>
                </a:lnTo>
                <a:lnTo>
                  <a:pt x="2137388" y="475648"/>
                </a:lnTo>
                <a:lnTo>
                  <a:pt x="2140591" y="474579"/>
                </a:lnTo>
                <a:lnTo>
                  <a:pt x="2154957" y="469707"/>
                </a:lnTo>
                <a:lnTo>
                  <a:pt x="2159534" y="468148"/>
                </a:lnTo>
                <a:lnTo>
                  <a:pt x="2169323" y="464922"/>
                </a:lnTo>
                <a:lnTo>
                  <a:pt x="2181878" y="460647"/>
                </a:lnTo>
                <a:lnTo>
                  <a:pt x="2183690" y="460050"/>
                </a:lnTo>
                <a:lnTo>
                  <a:pt x="2198056" y="455283"/>
                </a:lnTo>
                <a:lnTo>
                  <a:pt x="2204327" y="453147"/>
                </a:lnTo>
                <a:lnTo>
                  <a:pt x="2212423" y="450479"/>
                </a:lnTo>
                <a:lnTo>
                  <a:pt x="2226618" y="445647"/>
                </a:lnTo>
                <a:lnTo>
                  <a:pt x="2226789" y="445590"/>
                </a:lnTo>
                <a:lnTo>
                  <a:pt x="2241155" y="440855"/>
                </a:lnTo>
                <a:lnTo>
                  <a:pt x="2249109" y="438146"/>
                </a:lnTo>
                <a:lnTo>
                  <a:pt x="2255522" y="436033"/>
                </a:lnTo>
                <a:lnTo>
                  <a:pt x="2269888" y="431174"/>
                </a:lnTo>
                <a:lnTo>
                  <a:pt x="2271436" y="430646"/>
                </a:lnTo>
                <a:lnTo>
                  <a:pt x="2284255" y="426423"/>
                </a:lnTo>
                <a:lnTo>
                  <a:pt x="2293879" y="423146"/>
                </a:lnTo>
                <a:lnTo>
                  <a:pt x="2298621" y="421582"/>
                </a:lnTo>
                <a:lnTo>
                  <a:pt x="2312987" y="416758"/>
                </a:lnTo>
                <a:lnTo>
                  <a:pt x="2316251" y="415646"/>
                </a:lnTo>
                <a:lnTo>
                  <a:pt x="2327353" y="411988"/>
                </a:lnTo>
                <a:lnTo>
                  <a:pt x="2338638" y="408145"/>
                </a:lnTo>
                <a:lnTo>
                  <a:pt x="2341720" y="407129"/>
                </a:lnTo>
                <a:lnTo>
                  <a:pt x="2356086" y="402337"/>
                </a:lnTo>
                <a:lnTo>
                  <a:pt x="2361054" y="400645"/>
                </a:lnTo>
                <a:lnTo>
                  <a:pt x="2370453" y="397548"/>
                </a:lnTo>
                <a:lnTo>
                  <a:pt x="2383386" y="393145"/>
                </a:lnTo>
                <a:lnTo>
                  <a:pt x="2384819" y="392672"/>
                </a:lnTo>
                <a:lnTo>
                  <a:pt x="2399185" y="387913"/>
                </a:lnTo>
                <a:lnTo>
                  <a:pt x="2405845" y="385644"/>
                </a:lnTo>
                <a:lnTo>
                  <a:pt x="2413552" y="383104"/>
                </a:lnTo>
                <a:lnTo>
                  <a:pt x="2427918" y="378218"/>
                </a:lnTo>
                <a:lnTo>
                  <a:pt x="2428136" y="378144"/>
                </a:lnTo>
                <a:lnTo>
                  <a:pt x="2442285" y="373484"/>
                </a:lnTo>
                <a:lnTo>
                  <a:pt x="2450624" y="370644"/>
                </a:lnTo>
                <a:lnTo>
                  <a:pt x="2456651" y="368407"/>
                </a:lnTo>
                <a:lnTo>
                  <a:pt x="2469299" y="363144"/>
                </a:lnTo>
                <a:lnTo>
                  <a:pt x="2471017" y="362411"/>
                </a:lnTo>
                <a:lnTo>
                  <a:pt x="2485384" y="356245"/>
                </a:lnTo>
                <a:lnTo>
                  <a:pt x="2486776" y="355643"/>
                </a:lnTo>
                <a:lnTo>
                  <a:pt x="2499750" y="350118"/>
                </a:lnTo>
                <a:lnTo>
                  <a:pt x="2504321" y="348143"/>
                </a:lnTo>
                <a:lnTo>
                  <a:pt x="2514116" y="343971"/>
                </a:lnTo>
                <a:lnTo>
                  <a:pt x="2521820" y="340643"/>
                </a:lnTo>
                <a:lnTo>
                  <a:pt x="2528483" y="337804"/>
                </a:lnTo>
                <a:lnTo>
                  <a:pt x="2539408" y="333142"/>
                </a:lnTo>
                <a:lnTo>
                  <a:pt x="2542849" y="331679"/>
                </a:lnTo>
                <a:lnTo>
                  <a:pt x="2557216" y="325655"/>
                </a:lnTo>
                <a:lnTo>
                  <a:pt x="2557248" y="325642"/>
                </a:lnTo>
                <a:lnTo>
                  <a:pt x="2571582" y="319744"/>
                </a:lnTo>
                <a:lnTo>
                  <a:pt x="2575414" y="318142"/>
                </a:lnTo>
                <a:lnTo>
                  <a:pt x="2585949" y="313807"/>
                </a:lnTo>
                <a:lnTo>
                  <a:pt x="2593518" y="310641"/>
                </a:lnTo>
                <a:lnTo>
                  <a:pt x="2600315" y="307844"/>
                </a:lnTo>
                <a:lnTo>
                  <a:pt x="2611564" y="303141"/>
                </a:lnTo>
                <a:lnTo>
                  <a:pt x="2614681" y="301858"/>
                </a:lnTo>
                <a:lnTo>
                  <a:pt x="2629048" y="295866"/>
                </a:lnTo>
                <a:lnTo>
                  <a:pt x="2629586" y="295641"/>
                </a:lnTo>
                <a:lnTo>
                  <a:pt x="2643414" y="289951"/>
                </a:lnTo>
                <a:lnTo>
                  <a:pt x="2647744" y="288141"/>
                </a:lnTo>
                <a:lnTo>
                  <a:pt x="2657780" y="284010"/>
                </a:lnTo>
                <a:lnTo>
                  <a:pt x="2665840" y="280640"/>
                </a:lnTo>
                <a:lnTo>
                  <a:pt x="2672147" y="278044"/>
                </a:lnTo>
                <a:lnTo>
                  <a:pt x="2683878" y="273140"/>
                </a:lnTo>
                <a:lnTo>
                  <a:pt x="2686513" y="272055"/>
                </a:lnTo>
                <a:lnTo>
                  <a:pt x="2700879" y="266076"/>
                </a:lnTo>
                <a:lnTo>
                  <a:pt x="2701924" y="265640"/>
                </a:lnTo>
                <a:lnTo>
                  <a:pt x="2715246" y="260158"/>
                </a:lnTo>
                <a:lnTo>
                  <a:pt x="2720073" y="258139"/>
                </a:lnTo>
                <a:lnTo>
                  <a:pt x="2729612" y="254214"/>
                </a:lnTo>
                <a:lnTo>
                  <a:pt x="2738161" y="250639"/>
                </a:lnTo>
                <a:lnTo>
                  <a:pt x="2743979" y="248245"/>
                </a:lnTo>
                <a:lnTo>
                  <a:pt x="2756192" y="243139"/>
                </a:lnTo>
                <a:lnTo>
                  <a:pt x="2758345" y="242252"/>
                </a:lnTo>
                <a:lnTo>
                  <a:pt x="2772711" y="236286"/>
                </a:lnTo>
                <a:lnTo>
                  <a:pt x="2774260" y="235638"/>
                </a:lnTo>
                <a:lnTo>
                  <a:pt x="2787078" y="230364"/>
                </a:lnTo>
                <a:lnTo>
                  <a:pt x="2792401" y="228138"/>
                </a:lnTo>
                <a:lnTo>
                  <a:pt x="2801444" y="224416"/>
                </a:lnTo>
                <a:lnTo>
                  <a:pt x="2810482" y="220638"/>
                </a:lnTo>
                <a:lnTo>
                  <a:pt x="2815811" y="218444"/>
                </a:lnTo>
                <a:lnTo>
                  <a:pt x="2828505" y="213138"/>
                </a:lnTo>
                <a:lnTo>
                  <a:pt x="2830177" y="212449"/>
                </a:lnTo>
                <a:lnTo>
                  <a:pt x="2844543" y="206495"/>
                </a:lnTo>
                <a:lnTo>
                  <a:pt x="2846595" y="205637"/>
                </a:lnTo>
                <a:lnTo>
                  <a:pt x="2858910" y="200570"/>
                </a:lnTo>
                <a:lnTo>
                  <a:pt x="2864728" y="198137"/>
                </a:lnTo>
                <a:lnTo>
                  <a:pt x="2873276" y="194619"/>
                </a:lnTo>
                <a:lnTo>
                  <a:pt x="2882801" y="190637"/>
                </a:lnTo>
                <a:lnTo>
                  <a:pt x="2887642" y="188644"/>
                </a:lnTo>
                <a:lnTo>
                  <a:pt x="2900817" y="183136"/>
                </a:lnTo>
                <a:lnTo>
                  <a:pt x="2902009" y="182645"/>
                </a:lnTo>
                <a:lnTo>
                  <a:pt x="2916375" y="176704"/>
                </a:lnTo>
                <a:lnTo>
                  <a:pt x="2918929" y="175636"/>
                </a:lnTo>
                <a:lnTo>
                  <a:pt x="2930742" y="170775"/>
                </a:lnTo>
                <a:lnTo>
                  <a:pt x="2937054" y="168136"/>
                </a:lnTo>
                <a:lnTo>
                  <a:pt x="2945108" y="164821"/>
                </a:lnTo>
                <a:lnTo>
                  <a:pt x="2955119" y="160635"/>
                </a:lnTo>
                <a:lnTo>
                  <a:pt x="2959474" y="158843"/>
                </a:lnTo>
                <a:lnTo>
                  <a:pt x="2973128" y="153135"/>
                </a:lnTo>
                <a:lnTo>
                  <a:pt x="2973841" y="152842"/>
                </a:lnTo>
                <a:lnTo>
                  <a:pt x="2988207" y="146913"/>
                </a:lnTo>
                <a:lnTo>
                  <a:pt x="2991262" y="145635"/>
                </a:lnTo>
                <a:lnTo>
                  <a:pt x="3002574" y="140980"/>
                </a:lnTo>
                <a:lnTo>
                  <a:pt x="3009379" y="138135"/>
                </a:lnTo>
                <a:lnTo>
                  <a:pt x="3016940" y="135023"/>
                </a:lnTo>
                <a:lnTo>
                  <a:pt x="3027436" y="130634"/>
                </a:lnTo>
                <a:lnTo>
                  <a:pt x="3031306" y="129041"/>
                </a:lnTo>
                <a:lnTo>
                  <a:pt x="3045438" y="123134"/>
                </a:lnTo>
                <a:lnTo>
                  <a:pt x="3045673" y="123037"/>
                </a:lnTo>
                <a:lnTo>
                  <a:pt x="3060039" y="117121"/>
                </a:lnTo>
                <a:lnTo>
                  <a:pt x="3063594" y="115634"/>
                </a:lnTo>
                <a:lnTo>
                  <a:pt x="3074405" y="111185"/>
                </a:lnTo>
                <a:lnTo>
                  <a:pt x="3081703" y="108133"/>
                </a:lnTo>
                <a:lnTo>
                  <a:pt x="3088772" y="105224"/>
                </a:lnTo>
                <a:lnTo>
                  <a:pt x="3099752" y="100633"/>
                </a:lnTo>
                <a:lnTo>
                  <a:pt x="3103138" y="99239"/>
                </a:lnTo>
                <a:lnTo>
                  <a:pt x="3117504" y="93240"/>
                </a:lnTo>
                <a:lnTo>
                  <a:pt x="3117762" y="93133"/>
                </a:lnTo>
                <a:lnTo>
                  <a:pt x="3131871" y="87328"/>
                </a:lnTo>
                <a:lnTo>
                  <a:pt x="3135925" y="85632"/>
                </a:lnTo>
                <a:lnTo>
                  <a:pt x="3146237" y="81389"/>
                </a:lnTo>
                <a:lnTo>
                  <a:pt x="3154025" y="78132"/>
                </a:lnTo>
                <a:lnTo>
                  <a:pt x="3160604" y="75425"/>
                </a:lnTo>
                <a:lnTo>
                  <a:pt x="3172068" y="70632"/>
                </a:lnTo>
                <a:lnTo>
                  <a:pt x="3174970" y="69437"/>
                </a:lnTo>
                <a:lnTo>
                  <a:pt x="3189336" y="63451"/>
                </a:lnTo>
                <a:lnTo>
                  <a:pt x="3190100" y="63132"/>
                </a:lnTo>
                <a:lnTo>
                  <a:pt x="3203703" y="57535"/>
                </a:lnTo>
                <a:lnTo>
                  <a:pt x="3208254" y="55631"/>
                </a:lnTo>
                <a:lnTo>
                  <a:pt x="3218069" y="51592"/>
                </a:lnTo>
                <a:lnTo>
                  <a:pt x="3226347" y="48131"/>
                </a:lnTo>
                <a:lnTo>
                  <a:pt x="3232436" y="45625"/>
                </a:lnTo>
                <a:lnTo>
                  <a:pt x="3244382" y="40631"/>
                </a:lnTo>
                <a:lnTo>
                  <a:pt x="3246802" y="39634"/>
                </a:lnTo>
                <a:lnTo>
                  <a:pt x="3261168" y="33661"/>
                </a:lnTo>
                <a:lnTo>
                  <a:pt x="3261168" y="33130"/>
                </a:lnTo>
                <a:lnTo>
                  <a:pt x="3261168" y="25630"/>
                </a:lnTo>
                <a:lnTo>
                  <a:pt x="3261168" y="18130"/>
                </a:lnTo>
                <a:lnTo>
                  <a:pt x="3261168" y="10629"/>
                </a:lnTo>
                <a:lnTo>
                  <a:pt x="3261168" y="3129"/>
                </a:lnTo>
                <a:lnTo>
                  <a:pt x="3261168" y="0"/>
                </a:lnTo>
                <a:lnTo>
                  <a:pt x="3253602" y="3129"/>
                </a:lnTo>
                <a:lnTo>
                  <a:pt x="3246802" y="5960"/>
                </a:lnTo>
                <a:lnTo>
                  <a:pt x="3235508" y="10629"/>
                </a:lnTo>
                <a:lnTo>
                  <a:pt x="3232436" y="11909"/>
                </a:lnTo>
                <a:lnTo>
                  <a:pt x="3218069" y="17854"/>
                </a:lnTo>
                <a:lnTo>
                  <a:pt x="3217403" y="18130"/>
                </a:lnTo>
                <a:lnTo>
                  <a:pt x="3203703" y="23830"/>
                </a:lnTo>
                <a:lnTo>
                  <a:pt x="3199351" y="25630"/>
                </a:lnTo>
                <a:lnTo>
                  <a:pt x="3189336" y="29798"/>
                </a:lnTo>
                <a:lnTo>
                  <a:pt x="3181278" y="33130"/>
                </a:lnTo>
                <a:lnTo>
                  <a:pt x="3174970" y="35756"/>
                </a:lnTo>
                <a:lnTo>
                  <a:pt x="3163181" y="40631"/>
                </a:lnTo>
                <a:lnTo>
                  <a:pt x="3160604" y="41704"/>
                </a:lnTo>
                <a:lnTo>
                  <a:pt x="3146237" y="47654"/>
                </a:lnTo>
                <a:lnTo>
                  <a:pt x="3145085" y="48131"/>
                </a:lnTo>
                <a:lnTo>
                  <a:pt x="3131871" y="53629"/>
                </a:lnTo>
                <a:lnTo>
                  <a:pt x="3127030" y="55631"/>
                </a:lnTo>
                <a:lnTo>
                  <a:pt x="3117504" y="59595"/>
                </a:lnTo>
                <a:lnTo>
                  <a:pt x="3108954" y="63132"/>
                </a:lnTo>
                <a:lnTo>
                  <a:pt x="3103138" y="65553"/>
                </a:lnTo>
                <a:lnTo>
                  <a:pt x="3090853" y="70632"/>
                </a:lnTo>
                <a:lnTo>
                  <a:pt x="3088772" y="71498"/>
                </a:lnTo>
                <a:lnTo>
                  <a:pt x="3074405" y="77454"/>
                </a:lnTo>
                <a:lnTo>
                  <a:pt x="3072766" y="78132"/>
                </a:lnTo>
                <a:lnTo>
                  <a:pt x="3060039" y="83427"/>
                </a:lnTo>
                <a:lnTo>
                  <a:pt x="3054708" y="85632"/>
                </a:lnTo>
                <a:lnTo>
                  <a:pt x="3045673" y="89393"/>
                </a:lnTo>
                <a:lnTo>
                  <a:pt x="3036629" y="93133"/>
                </a:lnTo>
                <a:lnTo>
                  <a:pt x="3031306" y="95349"/>
                </a:lnTo>
                <a:lnTo>
                  <a:pt x="3018525" y="100633"/>
                </a:lnTo>
                <a:lnTo>
                  <a:pt x="3016940" y="101293"/>
                </a:lnTo>
                <a:lnTo>
                  <a:pt x="3002574" y="107253"/>
                </a:lnTo>
                <a:lnTo>
                  <a:pt x="3000446" y="108133"/>
                </a:lnTo>
                <a:lnTo>
                  <a:pt x="2988207" y="113226"/>
                </a:lnTo>
                <a:lnTo>
                  <a:pt x="2982386" y="115634"/>
                </a:lnTo>
                <a:lnTo>
                  <a:pt x="2973841" y="119190"/>
                </a:lnTo>
                <a:lnTo>
                  <a:pt x="2964304" y="123134"/>
                </a:lnTo>
                <a:lnTo>
                  <a:pt x="2959474" y="125145"/>
                </a:lnTo>
                <a:lnTo>
                  <a:pt x="2946196" y="130634"/>
                </a:lnTo>
                <a:lnTo>
                  <a:pt x="2945108" y="131087"/>
                </a:lnTo>
                <a:lnTo>
                  <a:pt x="2930742" y="137053"/>
                </a:lnTo>
                <a:lnTo>
                  <a:pt x="2928127" y="138135"/>
                </a:lnTo>
                <a:lnTo>
                  <a:pt x="2916375" y="143024"/>
                </a:lnTo>
                <a:lnTo>
                  <a:pt x="2910064" y="145635"/>
                </a:lnTo>
                <a:lnTo>
                  <a:pt x="2902009" y="148987"/>
                </a:lnTo>
                <a:lnTo>
                  <a:pt x="2891979" y="153135"/>
                </a:lnTo>
                <a:lnTo>
                  <a:pt x="2887642" y="154940"/>
                </a:lnTo>
                <a:lnTo>
                  <a:pt x="2873867" y="160635"/>
                </a:lnTo>
                <a:lnTo>
                  <a:pt x="2873276" y="160881"/>
                </a:lnTo>
                <a:lnTo>
                  <a:pt x="2858910" y="166852"/>
                </a:lnTo>
                <a:lnTo>
                  <a:pt x="2855807" y="168136"/>
                </a:lnTo>
                <a:lnTo>
                  <a:pt x="2844543" y="172823"/>
                </a:lnTo>
                <a:lnTo>
                  <a:pt x="2837741" y="175636"/>
                </a:lnTo>
                <a:lnTo>
                  <a:pt x="2830177" y="178784"/>
                </a:lnTo>
                <a:lnTo>
                  <a:pt x="2819653" y="183136"/>
                </a:lnTo>
                <a:lnTo>
                  <a:pt x="2815811" y="184736"/>
                </a:lnTo>
                <a:lnTo>
                  <a:pt x="2801537" y="190637"/>
                </a:lnTo>
                <a:lnTo>
                  <a:pt x="2801444" y="190675"/>
                </a:lnTo>
                <a:lnTo>
                  <a:pt x="2787078" y="196651"/>
                </a:lnTo>
                <a:lnTo>
                  <a:pt x="2783486" y="198137"/>
                </a:lnTo>
                <a:lnTo>
                  <a:pt x="2772711" y="202621"/>
                </a:lnTo>
                <a:lnTo>
                  <a:pt x="2765418" y="205637"/>
                </a:lnTo>
                <a:lnTo>
                  <a:pt x="2758345" y="208581"/>
                </a:lnTo>
                <a:lnTo>
                  <a:pt x="2747326" y="213138"/>
                </a:lnTo>
                <a:lnTo>
                  <a:pt x="2743979" y="214531"/>
                </a:lnTo>
                <a:lnTo>
                  <a:pt x="2729612" y="220474"/>
                </a:lnTo>
                <a:lnTo>
                  <a:pt x="2729217" y="220638"/>
                </a:lnTo>
                <a:lnTo>
                  <a:pt x="2715246" y="226450"/>
                </a:lnTo>
                <a:lnTo>
                  <a:pt x="2711166" y="228138"/>
                </a:lnTo>
                <a:lnTo>
                  <a:pt x="2700879" y="232419"/>
                </a:lnTo>
                <a:lnTo>
                  <a:pt x="2693094" y="235638"/>
                </a:lnTo>
                <a:lnTo>
                  <a:pt x="2686513" y="238378"/>
                </a:lnTo>
                <a:lnTo>
                  <a:pt x="2674999" y="243139"/>
                </a:lnTo>
                <a:lnTo>
                  <a:pt x="2672147" y="244326"/>
                </a:lnTo>
                <a:lnTo>
                  <a:pt x="2657780" y="250274"/>
                </a:lnTo>
                <a:lnTo>
                  <a:pt x="2656898" y="250639"/>
                </a:lnTo>
                <a:lnTo>
                  <a:pt x="2643414" y="256249"/>
                </a:lnTo>
                <a:lnTo>
                  <a:pt x="2638845" y="258139"/>
                </a:lnTo>
                <a:lnTo>
                  <a:pt x="2629048" y="262216"/>
                </a:lnTo>
                <a:lnTo>
                  <a:pt x="2620770" y="265640"/>
                </a:lnTo>
                <a:lnTo>
                  <a:pt x="2614681" y="268174"/>
                </a:lnTo>
                <a:lnTo>
                  <a:pt x="2602671" y="273140"/>
                </a:lnTo>
                <a:lnTo>
                  <a:pt x="2600315" y="274121"/>
                </a:lnTo>
                <a:lnTo>
                  <a:pt x="2585949" y="280188"/>
                </a:lnTo>
                <a:lnTo>
                  <a:pt x="2584892" y="280640"/>
                </a:lnTo>
                <a:lnTo>
                  <a:pt x="2571582" y="286365"/>
                </a:lnTo>
                <a:lnTo>
                  <a:pt x="2567432" y="288141"/>
                </a:lnTo>
                <a:lnTo>
                  <a:pt x="2557216" y="292535"/>
                </a:lnTo>
                <a:lnTo>
                  <a:pt x="2549957" y="295641"/>
                </a:lnTo>
                <a:lnTo>
                  <a:pt x="2542849" y="298699"/>
                </a:lnTo>
                <a:lnTo>
                  <a:pt x="2532465" y="303141"/>
                </a:lnTo>
                <a:lnTo>
                  <a:pt x="2528483" y="304855"/>
                </a:lnTo>
                <a:lnTo>
                  <a:pt x="2514952" y="310641"/>
                </a:lnTo>
                <a:lnTo>
                  <a:pt x="2514116" y="311001"/>
                </a:lnTo>
                <a:lnTo>
                  <a:pt x="2499750" y="317170"/>
                </a:lnTo>
                <a:lnTo>
                  <a:pt x="2497480" y="318142"/>
                </a:lnTo>
                <a:lnTo>
                  <a:pt x="2485384" y="323345"/>
                </a:lnTo>
                <a:lnTo>
                  <a:pt x="2480015" y="325642"/>
                </a:lnTo>
                <a:lnTo>
                  <a:pt x="2471017" y="329513"/>
                </a:lnTo>
                <a:lnTo>
                  <a:pt x="2462533" y="333142"/>
                </a:lnTo>
                <a:lnTo>
                  <a:pt x="2456651" y="335673"/>
                </a:lnTo>
                <a:lnTo>
                  <a:pt x="2445033" y="340643"/>
                </a:lnTo>
                <a:lnTo>
                  <a:pt x="2442285" y="341826"/>
                </a:lnTo>
                <a:lnTo>
                  <a:pt x="2427918" y="347974"/>
                </a:lnTo>
                <a:lnTo>
                  <a:pt x="2427523" y="348143"/>
                </a:lnTo>
                <a:lnTo>
                  <a:pt x="2413552" y="354151"/>
                </a:lnTo>
                <a:lnTo>
                  <a:pt x="2410034" y="355643"/>
                </a:lnTo>
                <a:lnTo>
                  <a:pt x="2399185" y="359624"/>
                </a:lnTo>
                <a:lnTo>
                  <a:pt x="2388612" y="363144"/>
                </a:lnTo>
                <a:lnTo>
                  <a:pt x="2384819" y="364424"/>
                </a:lnTo>
                <a:lnTo>
                  <a:pt x="2370453" y="369234"/>
                </a:lnTo>
                <a:lnTo>
                  <a:pt x="2366221" y="370644"/>
                </a:lnTo>
                <a:lnTo>
                  <a:pt x="2356086" y="374062"/>
                </a:lnTo>
                <a:lnTo>
                  <a:pt x="2343819" y="378144"/>
                </a:lnTo>
                <a:lnTo>
                  <a:pt x="2341720" y="378853"/>
                </a:lnTo>
                <a:lnTo>
                  <a:pt x="2327353" y="383764"/>
                </a:lnTo>
                <a:lnTo>
                  <a:pt x="2321718" y="385644"/>
                </a:lnTo>
                <a:lnTo>
                  <a:pt x="2312987" y="388639"/>
                </a:lnTo>
                <a:lnTo>
                  <a:pt x="2299359" y="393145"/>
                </a:lnTo>
                <a:lnTo>
                  <a:pt x="2298621" y="393396"/>
                </a:lnTo>
                <a:lnTo>
                  <a:pt x="2284255" y="398575"/>
                </a:lnTo>
                <a:lnTo>
                  <a:pt x="2278496" y="400645"/>
                </a:lnTo>
                <a:lnTo>
                  <a:pt x="2269888" y="403816"/>
                </a:lnTo>
                <a:lnTo>
                  <a:pt x="2257765" y="408145"/>
                </a:lnTo>
                <a:lnTo>
                  <a:pt x="2255522" y="408969"/>
                </a:lnTo>
                <a:lnTo>
                  <a:pt x="2241155" y="414149"/>
                </a:lnTo>
                <a:lnTo>
                  <a:pt x="2236993" y="415646"/>
                </a:lnTo>
                <a:lnTo>
                  <a:pt x="2226789" y="419361"/>
                </a:lnTo>
                <a:lnTo>
                  <a:pt x="2216249" y="423146"/>
                </a:lnTo>
                <a:lnTo>
                  <a:pt x="2212423" y="424540"/>
                </a:lnTo>
                <a:lnTo>
                  <a:pt x="2198056" y="429722"/>
                </a:lnTo>
                <a:lnTo>
                  <a:pt x="2195486" y="430646"/>
                </a:lnTo>
                <a:lnTo>
                  <a:pt x="2183690" y="434940"/>
                </a:lnTo>
                <a:lnTo>
                  <a:pt x="2174762" y="438146"/>
                </a:lnTo>
                <a:lnTo>
                  <a:pt x="2169323" y="440128"/>
                </a:lnTo>
                <a:lnTo>
                  <a:pt x="2154957" y="445293"/>
                </a:lnTo>
                <a:lnTo>
                  <a:pt x="2153974" y="445647"/>
                </a:lnTo>
                <a:lnTo>
                  <a:pt x="2140591" y="450517"/>
                </a:lnTo>
                <a:lnTo>
                  <a:pt x="2133270" y="453147"/>
                </a:lnTo>
                <a:lnTo>
                  <a:pt x="2126224" y="455714"/>
                </a:lnTo>
                <a:lnTo>
                  <a:pt x="2112478" y="460647"/>
                </a:lnTo>
                <a:lnTo>
                  <a:pt x="2111858" y="460873"/>
                </a:lnTo>
                <a:lnTo>
                  <a:pt x="2097492" y="466092"/>
                </a:lnTo>
                <a:lnTo>
                  <a:pt x="2091772" y="468148"/>
                </a:lnTo>
                <a:lnTo>
                  <a:pt x="2083125" y="471297"/>
                </a:lnTo>
                <a:lnTo>
                  <a:pt x="2071005" y="475648"/>
                </a:lnTo>
                <a:lnTo>
                  <a:pt x="2068759" y="476467"/>
                </a:lnTo>
                <a:lnTo>
                  <a:pt x="2054392" y="481666"/>
                </a:lnTo>
                <a:lnTo>
                  <a:pt x="2050269" y="483148"/>
                </a:lnTo>
                <a:lnTo>
                  <a:pt x="2040026" y="486878"/>
                </a:lnTo>
                <a:lnTo>
                  <a:pt x="2029525" y="490648"/>
                </a:lnTo>
                <a:lnTo>
                  <a:pt x="2025660" y="492057"/>
                </a:lnTo>
                <a:lnTo>
                  <a:pt x="2011293" y="497238"/>
                </a:lnTo>
                <a:lnTo>
                  <a:pt x="2008762" y="498149"/>
                </a:lnTo>
                <a:lnTo>
                  <a:pt x="1996927" y="502457"/>
                </a:lnTo>
                <a:lnTo>
                  <a:pt x="1988039" y="505649"/>
                </a:lnTo>
                <a:lnTo>
                  <a:pt x="1982560" y="507645"/>
                </a:lnTo>
                <a:lnTo>
                  <a:pt x="1968194" y="512810"/>
                </a:lnTo>
                <a:lnTo>
                  <a:pt x="1967250" y="513149"/>
                </a:lnTo>
                <a:lnTo>
                  <a:pt x="1953828" y="518034"/>
                </a:lnTo>
                <a:lnTo>
                  <a:pt x="1946546" y="520650"/>
                </a:lnTo>
                <a:lnTo>
                  <a:pt x="1939461" y="523231"/>
                </a:lnTo>
                <a:lnTo>
                  <a:pt x="1925754" y="528150"/>
                </a:lnTo>
                <a:lnTo>
                  <a:pt x="1925095" y="528390"/>
                </a:lnTo>
                <a:lnTo>
                  <a:pt x="1910729" y="533609"/>
                </a:lnTo>
                <a:lnTo>
                  <a:pt x="1905048" y="535650"/>
                </a:lnTo>
                <a:lnTo>
                  <a:pt x="1896362" y="538814"/>
                </a:lnTo>
                <a:lnTo>
                  <a:pt x="1884282" y="543151"/>
                </a:lnTo>
                <a:lnTo>
                  <a:pt x="1881996" y="543984"/>
                </a:lnTo>
                <a:lnTo>
                  <a:pt x="1867629" y="549183"/>
                </a:lnTo>
                <a:lnTo>
                  <a:pt x="1863545" y="550651"/>
                </a:lnTo>
                <a:lnTo>
                  <a:pt x="1853263" y="554394"/>
                </a:lnTo>
                <a:lnTo>
                  <a:pt x="1842802" y="558151"/>
                </a:lnTo>
                <a:lnTo>
                  <a:pt x="1838897" y="559574"/>
                </a:lnTo>
                <a:lnTo>
                  <a:pt x="1824530" y="564755"/>
                </a:lnTo>
                <a:lnTo>
                  <a:pt x="1822038" y="565652"/>
                </a:lnTo>
                <a:lnTo>
                  <a:pt x="1810164" y="569973"/>
                </a:lnTo>
                <a:lnTo>
                  <a:pt x="1801315" y="573152"/>
                </a:lnTo>
                <a:lnTo>
                  <a:pt x="1795798" y="575162"/>
                </a:lnTo>
                <a:lnTo>
                  <a:pt x="1781431" y="580327"/>
                </a:lnTo>
                <a:lnTo>
                  <a:pt x="1780526" y="580652"/>
                </a:lnTo>
                <a:lnTo>
                  <a:pt x="1767065" y="585550"/>
                </a:lnTo>
                <a:lnTo>
                  <a:pt x="1759823" y="588152"/>
                </a:lnTo>
                <a:lnTo>
                  <a:pt x="1752698" y="590748"/>
                </a:lnTo>
                <a:lnTo>
                  <a:pt x="1739031" y="595653"/>
                </a:lnTo>
                <a:lnTo>
                  <a:pt x="1738332" y="595908"/>
                </a:lnTo>
                <a:lnTo>
                  <a:pt x="1723966" y="601126"/>
                </a:lnTo>
                <a:lnTo>
                  <a:pt x="1718325" y="603153"/>
                </a:lnTo>
                <a:lnTo>
                  <a:pt x="1709599" y="606331"/>
                </a:lnTo>
                <a:lnTo>
                  <a:pt x="1697558" y="610653"/>
                </a:lnTo>
                <a:lnTo>
                  <a:pt x="1695233" y="611501"/>
                </a:lnTo>
                <a:lnTo>
                  <a:pt x="1680866" y="616699"/>
                </a:lnTo>
                <a:lnTo>
                  <a:pt x="1676821" y="618154"/>
                </a:lnTo>
                <a:lnTo>
                  <a:pt x="1666500" y="621911"/>
                </a:lnTo>
                <a:lnTo>
                  <a:pt x="1656078" y="625654"/>
                </a:lnTo>
                <a:lnTo>
                  <a:pt x="1652134" y="627092"/>
                </a:lnTo>
                <a:lnTo>
                  <a:pt x="1637767" y="632272"/>
                </a:lnTo>
                <a:lnTo>
                  <a:pt x="1635314" y="633154"/>
                </a:lnTo>
                <a:lnTo>
                  <a:pt x="1623401" y="637490"/>
                </a:lnTo>
                <a:lnTo>
                  <a:pt x="1614592" y="640654"/>
                </a:lnTo>
                <a:lnTo>
                  <a:pt x="1609035" y="642679"/>
                </a:lnTo>
                <a:lnTo>
                  <a:pt x="1594668" y="647843"/>
                </a:lnTo>
                <a:lnTo>
                  <a:pt x="1593802" y="648155"/>
                </a:lnTo>
                <a:lnTo>
                  <a:pt x="1580302" y="653067"/>
                </a:lnTo>
                <a:lnTo>
                  <a:pt x="1573099" y="655655"/>
                </a:lnTo>
                <a:lnTo>
                  <a:pt x="1565935" y="658264"/>
                </a:lnTo>
                <a:lnTo>
                  <a:pt x="1552308" y="663155"/>
                </a:lnTo>
                <a:lnTo>
                  <a:pt x="1551569" y="663425"/>
                </a:lnTo>
                <a:lnTo>
                  <a:pt x="1537203" y="668642"/>
                </a:lnTo>
                <a:lnTo>
                  <a:pt x="1531655" y="670656"/>
                </a:lnTo>
                <a:lnTo>
                  <a:pt x="1522836" y="673932"/>
                </a:lnTo>
                <a:lnTo>
                  <a:pt x="1512276" y="678156"/>
                </a:lnTo>
                <a:lnTo>
                  <a:pt x="1508470" y="679696"/>
                </a:lnTo>
                <a:lnTo>
                  <a:pt x="1494104" y="685446"/>
                </a:lnTo>
                <a:lnTo>
                  <a:pt x="1493578" y="685656"/>
                </a:lnTo>
                <a:lnTo>
                  <a:pt x="1479737" y="691246"/>
                </a:lnTo>
                <a:lnTo>
                  <a:pt x="1474966" y="693156"/>
                </a:lnTo>
                <a:lnTo>
                  <a:pt x="1465371" y="697034"/>
                </a:lnTo>
                <a:lnTo>
                  <a:pt x="1456317" y="700657"/>
                </a:lnTo>
                <a:lnTo>
                  <a:pt x="1451004" y="702805"/>
                </a:lnTo>
                <a:lnTo>
                  <a:pt x="1437619" y="708157"/>
                </a:lnTo>
                <a:lnTo>
                  <a:pt x="1436638" y="708554"/>
                </a:lnTo>
                <a:lnTo>
                  <a:pt x="1422272" y="714342"/>
                </a:lnTo>
                <a:lnTo>
                  <a:pt x="1418986" y="715657"/>
                </a:lnTo>
                <a:lnTo>
                  <a:pt x="1407905" y="720135"/>
                </a:lnTo>
                <a:lnTo>
                  <a:pt x="1400351" y="723158"/>
                </a:lnTo>
                <a:lnTo>
                  <a:pt x="1393539" y="725912"/>
                </a:lnTo>
                <a:lnTo>
                  <a:pt x="1381672" y="730658"/>
                </a:lnTo>
                <a:lnTo>
                  <a:pt x="1379172" y="731669"/>
                </a:lnTo>
                <a:lnTo>
                  <a:pt x="1364806" y="737436"/>
                </a:lnTo>
                <a:lnTo>
                  <a:pt x="1363002" y="738158"/>
                </a:lnTo>
                <a:lnTo>
                  <a:pt x="1350440" y="743233"/>
                </a:lnTo>
                <a:lnTo>
                  <a:pt x="1344380" y="745659"/>
                </a:lnTo>
                <a:lnTo>
                  <a:pt x="1336073" y="749016"/>
                </a:lnTo>
                <a:lnTo>
                  <a:pt x="1325718" y="753159"/>
                </a:lnTo>
                <a:lnTo>
                  <a:pt x="1321707" y="754781"/>
                </a:lnTo>
                <a:lnTo>
                  <a:pt x="1307341" y="760529"/>
                </a:lnTo>
                <a:lnTo>
                  <a:pt x="1307014" y="760659"/>
                </a:lnTo>
                <a:lnTo>
                  <a:pt x="1292974" y="766330"/>
                </a:lnTo>
                <a:lnTo>
                  <a:pt x="1288404" y="768160"/>
                </a:lnTo>
                <a:lnTo>
                  <a:pt x="1278608" y="772119"/>
                </a:lnTo>
                <a:lnTo>
                  <a:pt x="1269757" y="775660"/>
                </a:lnTo>
                <a:lnTo>
                  <a:pt x="1264241" y="777890"/>
                </a:lnTo>
                <a:lnTo>
                  <a:pt x="1251062" y="783160"/>
                </a:lnTo>
                <a:lnTo>
                  <a:pt x="1249875" y="783640"/>
                </a:lnTo>
                <a:lnTo>
                  <a:pt x="1235509" y="789425"/>
                </a:lnTo>
                <a:lnTo>
                  <a:pt x="1232424" y="790660"/>
                </a:lnTo>
                <a:lnTo>
                  <a:pt x="1221142" y="795219"/>
                </a:lnTo>
                <a:lnTo>
                  <a:pt x="1213791" y="798161"/>
                </a:lnTo>
                <a:lnTo>
                  <a:pt x="1206776" y="800997"/>
                </a:lnTo>
                <a:lnTo>
                  <a:pt x="1195114" y="805661"/>
                </a:lnTo>
                <a:lnTo>
                  <a:pt x="1192410" y="806755"/>
                </a:lnTo>
                <a:lnTo>
                  <a:pt x="1178043" y="812519"/>
                </a:lnTo>
                <a:lnTo>
                  <a:pt x="1176439" y="813161"/>
                </a:lnTo>
                <a:lnTo>
                  <a:pt x="1163677" y="818317"/>
                </a:lnTo>
                <a:lnTo>
                  <a:pt x="1157819" y="820662"/>
                </a:lnTo>
                <a:lnTo>
                  <a:pt x="1149310" y="824101"/>
                </a:lnTo>
                <a:lnTo>
                  <a:pt x="1139159" y="828162"/>
                </a:lnTo>
                <a:lnTo>
                  <a:pt x="1134944" y="829867"/>
                </a:lnTo>
                <a:lnTo>
                  <a:pt x="1120578" y="835612"/>
                </a:lnTo>
                <a:lnTo>
                  <a:pt x="1120449" y="835662"/>
                </a:lnTo>
                <a:lnTo>
                  <a:pt x="1106211" y="841330"/>
                </a:lnTo>
                <a:lnTo>
                  <a:pt x="1101541" y="843162"/>
                </a:lnTo>
                <a:lnTo>
                  <a:pt x="1091845" y="847005"/>
                </a:lnTo>
                <a:lnTo>
                  <a:pt x="1082514" y="850663"/>
                </a:lnTo>
                <a:lnTo>
                  <a:pt x="1077478" y="852659"/>
                </a:lnTo>
                <a:lnTo>
                  <a:pt x="1063429" y="858163"/>
                </a:lnTo>
                <a:lnTo>
                  <a:pt x="1063112" y="858289"/>
                </a:lnTo>
                <a:lnTo>
                  <a:pt x="1048746" y="863973"/>
                </a:lnTo>
                <a:lnTo>
                  <a:pt x="1044438" y="865663"/>
                </a:lnTo>
                <a:lnTo>
                  <a:pt x="1034379" y="869649"/>
                </a:lnTo>
                <a:lnTo>
                  <a:pt x="1025415" y="873164"/>
                </a:lnTo>
                <a:lnTo>
                  <a:pt x="1020013" y="875306"/>
                </a:lnTo>
                <a:lnTo>
                  <a:pt x="1006335" y="880664"/>
                </a:lnTo>
                <a:lnTo>
                  <a:pt x="1005647" y="880937"/>
                </a:lnTo>
                <a:lnTo>
                  <a:pt x="991280" y="886616"/>
                </a:lnTo>
                <a:lnTo>
                  <a:pt x="987335" y="888164"/>
                </a:lnTo>
                <a:lnTo>
                  <a:pt x="976914" y="892293"/>
                </a:lnTo>
                <a:lnTo>
                  <a:pt x="968315" y="895665"/>
                </a:lnTo>
                <a:lnTo>
                  <a:pt x="962547" y="897951"/>
                </a:lnTo>
                <a:lnTo>
                  <a:pt x="949241" y="903165"/>
                </a:lnTo>
                <a:lnTo>
                  <a:pt x="948181" y="903585"/>
                </a:lnTo>
                <a:lnTo>
                  <a:pt x="933815" y="909298"/>
                </a:lnTo>
                <a:lnTo>
                  <a:pt x="930454" y="910665"/>
                </a:lnTo>
                <a:lnTo>
                  <a:pt x="919448" y="915323"/>
                </a:lnTo>
                <a:lnTo>
                  <a:pt x="912682" y="918165"/>
                </a:lnTo>
                <a:lnTo>
                  <a:pt x="905082" y="921384"/>
                </a:lnTo>
                <a:lnTo>
                  <a:pt x="894807" y="925666"/>
                </a:lnTo>
                <a:lnTo>
                  <a:pt x="890715" y="927392"/>
                </a:lnTo>
                <a:lnTo>
                  <a:pt x="876534" y="933166"/>
                </a:lnTo>
                <a:lnTo>
                  <a:pt x="876349" y="933242"/>
                </a:lnTo>
                <a:lnTo>
                  <a:pt x="861983" y="939143"/>
                </a:lnTo>
                <a:lnTo>
                  <a:pt x="858247" y="940666"/>
                </a:lnTo>
                <a:lnTo>
                  <a:pt x="847616" y="945037"/>
                </a:lnTo>
                <a:lnTo>
                  <a:pt x="839936" y="948167"/>
                </a:lnTo>
                <a:lnTo>
                  <a:pt x="833250" y="950917"/>
                </a:lnTo>
                <a:lnTo>
                  <a:pt x="821588" y="955667"/>
                </a:lnTo>
                <a:lnTo>
                  <a:pt x="818884" y="956780"/>
                </a:lnTo>
                <a:lnTo>
                  <a:pt x="804517" y="962646"/>
                </a:lnTo>
                <a:lnTo>
                  <a:pt x="803239" y="963167"/>
                </a:lnTo>
                <a:lnTo>
                  <a:pt x="790151" y="968546"/>
                </a:lnTo>
                <a:lnTo>
                  <a:pt x="784947" y="970668"/>
                </a:lnTo>
                <a:lnTo>
                  <a:pt x="775785" y="974435"/>
                </a:lnTo>
                <a:lnTo>
                  <a:pt x="766624" y="978168"/>
                </a:lnTo>
                <a:lnTo>
                  <a:pt x="761418" y="980309"/>
                </a:lnTo>
                <a:lnTo>
                  <a:pt x="748260" y="985668"/>
                </a:lnTo>
                <a:lnTo>
                  <a:pt x="747052" y="986165"/>
                </a:lnTo>
                <a:lnTo>
                  <a:pt x="732685" y="992051"/>
                </a:lnTo>
                <a:lnTo>
                  <a:pt x="729946" y="993168"/>
                </a:lnTo>
                <a:lnTo>
                  <a:pt x="718319" y="997948"/>
                </a:lnTo>
                <a:lnTo>
                  <a:pt x="711644" y="1000669"/>
                </a:lnTo>
                <a:lnTo>
                  <a:pt x="703953" y="1003832"/>
                </a:lnTo>
                <a:lnTo>
                  <a:pt x="693306" y="1008169"/>
                </a:lnTo>
                <a:lnTo>
                  <a:pt x="689586" y="1009700"/>
                </a:lnTo>
                <a:lnTo>
                  <a:pt x="675220" y="1015534"/>
                </a:lnTo>
                <a:lnTo>
                  <a:pt x="674875" y="1015669"/>
                </a:lnTo>
                <a:lnTo>
                  <a:pt x="660854" y="1021238"/>
                </a:lnTo>
                <a:lnTo>
                  <a:pt x="655946" y="1023170"/>
                </a:lnTo>
                <a:lnTo>
                  <a:pt x="646487" y="1026929"/>
                </a:lnTo>
                <a:lnTo>
                  <a:pt x="636976" y="1030670"/>
                </a:lnTo>
                <a:lnTo>
                  <a:pt x="632121" y="1032601"/>
                </a:lnTo>
                <a:lnTo>
                  <a:pt x="617953" y="1038170"/>
                </a:lnTo>
                <a:lnTo>
                  <a:pt x="617754" y="1038249"/>
                </a:lnTo>
                <a:lnTo>
                  <a:pt x="603388" y="1043952"/>
                </a:lnTo>
                <a:lnTo>
                  <a:pt x="599022" y="1045671"/>
                </a:lnTo>
                <a:lnTo>
                  <a:pt x="589022" y="1049645"/>
                </a:lnTo>
                <a:lnTo>
                  <a:pt x="580058" y="1053171"/>
                </a:lnTo>
                <a:lnTo>
                  <a:pt x="574655" y="1055319"/>
                </a:lnTo>
                <a:lnTo>
                  <a:pt x="561041" y="1060671"/>
                </a:lnTo>
                <a:lnTo>
                  <a:pt x="560289" y="1060971"/>
                </a:lnTo>
                <a:lnTo>
                  <a:pt x="545922" y="1066666"/>
                </a:lnTo>
                <a:lnTo>
                  <a:pt x="542098" y="1068171"/>
                </a:lnTo>
                <a:lnTo>
                  <a:pt x="531556" y="1072360"/>
                </a:lnTo>
                <a:lnTo>
                  <a:pt x="523138" y="1075672"/>
                </a:lnTo>
                <a:lnTo>
                  <a:pt x="517190" y="1078037"/>
                </a:lnTo>
                <a:lnTo>
                  <a:pt x="504129" y="1083172"/>
                </a:lnTo>
                <a:lnTo>
                  <a:pt x="502823" y="1083691"/>
                </a:lnTo>
                <a:lnTo>
                  <a:pt x="488457" y="1089379"/>
                </a:lnTo>
                <a:lnTo>
                  <a:pt x="485172" y="1090672"/>
                </a:lnTo>
                <a:lnTo>
                  <a:pt x="474091" y="1095075"/>
                </a:lnTo>
                <a:lnTo>
                  <a:pt x="466218" y="1098173"/>
                </a:lnTo>
                <a:lnTo>
                  <a:pt x="459724" y="1100754"/>
                </a:lnTo>
                <a:lnTo>
                  <a:pt x="447215" y="1105673"/>
                </a:lnTo>
                <a:lnTo>
                  <a:pt x="445358" y="1106412"/>
                </a:lnTo>
                <a:lnTo>
                  <a:pt x="430991" y="1112092"/>
                </a:lnTo>
                <a:lnTo>
                  <a:pt x="428247" y="1113173"/>
                </a:lnTo>
                <a:lnTo>
                  <a:pt x="416625" y="1117790"/>
                </a:lnTo>
                <a:lnTo>
                  <a:pt x="409298" y="1120673"/>
                </a:lnTo>
                <a:lnTo>
                  <a:pt x="402259" y="1123472"/>
                </a:lnTo>
                <a:lnTo>
                  <a:pt x="390301" y="1128174"/>
                </a:lnTo>
                <a:lnTo>
                  <a:pt x="387892" y="1129132"/>
                </a:lnTo>
                <a:lnTo>
                  <a:pt x="373526" y="1134806"/>
                </a:lnTo>
                <a:lnTo>
                  <a:pt x="371320" y="1135674"/>
                </a:lnTo>
                <a:lnTo>
                  <a:pt x="359160" y="1140505"/>
                </a:lnTo>
                <a:lnTo>
                  <a:pt x="352376" y="1143174"/>
                </a:lnTo>
                <a:lnTo>
                  <a:pt x="344793" y="1146189"/>
                </a:lnTo>
                <a:lnTo>
                  <a:pt x="333386" y="1150675"/>
                </a:lnTo>
                <a:lnTo>
                  <a:pt x="330427" y="1151852"/>
                </a:lnTo>
                <a:lnTo>
                  <a:pt x="316060" y="1157519"/>
                </a:lnTo>
                <a:lnTo>
                  <a:pt x="314394" y="1158175"/>
                </a:lnTo>
                <a:lnTo>
                  <a:pt x="301694" y="1163220"/>
                </a:lnTo>
                <a:lnTo>
                  <a:pt x="295454" y="1165675"/>
                </a:lnTo>
                <a:lnTo>
                  <a:pt x="287328" y="1168905"/>
                </a:lnTo>
                <a:lnTo>
                  <a:pt x="276470" y="1173176"/>
                </a:lnTo>
                <a:lnTo>
                  <a:pt x="272961" y="1174571"/>
                </a:lnTo>
                <a:lnTo>
                  <a:pt x="258595" y="1180231"/>
                </a:lnTo>
                <a:lnTo>
                  <a:pt x="257466" y="1180676"/>
                </a:lnTo>
                <a:lnTo>
                  <a:pt x="244228" y="1185934"/>
                </a:lnTo>
                <a:lnTo>
                  <a:pt x="238531" y="1188176"/>
                </a:lnTo>
                <a:lnTo>
                  <a:pt x="229862" y="1191622"/>
                </a:lnTo>
                <a:lnTo>
                  <a:pt x="219553" y="1195676"/>
                </a:lnTo>
                <a:lnTo>
                  <a:pt x="215496" y="1197290"/>
                </a:lnTo>
                <a:lnTo>
                  <a:pt x="201129" y="1202944"/>
                </a:lnTo>
                <a:lnTo>
                  <a:pt x="200539" y="1203177"/>
                </a:lnTo>
                <a:lnTo>
                  <a:pt x="186763" y="1208648"/>
                </a:lnTo>
                <a:lnTo>
                  <a:pt x="181608" y="1210677"/>
                </a:lnTo>
                <a:lnTo>
                  <a:pt x="172397" y="1214338"/>
                </a:lnTo>
                <a:lnTo>
                  <a:pt x="162636" y="1218177"/>
                </a:lnTo>
                <a:lnTo>
                  <a:pt x="158030" y="1220009"/>
                </a:lnTo>
                <a:lnTo>
                  <a:pt x="143664" y="1225657"/>
                </a:lnTo>
                <a:lnTo>
                  <a:pt x="143611" y="1225678"/>
                </a:lnTo>
                <a:lnTo>
                  <a:pt x="129297" y="1231362"/>
                </a:lnTo>
                <a:lnTo>
                  <a:pt x="124684" y="1233178"/>
                </a:lnTo>
                <a:lnTo>
                  <a:pt x="114931" y="1237054"/>
                </a:lnTo>
                <a:lnTo>
                  <a:pt x="105717" y="1240678"/>
                </a:lnTo>
                <a:lnTo>
                  <a:pt x="100565" y="1242727"/>
                </a:lnTo>
                <a:lnTo>
                  <a:pt x="86698" y="1248179"/>
                </a:lnTo>
                <a:lnTo>
                  <a:pt x="86198" y="1248377"/>
                </a:lnTo>
                <a:lnTo>
                  <a:pt x="71832" y="1254076"/>
                </a:lnTo>
                <a:lnTo>
                  <a:pt x="67760" y="1255679"/>
                </a:lnTo>
                <a:lnTo>
                  <a:pt x="57466" y="1259769"/>
                </a:lnTo>
                <a:lnTo>
                  <a:pt x="48798" y="1263179"/>
                </a:lnTo>
                <a:lnTo>
                  <a:pt x="43099" y="1265445"/>
                </a:lnTo>
                <a:lnTo>
                  <a:pt x="29785" y="1270679"/>
                </a:lnTo>
                <a:lnTo>
                  <a:pt x="28733" y="1271098"/>
                </a:lnTo>
                <a:lnTo>
                  <a:pt x="14366" y="1276789"/>
                </a:lnTo>
                <a:lnTo>
                  <a:pt x="10835" y="1278180"/>
                </a:lnTo>
                <a:lnTo>
                  <a:pt x="0" y="1282485"/>
                </a:lnTo>
                <a:lnTo>
                  <a:pt x="0" y="1285680"/>
                </a:lnTo>
                <a:lnTo>
                  <a:pt x="0" y="1293180"/>
                </a:lnTo>
                <a:lnTo>
                  <a:pt x="0" y="1300681"/>
                </a:lnTo>
                <a:lnTo>
                  <a:pt x="0" y="1307132"/>
                </a:lnTo>
                <a:lnTo>
                  <a:pt x="14366" y="1301443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D77A0-2337-4287-B36D-6AB3EA7B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758398"/>
            <a:ext cx="3261168" cy="1312513"/>
          </a:xfrm>
          <a:custGeom xmlns:a="http://schemas.openxmlformats.org/drawingml/2006/main">
            <a:pathLst>
              <a:path w="3261168" h="1312513">
                <a:moveTo>
                  <a:pt x="1217" y="1312021"/>
                </a:moveTo>
                <a:lnTo>
                  <a:pt x="14366" y="1306932"/>
                </a:lnTo>
                <a:lnTo>
                  <a:pt x="20343" y="1304521"/>
                </a:lnTo>
                <a:lnTo>
                  <a:pt x="28733" y="1301273"/>
                </a:lnTo>
                <a:lnTo>
                  <a:pt x="39277" y="1297021"/>
                </a:lnTo>
                <a:lnTo>
                  <a:pt x="43099" y="1295541"/>
                </a:lnTo>
                <a:lnTo>
                  <a:pt x="57466" y="1289779"/>
                </a:lnTo>
                <a:lnTo>
                  <a:pt x="58107" y="1289520"/>
                </a:lnTo>
                <a:lnTo>
                  <a:pt x="71832" y="1284208"/>
                </a:lnTo>
                <a:lnTo>
                  <a:pt x="77256" y="1282020"/>
                </a:lnTo>
                <a:lnTo>
                  <a:pt x="86198" y="1278558"/>
                </a:lnTo>
                <a:lnTo>
                  <a:pt x="96212" y="1274520"/>
                </a:lnTo>
                <a:lnTo>
                  <a:pt x="100565" y="1272834"/>
                </a:lnTo>
                <a:lnTo>
                  <a:pt x="114931" y="1267045"/>
                </a:lnTo>
                <a:lnTo>
                  <a:pt x="114993" y="1267020"/>
                </a:lnTo>
                <a:lnTo>
                  <a:pt x="129297" y="1261484"/>
                </a:lnTo>
                <a:lnTo>
                  <a:pt x="134167" y="1259519"/>
                </a:lnTo>
                <a:lnTo>
                  <a:pt x="143664" y="1255843"/>
                </a:lnTo>
                <a:lnTo>
                  <a:pt x="153145" y="1252019"/>
                </a:lnTo>
                <a:lnTo>
                  <a:pt x="158030" y="1250127"/>
                </a:lnTo>
                <a:lnTo>
                  <a:pt x="171939" y="1244519"/>
                </a:lnTo>
                <a:lnTo>
                  <a:pt x="172397" y="1244342"/>
                </a:lnTo>
                <a:lnTo>
                  <a:pt x="186763" y="1238758"/>
                </a:lnTo>
                <a:lnTo>
                  <a:pt x="191074" y="1237018"/>
                </a:lnTo>
                <a:lnTo>
                  <a:pt x="201129" y="1233126"/>
                </a:lnTo>
                <a:lnTo>
                  <a:pt x="210075" y="1229518"/>
                </a:lnTo>
                <a:lnTo>
                  <a:pt x="215496" y="1227419"/>
                </a:lnTo>
                <a:lnTo>
                  <a:pt x="228890" y="1222018"/>
                </a:lnTo>
                <a:lnTo>
                  <a:pt x="229862" y="1221641"/>
                </a:lnTo>
                <a:lnTo>
                  <a:pt x="244228" y="1216031"/>
                </a:lnTo>
                <a:lnTo>
                  <a:pt x="247979" y="1214518"/>
                </a:lnTo>
                <a:lnTo>
                  <a:pt x="258595" y="1210408"/>
                </a:lnTo>
                <a:lnTo>
                  <a:pt x="267002" y="1207017"/>
                </a:lnTo>
                <a:lnTo>
                  <a:pt x="272961" y="1204710"/>
                </a:lnTo>
                <a:lnTo>
                  <a:pt x="285839" y="1199517"/>
                </a:lnTo>
                <a:lnTo>
                  <a:pt x="287328" y="1198940"/>
                </a:lnTo>
                <a:lnTo>
                  <a:pt x="301694" y="1193302"/>
                </a:lnTo>
                <a:lnTo>
                  <a:pt x="304881" y="1192017"/>
                </a:lnTo>
                <a:lnTo>
                  <a:pt x="316060" y="1187689"/>
                </a:lnTo>
                <a:lnTo>
                  <a:pt x="323927" y="1184516"/>
                </a:lnTo>
                <a:lnTo>
                  <a:pt x="330427" y="1182000"/>
                </a:lnTo>
                <a:lnTo>
                  <a:pt x="342785" y="1177016"/>
                </a:lnTo>
                <a:lnTo>
                  <a:pt x="344793" y="1176238"/>
                </a:lnTo>
                <a:lnTo>
                  <a:pt x="359160" y="1170573"/>
                </a:lnTo>
                <a:lnTo>
                  <a:pt x="361780" y="1169516"/>
                </a:lnTo>
                <a:lnTo>
                  <a:pt x="373526" y="1164969"/>
                </a:lnTo>
                <a:lnTo>
                  <a:pt x="380849" y="1162015"/>
                </a:lnTo>
                <a:lnTo>
                  <a:pt x="387892" y="1159289"/>
                </a:lnTo>
                <a:lnTo>
                  <a:pt x="399729" y="1154515"/>
                </a:lnTo>
                <a:lnTo>
                  <a:pt x="402259" y="1153535"/>
                </a:lnTo>
                <a:lnTo>
                  <a:pt x="416625" y="1147843"/>
                </a:lnTo>
                <a:lnTo>
                  <a:pt x="418677" y="1147015"/>
                </a:lnTo>
                <a:lnTo>
                  <a:pt x="430991" y="1142248"/>
                </a:lnTo>
                <a:lnTo>
                  <a:pt x="437769" y="1139515"/>
                </a:lnTo>
                <a:lnTo>
                  <a:pt x="445358" y="1136576"/>
                </a:lnTo>
                <a:lnTo>
                  <a:pt x="456670" y="1132014"/>
                </a:lnTo>
                <a:lnTo>
                  <a:pt x="459724" y="1130832"/>
                </a:lnTo>
                <a:lnTo>
                  <a:pt x="474091" y="1125111"/>
                </a:lnTo>
                <a:lnTo>
                  <a:pt x="475570" y="1124514"/>
                </a:lnTo>
                <a:lnTo>
                  <a:pt x="488457" y="1119526"/>
                </a:lnTo>
                <a:lnTo>
                  <a:pt x="494686" y="1117014"/>
                </a:lnTo>
                <a:lnTo>
                  <a:pt x="502823" y="1113863"/>
                </a:lnTo>
                <a:lnTo>
                  <a:pt x="513609" y="1109513"/>
                </a:lnTo>
                <a:lnTo>
                  <a:pt x="517190" y="1108127"/>
                </a:lnTo>
                <a:lnTo>
                  <a:pt x="531556" y="1102378"/>
                </a:lnTo>
                <a:lnTo>
                  <a:pt x="532461" y="1102013"/>
                </a:lnTo>
                <a:lnTo>
                  <a:pt x="545922" y="1096803"/>
                </a:lnTo>
                <a:lnTo>
                  <a:pt x="551600" y="1094513"/>
                </a:lnTo>
                <a:lnTo>
                  <a:pt x="560289" y="1091149"/>
                </a:lnTo>
                <a:lnTo>
                  <a:pt x="570545" y="1087012"/>
                </a:lnTo>
                <a:lnTo>
                  <a:pt x="574655" y="1085421"/>
                </a:lnTo>
                <a:lnTo>
                  <a:pt x="589022" y="1079644"/>
                </a:lnTo>
                <a:lnTo>
                  <a:pt x="589349" y="1079512"/>
                </a:lnTo>
                <a:lnTo>
                  <a:pt x="603388" y="1074079"/>
                </a:lnTo>
                <a:lnTo>
                  <a:pt x="608511" y="1072012"/>
                </a:lnTo>
                <a:lnTo>
                  <a:pt x="617754" y="1068434"/>
                </a:lnTo>
                <a:lnTo>
                  <a:pt x="627479" y="1064512"/>
                </a:lnTo>
                <a:lnTo>
                  <a:pt x="632121" y="1062714"/>
                </a:lnTo>
                <a:lnTo>
                  <a:pt x="646264" y="1057011"/>
                </a:lnTo>
                <a:lnTo>
                  <a:pt x="646487" y="1056925"/>
                </a:lnTo>
                <a:lnTo>
                  <a:pt x="660854" y="1051209"/>
                </a:lnTo>
                <a:lnTo>
                  <a:pt x="664927" y="1049511"/>
                </a:lnTo>
                <a:lnTo>
                  <a:pt x="675220" y="1045377"/>
                </a:lnTo>
                <a:lnTo>
                  <a:pt x="683299" y="1042011"/>
                </a:lnTo>
                <a:lnTo>
                  <a:pt x="689586" y="1039485"/>
                </a:lnTo>
                <a:lnTo>
                  <a:pt x="701527" y="1034510"/>
                </a:lnTo>
                <a:lnTo>
                  <a:pt x="703953" y="1033536"/>
                </a:lnTo>
                <a:lnTo>
                  <a:pt x="718319" y="1027629"/>
                </a:lnTo>
                <a:lnTo>
                  <a:pt x="719804" y="1027010"/>
                </a:lnTo>
                <a:lnTo>
                  <a:pt x="732685" y="1021837"/>
                </a:lnTo>
                <a:lnTo>
                  <a:pt x="738271" y="1019510"/>
                </a:lnTo>
                <a:lnTo>
                  <a:pt x="747052" y="1015983"/>
                </a:lnTo>
                <a:lnTo>
                  <a:pt x="756588" y="1012009"/>
                </a:lnTo>
                <a:lnTo>
                  <a:pt x="761418" y="1010069"/>
                </a:lnTo>
                <a:lnTo>
                  <a:pt x="774765" y="1004509"/>
                </a:lnTo>
                <a:lnTo>
                  <a:pt x="775785" y="1004099"/>
                </a:lnTo>
                <a:lnTo>
                  <a:pt x="790151" y="998273"/>
                </a:lnTo>
                <a:lnTo>
                  <a:pt x="793183" y="997009"/>
                </a:lnTo>
                <a:lnTo>
                  <a:pt x="804517" y="992457"/>
                </a:lnTo>
                <a:lnTo>
                  <a:pt x="811593" y="989509"/>
                </a:lnTo>
                <a:lnTo>
                  <a:pt x="818884" y="986580"/>
                </a:lnTo>
                <a:lnTo>
                  <a:pt x="829857" y="982008"/>
                </a:lnTo>
                <a:lnTo>
                  <a:pt x="833250" y="980645"/>
                </a:lnTo>
                <a:lnTo>
                  <a:pt x="847616" y="974683"/>
                </a:lnTo>
                <a:lnTo>
                  <a:pt x="848035" y="974508"/>
                </a:lnTo>
                <a:lnTo>
                  <a:pt x="861983" y="968907"/>
                </a:lnTo>
                <a:lnTo>
                  <a:pt x="866541" y="967008"/>
                </a:lnTo>
                <a:lnTo>
                  <a:pt x="876349" y="963068"/>
                </a:lnTo>
                <a:lnTo>
                  <a:pt x="884698" y="959507"/>
                </a:lnTo>
                <a:lnTo>
                  <a:pt x="890715" y="957032"/>
                </a:lnTo>
                <a:lnTo>
                  <a:pt x="902448" y="952007"/>
                </a:lnTo>
                <a:lnTo>
                  <a:pt x="905082" y="950915"/>
                </a:lnTo>
                <a:lnTo>
                  <a:pt x="919448" y="944800"/>
                </a:lnTo>
                <a:lnTo>
                  <a:pt x="920132" y="944507"/>
                </a:lnTo>
                <a:lnTo>
                  <a:pt x="933815" y="938836"/>
                </a:lnTo>
                <a:lnTo>
                  <a:pt x="938084" y="937006"/>
                </a:lnTo>
                <a:lnTo>
                  <a:pt x="948181" y="932821"/>
                </a:lnTo>
                <a:lnTo>
                  <a:pt x="955918" y="929506"/>
                </a:lnTo>
                <a:lnTo>
                  <a:pt x="962547" y="926757"/>
                </a:lnTo>
                <a:lnTo>
                  <a:pt x="973640" y="922006"/>
                </a:lnTo>
                <a:lnTo>
                  <a:pt x="976914" y="920648"/>
                </a:lnTo>
                <a:lnTo>
                  <a:pt x="991257" y="914506"/>
                </a:lnTo>
                <a:lnTo>
                  <a:pt x="991280" y="914496"/>
                </a:lnTo>
                <a:lnTo>
                  <a:pt x="1005647" y="908540"/>
                </a:lnTo>
                <a:lnTo>
                  <a:pt x="1009229" y="907005"/>
                </a:lnTo>
                <a:lnTo>
                  <a:pt x="1020013" y="902591"/>
                </a:lnTo>
                <a:lnTo>
                  <a:pt x="1027490" y="899505"/>
                </a:lnTo>
                <a:lnTo>
                  <a:pt x="1034379" y="896849"/>
                </a:lnTo>
                <a:lnTo>
                  <a:pt x="1046417" y="892005"/>
                </a:lnTo>
                <a:lnTo>
                  <a:pt x="1048746" y="891107"/>
                </a:lnTo>
                <a:lnTo>
                  <a:pt x="1063112" y="885444"/>
                </a:lnTo>
                <a:lnTo>
                  <a:pt x="1065445" y="884504"/>
                </a:lnTo>
                <a:lnTo>
                  <a:pt x="1077478" y="879867"/>
                </a:lnTo>
                <a:lnTo>
                  <a:pt x="1084590" y="877004"/>
                </a:lnTo>
                <a:lnTo>
                  <a:pt x="1091845" y="874208"/>
                </a:lnTo>
                <a:lnTo>
                  <a:pt x="1103532" y="869504"/>
                </a:lnTo>
                <a:lnTo>
                  <a:pt x="1106211" y="868471"/>
                </a:lnTo>
                <a:lnTo>
                  <a:pt x="1120578" y="862789"/>
                </a:lnTo>
                <a:lnTo>
                  <a:pt x="1122505" y="862004"/>
                </a:lnTo>
                <a:lnTo>
                  <a:pt x="1134944" y="857141"/>
                </a:lnTo>
                <a:lnTo>
                  <a:pt x="1141374" y="854503"/>
                </a:lnTo>
                <a:lnTo>
                  <a:pt x="1149310" y="851378"/>
                </a:lnTo>
                <a:lnTo>
                  <a:pt x="1159979" y="847003"/>
                </a:lnTo>
                <a:lnTo>
                  <a:pt x="1163677" y="845546"/>
                </a:lnTo>
                <a:lnTo>
                  <a:pt x="1178043" y="839679"/>
                </a:lnTo>
                <a:lnTo>
                  <a:pt x="1178473" y="839503"/>
                </a:lnTo>
                <a:lnTo>
                  <a:pt x="1192410" y="834016"/>
                </a:lnTo>
                <a:lnTo>
                  <a:pt x="1197319" y="832002"/>
                </a:lnTo>
                <a:lnTo>
                  <a:pt x="1206776" y="828278"/>
                </a:lnTo>
                <a:lnTo>
                  <a:pt x="1215984" y="824502"/>
                </a:lnTo>
                <a:lnTo>
                  <a:pt x="1221142" y="822470"/>
                </a:lnTo>
                <a:lnTo>
                  <a:pt x="1234480" y="817002"/>
                </a:lnTo>
                <a:lnTo>
                  <a:pt x="1235509" y="816597"/>
                </a:lnTo>
                <a:lnTo>
                  <a:pt x="1249875" y="810882"/>
                </a:lnTo>
                <a:lnTo>
                  <a:pt x="1253242" y="809501"/>
                </a:lnTo>
                <a:lnTo>
                  <a:pt x="1264241" y="805170"/>
                </a:lnTo>
                <a:lnTo>
                  <a:pt x="1271969" y="802001"/>
                </a:lnTo>
                <a:lnTo>
                  <a:pt x="1278608" y="799387"/>
                </a:lnTo>
                <a:lnTo>
                  <a:pt x="1290523" y="794501"/>
                </a:lnTo>
                <a:lnTo>
                  <a:pt x="1292974" y="793535"/>
                </a:lnTo>
                <a:lnTo>
                  <a:pt x="1307341" y="787740"/>
                </a:lnTo>
                <a:lnTo>
                  <a:pt x="1309142" y="787001"/>
                </a:lnTo>
                <a:lnTo>
                  <a:pt x="1321707" y="782054"/>
                </a:lnTo>
                <a:lnTo>
                  <a:pt x="1327932" y="779500"/>
                </a:lnTo>
                <a:lnTo>
                  <a:pt x="1336073" y="776294"/>
                </a:lnTo>
                <a:lnTo>
                  <a:pt x="1346546" y="772000"/>
                </a:lnTo>
                <a:lnTo>
                  <a:pt x="1350440" y="770466"/>
                </a:lnTo>
                <a:lnTo>
                  <a:pt x="1364806" y="764587"/>
                </a:lnTo>
                <a:lnTo>
                  <a:pt x="1365019" y="764500"/>
                </a:lnTo>
                <a:lnTo>
                  <a:pt x="1379172" y="758928"/>
                </a:lnTo>
                <a:lnTo>
                  <a:pt x="1383874" y="756999"/>
                </a:lnTo>
                <a:lnTo>
                  <a:pt x="1393539" y="753194"/>
                </a:lnTo>
                <a:lnTo>
                  <a:pt x="1402548" y="749499"/>
                </a:lnTo>
                <a:lnTo>
                  <a:pt x="1407905" y="747389"/>
                </a:lnTo>
                <a:lnTo>
                  <a:pt x="1421052" y="741999"/>
                </a:lnTo>
                <a:lnTo>
                  <a:pt x="1422272" y="741518"/>
                </a:lnTo>
                <a:lnTo>
                  <a:pt x="1436638" y="735793"/>
                </a:lnTo>
                <a:lnTo>
                  <a:pt x="1439794" y="734499"/>
                </a:lnTo>
                <a:lnTo>
                  <a:pt x="1451004" y="730085"/>
                </a:lnTo>
                <a:lnTo>
                  <a:pt x="1458530" y="726998"/>
                </a:lnTo>
                <a:lnTo>
                  <a:pt x="1465371" y="724304"/>
                </a:lnTo>
                <a:lnTo>
                  <a:pt x="1477092" y="719498"/>
                </a:lnTo>
                <a:lnTo>
                  <a:pt x="1479737" y="718456"/>
                </a:lnTo>
                <a:lnTo>
                  <a:pt x="1494104" y="712649"/>
                </a:lnTo>
                <a:lnTo>
                  <a:pt x="1495692" y="711998"/>
                </a:lnTo>
                <a:lnTo>
                  <a:pt x="1508470" y="706967"/>
                </a:lnTo>
                <a:lnTo>
                  <a:pt x="1514490" y="704497"/>
                </a:lnTo>
                <a:lnTo>
                  <a:pt x="1522836" y="701211"/>
                </a:lnTo>
                <a:lnTo>
                  <a:pt x="1533112" y="696997"/>
                </a:lnTo>
                <a:lnTo>
                  <a:pt x="1537203" y="695386"/>
                </a:lnTo>
                <a:lnTo>
                  <a:pt x="1551569" y="689959"/>
                </a:lnTo>
                <a:lnTo>
                  <a:pt x="1552815" y="689497"/>
                </a:lnTo>
                <a:lnTo>
                  <a:pt x="1565935" y="684886"/>
                </a:lnTo>
                <a:lnTo>
                  <a:pt x="1573714" y="681996"/>
                </a:lnTo>
                <a:lnTo>
                  <a:pt x="1580302" y="679680"/>
                </a:lnTo>
                <a:lnTo>
                  <a:pt x="1594265" y="674496"/>
                </a:lnTo>
                <a:lnTo>
                  <a:pt x="1594668" y="674354"/>
                </a:lnTo>
                <a:lnTo>
                  <a:pt x="1609035" y="669287"/>
                </a:lnTo>
                <a:lnTo>
                  <a:pt x="1615204" y="666996"/>
                </a:lnTo>
                <a:lnTo>
                  <a:pt x="1623401" y="664114"/>
                </a:lnTo>
                <a:lnTo>
                  <a:pt x="1635840" y="659495"/>
                </a:lnTo>
                <a:lnTo>
                  <a:pt x="1637767" y="658818"/>
                </a:lnTo>
                <a:lnTo>
                  <a:pt x="1652134" y="653681"/>
                </a:lnTo>
                <a:lnTo>
                  <a:pt x="1656671" y="651995"/>
                </a:lnTo>
                <a:lnTo>
                  <a:pt x="1666500" y="648540"/>
                </a:lnTo>
                <a:lnTo>
                  <a:pt x="1677394" y="644495"/>
                </a:lnTo>
                <a:lnTo>
                  <a:pt x="1680866" y="643274"/>
                </a:lnTo>
                <a:lnTo>
                  <a:pt x="1695233" y="638066"/>
                </a:lnTo>
                <a:lnTo>
                  <a:pt x="1698116" y="636995"/>
                </a:lnTo>
                <a:lnTo>
                  <a:pt x="1709599" y="632958"/>
                </a:lnTo>
                <a:lnTo>
                  <a:pt x="1718927" y="629494"/>
                </a:lnTo>
                <a:lnTo>
                  <a:pt x="1723966" y="627722"/>
                </a:lnTo>
                <a:lnTo>
                  <a:pt x="1738332" y="622442"/>
                </a:lnTo>
                <a:lnTo>
                  <a:pt x="1739536" y="621994"/>
                </a:lnTo>
                <a:lnTo>
                  <a:pt x="1752698" y="617368"/>
                </a:lnTo>
                <a:lnTo>
                  <a:pt x="1760438" y="614494"/>
                </a:lnTo>
                <a:lnTo>
                  <a:pt x="1767065" y="612164"/>
                </a:lnTo>
                <a:lnTo>
                  <a:pt x="1780991" y="606993"/>
                </a:lnTo>
                <a:lnTo>
                  <a:pt x="1781431" y="606839"/>
                </a:lnTo>
                <a:lnTo>
                  <a:pt x="1795798" y="601913"/>
                </a:lnTo>
                <a:lnTo>
                  <a:pt x="1802397" y="599493"/>
                </a:lnTo>
                <a:lnTo>
                  <a:pt x="1810164" y="596829"/>
                </a:lnTo>
                <a:lnTo>
                  <a:pt x="1823279" y="591993"/>
                </a:lnTo>
                <a:lnTo>
                  <a:pt x="1824530" y="591561"/>
                </a:lnTo>
                <a:lnTo>
                  <a:pt x="1838897" y="586749"/>
                </a:lnTo>
                <a:lnTo>
                  <a:pt x="1845460" y="584493"/>
                </a:lnTo>
                <a:lnTo>
                  <a:pt x="1853263" y="581948"/>
                </a:lnTo>
                <a:lnTo>
                  <a:pt x="1867629" y="577012"/>
                </a:lnTo>
                <a:lnTo>
                  <a:pt x="1867686" y="576992"/>
                </a:lnTo>
                <a:lnTo>
                  <a:pt x="1881996" y="572326"/>
                </a:lnTo>
                <a:lnTo>
                  <a:pt x="1890240" y="569492"/>
                </a:lnTo>
                <a:lnTo>
                  <a:pt x="1896362" y="567495"/>
                </a:lnTo>
                <a:lnTo>
                  <a:pt x="1910729" y="562614"/>
                </a:lnTo>
                <a:lnTo>
                  <a:pt x="1912538" y="561992"/>
                </a:lnTo>
                <a:lnTo>
                  <a:pt x="1925095" y="557897"/>
                </a:lnTo>
                <a:lnTo>
                  <a:pt x="1935002" y="554491"/>
                </a:lnTo>
                <a:lnTo>
                  <a:pt x="1939461" y="553037"/>
                </a:lnTo>
                <a:lnTo>
                  <a:pt x="1953828" y="548209"/>
                </a:lnTo>
                <a:lnTo>
                  <a:pt x="1957370" y="546991"/>
                </a:lnTo>
                <a:lnTo>
                  <a:pt x="1968194" y="543461"/>
                </a:lnTo>
                <a:lnTo>
                  <a:pt x="1979745" y="539491"/>
                </a:lnTo>
                <a:lnTo>
                  <a:pt x="1982560" y="538572"/>
                </a:lnTo>
                <a:lnTo>
                  <a:pt x="1996927" y="533798"/>
                </a:lnTo>
                <a:lnTo>
                  <a:pt x="2002184" y="531990"/>
                </a:lnTo>
                <a:lnTo>
                  <a:pt x="2011293" y="529020"/>
                </a:lnTo>
                <a:lnTo>
                  <a:pt x="2024471" y="524490"/>
                </a:lnTo>
                <a:lnTo>
                  <a:pt x="2025660" y="524102"/>
                </a:lnTo>
                <a:lnTo>
                  <a:pt x="2040026" y="519380"/>
                </a:lnTo>
                <a:lnTo>
                  <a:pt x="2046978" y="516990"/>
                </a:lnTo>
                <a:lnTo>
                  <a:pt x="2054392" y="514572"/>
                </a:lnTo>
                <a:lnTo>
                  <a:pt x="2068759" y="509648"/>
                </a:lnTo>
                <a:lnTo>
                  <a:pt x="2069220" y="509490"/>
                </a:lnTo>
                <a:lnTo>
                  <a:pt x="2083125" y="504956"/>
                </a:lnTo>
                <a:lnTo>
                  <a:pt x="2091754" y="501989"/>
                </a:lnTo>
                <a:lnTo>
                  <a:pt x="2097492" y="500118"/>
                </a:lnTo>
                <a:lnTo>
                  <a:pt x="2111858" y="495249"/>
                </a:lnTo>
                <a:lnTo>
                  <a:pt x="2114068" y="494489"/>
                </a:lnTo>
                <a:lnTo>
                  <a:pt x="2126224" y="490525"/>
                </a:lnTo>
                <a:lnTo>
                  <a:pt x="2136511" y="486989"/>
                </a:lnTo>
                <a:lnTo>
                  <a:pt x="2140591" y="485658"/>
                </a:lnTo>
                <a:lnTo>
                  <a:pt x="2154957" y="480843"/>
                </a:lnTo>
                <a:lnTo>
                  <a:pt x="2158896" y="479488"/>
                </a:lnTo>
                <a:lnTo>
                  <a:pt x="2169323" y="476088"/>
                </a:lnTo>
                <a:lnTo>
                  <a:pt x="2181250" y="471988"/>
                </a:lnTo>
                <a:lnTo>
                  <a:pt x="2183690" y="471192"/>
                </a:lnTo>
                <a:lnTo>
                  <a:pt x="2198056" y="466430"/>
                </a:lnTo>
                <a:lnTo>
                  <a:pt x="2203705" y="464488"/>
                </a:lnTo>
                <a:lnTo>
                  <a:pt x="2212423" y="461645"/>
                </a:lnTo>
                <a:lnTo>
                  <a:pt x="2225972" y="456987"/>
                </a:lnTo>
                <a:lnTo>
                  <a:pt x="2226789" y="456721"/>
                </a:lnTo>
                <a:lnTo>
                  <a:pt x="2241155" y="452011"/>
                </a:lnTo>
                <a:lnTo>
                  <a:pt x="2248495" y="449487"/>
                </a:lnTo>
                <a:lnTo>
                  <a:pt x="2255522" y="447195"/>
                </a:lnTo>
                <a:lnTo>
                  <a:pt x="2269888" y="442285"/>
                </a:lnTo>
                <a:lnTo>
                  <a:pt x="2270754" y="441987"/>
                </a:lnTo>
                <a:lnTo>
                  <a:pt x="2284255" y="437585"/>
                </a:lnTo>
                <a:lnTo>
                  <a:pt x="2293266" y="434487"/>
                </a:lnTo>
                <a:lnTo>
                  <a:pt x="2298621" y="432740"/>
                </a:lnTo>
                <a:lnTo>
                  <a:pt x="2312987" y="427884"/>
                </a:lnTo>
                <a:lnTo>
                  <a:pt x="2315597" y="426986"/>
                </a:lnTo>
                <a:lnTo>
                  <a:pt x="2327353" y="423153"/>
                </a:lnTo>
                <a:lnTo>
                  <a:pt x="2338019" y="419486"/>
                </a:lnTo>
                <a:lnTo>
                  <a:pt x="2341720" y="418279"/>
                </a:lnTo>
                <a:lnTo>
                  <a:pt x="2356086" y="413476"/>
                </a:lnTo>
                <a:lnTo>
                  <a:pt x="2360421" y="411986"/>
                </a:lnTo>
                <a:lnTo>
                  <a:pt x="2370453" y="408714"/>
                </a:lnTo>
                <a:lnTo>
                  <a:pt x="2382754" y="404485"/>
                </a:lnTo>
                <a:lnTo>
                  <a:pt x="2384819" y="403812"/>
                </a:lnTo>
                <a:lnTo>
                  <a:pt x="2399185" y="399062"/>
                </a:lnTo>
                <a:lnTo>
                  <a:pt x="2405225" y="396985"/>
                </a:lnTo>
                <a:lnTo>
                  <a:pt x="2413552" y="394269"/>
                </a:lnTo>
                <a:lnTo>
                  <a:pt x="2427472" y="389485"/>
                </a:lnTo>
                <a:lnTo>
                  <a:pt x="2427918" y="389339"/>
                </a:lnTo>
                <a:lnTo>
                  <a:pt x="2442285" y="384641"/>
                </a:lnTo>
                <a:lnTo>
                  <a:pt x="2450011" y="381984"/>
                </a:lnTo>
                <a:lnTo>
                  <a:pt x="2456651" y="379819"/>
                </a:lnTo>
                <a:lnTo>
                  <a:pt x="2471017" y="375014"/>
                </a:lnTo>
                <a:lnTo>
                  <a:pt x="2472622" y="374484"/>
                </a:lnTo>
                <a:lnTo>
                  <a:pt x="2485384" y="370502"/>
                </a:lnTo>
                <a:lnTo>
                  <a:pt x="2496049" y="366984"/>
                </a:lnTo>
                <a:lnTo>
                  <a:pt x="2499750" y="365828"/>
                </a:lnTo>
                <a:lnTo>
                  <a:pt x="2514116" y="361240"/>
                </a:lnTo>
                <a:lnTo>
                  <a:pt x="2519440" y="359484"/>
                </a:lnTo>
                <a:lnTo>
                  <a:pt x="2528483" y="356654"/>
                </a:lnTo>
                <a:lnTo>
                  <a:pt x="2541314" y="351983"/>
                </a:lnTo>
                <a:lnTo>
                  <a:pt x="2542849" y="351355"/>
                </a:lnTo>
                <a:lnTo>
                  <a:pt x="2557216" y="345408"/>
                </a:lnTo>
                <a:lnTo>
                  <a:pt x="2559417" y="344483"/>
                </a:lnTo>
                <a:lnTo>
                  <a:pt x="2571582" y="339502"/>
                </a:lnTo>
                <a:lnTo>
                  <a:pt x="2577578" y="336983"/>
                </a:lnTo>
                <a:lnTo>
                  <a:pt x="2585949" y="333555"/>
                </a:lnTo>
                <a:lnTo>
                  <a:pt x="2595644" y="329482"/>
                </a:lnTo>
                <a:lnTo>
                  <a:pt x="2600315" y="327570"/>
                </a:lnTo>
                <a:lnTo>
                  <a:pt x="2613619" y="321982"/>
                </a:lnTo>
                <a:lnTo>
                  <a:pt x="2614681" y="321547"/>
                </a:lnTo>
                <a:lnTo>
                  <a:pt x="2629048" y="315620"/>
                </a:lnTo>
                <a:lnTo>
                  <a:pt x="2631757" y="314482"/>
                </a:lnTo>
                <a:lnTo>
                  <a:pt x="2643414" y="309708"/>
                </a:lnTo>
                <a:lnTo>
                  <a:pt x="2649906" y="306982"/>
                </a:lnTo>
                <a:lnTo>
                  <a:pt x="2657780" y="303757"/>
                </a:lnTo>
                <a:lnTo>
                  <a:pt x="2667959" y="299481"/>
                </a:lnTo>
                <a:lnTo>
                  <a:pt x="2672147" y="297766"/>
                </a:lnTo>
                <a:lnTo>
                  <a:pt x="2685922" y="291981"/>
                </a:lnTo>
                <a:lnTo>
                  <a:pt x="2686513" y="291739"/>
                </a:lnTo>
                <a:lnTo>
                  <a:pt x="2700879" y="285831"/>
                </a:lnTo>
                <a:lnTo>
                  <a:pt x="2704095" y="284481"/>
                </a:lnTo>
                <a:lnTo>
                  <a:pt x="2715246" y="279914"/>
                </a:lnTo>
                <a:lnTo>
                  <a:pt x="2722231" y="276980"/>
                </a:lnTo>
                <a:lnTo>
                  <a:pt x="2729612" y="273957"/>
                </a:lnTo>
                <a:lnTo>
                  <a:pt x="2740272" y="269480"/>
                </a:lnTo>
                <a:lnTo>
                  <a:pt x="2743979" y="267962"/>
                </a:lnTo>
                <a:lnTo>
                  <a:pt x="2758223" y="261980"/>
                </a:lnTo>
                <a:lnTo>
                  <a:pt x="2758345" y="261930"/>
                </a:lnTo>
                <a:lnTo>
                  <a:pt x="2772711" y="256042"/>
                </a:lnTo>
                <a:lnTo>
                  <a:pt x="2776431" y="254480"/>
                </a:lnTo>
                <a:lnTo>
                  <a:pt x="2787078" y="250120"/>
                </a:lnTo>
                <a:lnTo>
                  <a:pt x="2794555" y="246979"/>
                </a:lnTo>
                <a:lnTo>
                  <a:pt x="2801444" y="244158"/>
                </a:lnTo>
                <a:lnTo>
                  <a:pt x="2812584" y="239479"/>
                </a:lnTo>
                <a:lnTo>
                  <a:pt x="2815811" y="238157"/>
                </a:lnTo>
                <a:lnTo>
                  <a:pt x="2830177" y="232139"/>
                </a:lnTo>
                <a:lnTo>
                  <a:pt x="2830558" y="231979"/>
                </a:lnTo>
                <a:lnTo>
                  <a:pt x="2844543" y="226252"/>
                </a:lnTo>
                <a:lnTo>
                  <a:pt x="2848766" y="224478"/>
                </a:lnTo>
                <a:lnTo>
                  <a:pt x="2858910" y="220324"/>
                </a:lnTo>
                <a:lnTo>
                  <a:pt x="2866877" y="216978"/>
                </a:lnTo>
                <a:lnTo>
                  <a:pt x="2873276" y="214357"/>
                </a:lnTo>
                <a:lnTo>
                  <a:pt x="2884894" y="209478"/>
                </a:lnTo>
                <a:lnTo>
                  <a:pt x="2887642" y="208352"/>
                </a:lnTo>
                <a:lnTo>
                  <a:pt x="2902009" y="202353"/>
                </a:lnTo>
                <a:lnTo>
                  <a:pt x="2902904" y="201977"/>
                </a:lnTo>
                <a:lnTo>
                  <a:pt x="2916375" y="196461"/>
                </a:lnTo>
                <a:lnTo>
                  <a:pt x="2921099" y="194477"/>
                </a:lnTo>
                <a:lnTo>
                  <a:pt x="2930742" y="190528"/>
                </a:lnTo>
                <a:lnTo>
                  <a:pt x="2939197" y="186977"/>
                </a:lnTo>
                <a:lnTo>
                  <a:pt x="2945108" y="184556"/>
                </a:lnTo>
                <a:lnTo>
                  <a:pt x="2957202" y="179476"/>
                </a:lnTo>
                <a:lnTo>
                  <a:pt x="2959474" y="178546"/>
                </a:lnTo>
                <a:lnTo>
                  <a:pt x="2973841" y="172568"/>
                </a:lnTo>
                <a:lnTo>
                  <a:pt x="2975248" y="171976"/>
                </a:lnTo>
                <a:lnTo>
                  <a:pt x="2988207" y="166670"/>
                </a:lnTo>
                <a:lnTo>
                  <a:pt x="2993430" y="164476"/>
                </a:lnTo>
                <a:lnTo>
                  <a:pt x="3002574" y="160732"/>
                </a:lnTo>
                <a:lnTo>
                  <a:pt x="3011516" y="156976"/>
                </a:lnTo>
                <a:lnTo>
                  <a:pt x="3016940" y="154754"/>
                </a:lnTo>
                <a:lnTo>
                  <a:pt x="3029508" y="149475"/>
                </a:lnTo>
                <a:lnTo>
                  <a:pt x="3031306" y="148739"/>
                </a:lnTo>
                <a:lnTo>
                  <a:pt x="3045673" y="142786"/>
                </a:lnTo>
                <a:lnTo>
                  <a:pt x="3047601" y="141975"/>
                </a:lnTo>
                <a:lnTo>
                  <a:pt x="3060039" y="136888"/>
                </a:lnTo>
                <a:lnTo>
                  <a:pt x="3065778" y="134475"/>
                </a:lnTo>
                <a:lnTo>
                  <a:pt x="3074405" y="130944"/>
                </a:lnTo>
                <a:lnTo>
                  <a:pt x="3083843" y="126974"/>
                </a:lnTo>
                <a:lnTo>
                  <a:pt x="3088772" y="124956"/>
                </a:lnTo>
                <a:lnTo>
                  <a:pt x="3101814" y="119474"/>
                </a:lnTo>
                <a:lnTo>
                  <a:pt x="3103138" y="118932"/>
                </a:lnTo>
                <a:lnTo>
                  <a:pt x="3117504" y="113032"/>
                </a:lnTo>
                <a:lnTo>
                  <a:pt x="3120043" y="111974"/>
                </a:lnTo>
                <a:lnTo>
                  <a:pt x="3131871" y="107178"/>
                </a:lnTo>
                <a:lnTo>
                  <a:pt x="3138358" y="104474"/>
                </a:lnTo>
                <a:lnTo>
                  <a:pt x="3146237" y="101277"/>
                </a:lnTo>
                <a:lnTo>
                  <a:pt x="3156556" y="96973"/>
                </a:lnTo>
                <a:lnTo>
                  <a:pt x="3160604" y="95330"/>
                </a:lnTo>
                <a:lnTo>
                  <a:pt x="3174643" y="89473"/>
                </a:lnTo>
                <a:lnTo>
                  <a:pt x="3174970" y="89340"/>
                </a:lnTo>
                <a:lnTo>
                  <a:pt x="3189336" y="83493"/>
                </a:lnTo>
                <a:lnTo>
                  <a:pt x="3192989" y="81973"/>
                </a:lnTo>
                <a:lnTo>
                  <a:pt x="3203703" y="77623"/>
                </a:lnTo>
                <a:lnTo>
                  <a:pt x="3211270" y="74472"/>
                </a:lnTo>
                <a:lnTo>
                  <a:pt x="3218069" y="71712"/>
                </a:lnTo>
                <a:lnTo>
                  <a:pt x="3229454" y="66972"/>
                </a:lnTo>
                <a:lnTo>
                  <a:pt x="3232436" y="65761"/>
                </a:lnTo>
                <a:lnTo>
                  <a:pt x="3246802" y="59811"/>
                </a:lnTo>
                <a:lnTo>
                  <a:pt x="3247617" y="59472"/>
                </a:lnTo>
                <a:lnTo>
                  <a:pt x="3261168" y="53970"/>
                </a:lnTo>
                <a:lnTo>
                  <a:pt x="3261168" y="51971"/>
                </a:lnTo>
                <a:lnTo>
                  <a:pt x="3261168" y="44471"/>
                </a:lnTo>
                <a:lnTo>
                  <a:pt x="3261168" y="36971"/>
                </a:lnTo>
                <a:lnTo>
                  <a:pt x="3261168" y="29470"/>
                </a:lnTo>
                <a:lnTo>
                  <a:pt x="3261168" y="21970"/>
                </a:lnTo>
                <a:lnTo>
                  <a:pt x="3261168" y="14470"/>
                </a:lnTo>
                <a:lnTo>
                  <a:pt x="3261168" y="6970"/>
                </a:lnTo>
                <a:lnTo>
                  <a:pt x="3261168" y="0"/>
                </a:lnTo>
                <a:lnTo>
                  <a:pt x="3246802" y="5973"/>
                </a:lnTo>
                <a:lnTo>
                  <a:pt x="3244382" y="6970"/>
                </a:lnTo>
                <a:lnTo>
                  <a:pt x="3232436" y="11964"/>
                </a:lnTo>
                <a:lnTo>
                  <a:pt x="3226347" y="14470"/>
                </a:lnTo>
                <a:lnTo>
                  <a:pt x="3218069" y="17931"/>
                </a:lnTo>
                <a:lnTo>
                  <a:pt x="3208254" y="21970"/>
                </a:lnTo>
                <a:lnTo>
                  <a:pt x="3203703" y="23874"/>
                </a:lnTo>
                <a:lnTo>
                  <a:pt x="3190100" y="29470"/>
                </a:lnTo>
                <a:lnTo>
                  <a:pt x="3189336" y="29790"/>
                </a:lnTo>
                <a:lnTo>
                  <a:pt x="3174970" y="35776"/>
                </a:lnTo>
                <a:lnTo>
                  <a:pt x="3172068" y="36971"/>
                </a:lnTo>
                <a:lnTo>
                  <a:pt x="3160604" y="41764"/>
                </a:lnTo>
                <a:lnTo>
                  <a:pt x="3154025" y="44471"/>
                </a:lnTo>
                <a:lnTo>
                  <a:pt x="3146237" y="47728"/>
                </a:lnTo>
                <a:lnTo>
                  <a:pt x="3135925" y="51971"/>
                </a:lnTo>
                <a:lnTo>
                  <a:pt x="3131871" y="53667"/>
                </a:lnTo>
                <a:lnTo>
                  <a:pt x="3117762" y="59472"/>
                </a:lnTo>
                <a:lnTo>
                  <a:pt x="3117504" y="59579"/>
                </a:lnTo>
                <a:lnTo>
                  <a:pt x="3103138" y="65578"/>
                </a:lnTo>
                <a:lnTo>
                  <a:pt x="3099752" y="66972"/>
                </a:lnTo>
                <a:lnTo>
                  <a:pt x="3088772" y="71563"/>
                </a:lnTo>
                <a:lnTo>
                  <a:pt x="3081703" y="74472"/>
                </a:lnTo>
                <a:lnTo>
                  <a:pt x="3074405" y="77524"/>
                </a:lnTo>
                <a:lnTo>
                  <a:pt x="3063594" y="81973"/>
                </a:lnTo>
                <a:lnTo>
                  <a:pt x="3060039" y="83459"/>
                </a:lnTo>
                <a:lnTo>
                  <a:pt x="3045673" y="89376"/>
                </a:lnTo>
                <a:lnTo>
                  <a:pt x="3045438" y="89473"/>
                </a:lnTo>
                <a:lnTo>
                  <a:pt x="3031306" y="95380"/>
                </a:lnTo>
                <a:lnTo>
                  <a:pt x="3027436" y="96973"/>
                </a:lnTo>
                <a:lnTo>
                  <a:pt x="3016940" y="101362"/>
                </a:lnTo>
                <a:lnTo>
                  <a:pt x="3009379" y="104474"/>
                </a:lnTo>
                <a:lnTo>
                  <a:pt x="3002574" y="107319"/>
                </a:lnTo>
                <a:lnTo>
                  <a:pt x="2991262" y="111974"/>
                </a:lnTo>
                <a:lnTo>
                  <a:pt x="2988207" y="113252"/>
                </a:lnTo>
                <a:lnTo>
                  <a:pt x="2973841" y="119181"/>
                </a:lnTo>
                <a:lnTo>
                  <a:pt x="2973128" y="119474"/>
                </a:lnTo>
                <a:lnTo>
                  <a:pt x="2959474" y="125182"/>
                </a:lnTo>
                <a:lnTo>
                  <a:pt x="2955119" y="126974"/>
                </a:lnTo>
                <a:lnTo>
                  <a:pt x="2945108" y="131160"/>
                </a:lnTo>
                <a:lnTo>
                  <a:pt x="2937054" y="134475"/>
                </a:lnTo>
                <a:lnTo>
                  <a:pt x="2930742" y="137114"/>
                </a:lnTo>
                <a:lnTo>
                  <a:pt x="2918929" y="141975"/>
                </a:lnTo>
                <a:lnTo>
                  <a:pt x="2916375" y="143043"/>
                </a:lnTo>
                <a:lnTo>
                  <a:pt x="2902009" y="148984"/>
                </a:lnTo>
                <a:lnTo>
                  <a:pt x="2900817" y="149475"/>
                </a:lnTo>
                <a:lnTo>
                  <a:pt x="2887642" y="154983"/>
                </a:lnTo>
                <a:lnTo>
                  <a:pt x="2882801" y="156976"/>
                </a:lnTo>
                <a:lnTo>
                  <a:pt x="2873276" y="160958"/>
                </a:lnTo>
                <a:lnTo>
                  <a:pt x="2864728" y="164476"/>
                </a:lnTo>
                <a:lnTo>
                  <a:pt x="2858910" y="166909"/>
                </a:lnTo>
                <a:lnTo>
                  <a:pt x="2846595" y="171976"/>
                </a:lnTo>
                <a:lnTo>
                  <a:pt x="2844543" y="172834"/>
                </a:lnTo>
                <a:lnTo>
                  <a:pt x="2830177" y="178788"/>
                </a:lnTo>
                <a:lnTo>
                  <a:pt x="2828505" y="179476"/>
                </a:lnTo>
                <a:lnTo>
                  <a:pt x="2815811" y="184783"/>
                </a:lnTo>
                <a:lnTo>
                  <a:pt x="2810482" y="186977"/>
                </a:lnTo>
                <a:lnTo>
                  <a:pt x="2801444" y="190755"/>
                </a:lnTo>
                <a:lnTo>
                  <a:pt x="2792401" y="194477"/>
                </a:lnTo>
                <a:lnTo>
                  <a:pt x="2787078" y="196703"/>
                </a:lnTo>
                <a:lnTo>
                  <a:pt x="2774260" y="201977"/>
                </a:lnTo>
                <a:lnTo>
                  <a:pt x="2772711" y="202625"/>
                </a:lnTo>
                <a:lnTo>
                  <a:pt x="2758345" y="208591"/>
                </a:lnTo>
                <a:lnTo>
                  <a:pt x="2756192" y="209478"/>
                </a:lnTo>
                <a:lnTo>
                  <a:pt x="2743979" y="214584"/>
                </a:lnTo>
                <a:lnTo>
                  <a:pt x="2738161" y="216978"/>
                </a:lnTo>
                <a:lnTo>
                  <a:pt x="2729612" y="220553"/>
                </a:lnTo>
                <a:lnTo>
                  <a:pt x="2720073" y="224478"/>
                </a:lnTo>
                <a:lnTo>
                  <a:pt x="2715246" y="226497"/>
                </a:lnTo>
                <a:lnTo>
                  <a:pt x="2701924" y="231979"/>
                </a:lnTo>
                <a:lnTo>
                  <a:pt x="2700879" y="232415"/>
                </a:lnTo>
                <a:lnTo>
                  <a:pt x="2686513" y="238394"/>
                </a:lnTo>
                <a:lnTo>
                  <a:pt x="2683878" y="239479"/>
                </a:lnTo>
                <a:lnTo>
                  <a:pt x="2672147" y="244383"/>
                </a:lnTo>
                <a:lnTo>
                  <a:pt x="2665840" y="246979"/>
                </a:lnTo>
                <a:lnTo>
                  <a:pt x="2657780" y="250349"/>
                </a:lnTo>
                <a:lnTo>
                  <a:pt x="2647744" y="254480"/>
                </a:lnTo>
                <a:lnTo>
                  <a:pt x="2643414" y="256290"/>
                </a:lnTo>
                <a:lnTo>
                  <a:pt x="2629586" y="261980"/>
                </a:lnTo>
                <a:lnTo>
                  <a:pt x="2629048" y="262205"/>
                </a:lnTo>
                <a:lnTo>
                  <a:pt x="2614681" y="268197"/>
                </a:lnTo>
                <a:lnTo>
                  <a:pt x="2611564" y="269480"/>
                </a:lnTo>
                <a:lnTo>
                  <a:pt x="2600315" y="274183"/>
                </a:lnTo>
                <a:lnTo>
                  <a:pt x="2593518" y="276980"/>
                </a:lnTo>
                <a:lnTo>
                  <a:pt x="2585949" y="280146"/>
                </a:lnTo>
                <a:lnTo>
                  <a:pt x="2575414" y="284481"/>
                </a:lnTo>
                <a:lnTo>
                  <a:pt x="2571582" y="286083"/>
                </a:lnTo>
                <a:lnTo>
                  <a:pt x="2557248" y="291981"/>
                </a:lnTo>
                <a:lnTo>
                  <a:pt x="2557216" y="291994"/>
                </a:lnTo>
                <a:lnTo>
                  <a:pt x="2542849" y="298018"/>
                </a:lnTo>
                <a:lnTo>
                  <a:pt x="2539408" y="299481"/>
                </a:lnTo>
                <a:lnTo>
                  <a:pt x="2528483" y="304143"/>
                </a:lnTo>
                <a:lnTo>
                  <a:pt x="2521820" y="306982"/>
                </a:lnTo>
                <a:lnTo>
                  <a:pt x="2514116" y="310310"/>
                </a:lnTo>
                <a:lnTo>
                  <a:pt x="2504321" y="314482"/>
                </a:lnTo>
                <a:lnTo>
                  <a:pt x="2499750" y="316457"/>
                </a:lnTo>
                <a:lnTo>
                  <a:pt x="2486776" y="321982"/>
                </a:lnTo>
                <a:lnTo>
                  <a:pt x="2485384" y="322584"/>
                </a:lnTo>
                <a:lnTo>
                  <a:pt x="2471017" y="328750"/>
                </a:lnTo>
                <a:lnTo>
                  <a:pt x="2469299" y="329482"/>
                </a:lnTo>
                <a:lnTo>
                  <a:pt x="2456651" y="334746"/>
                </a:lnTo>
                <a:lnTo>
                  <a:pt x="2450624" y="336983"/>
                </a:lnTo>
                <a:lnTo>
                  <a:pt x="2442285" y="339823"/>
                </a:lnTo>
                <a:lnTo>
                  <a:pt x="2428136" y="344483"/>
                </a:lnTo>
                <a:lnTo>
                  <a:pt x="2427918" y="344557"/>
                </a:lnTo>
                <a:lnTo>
                  <a:pt x="2413552" y="349443"/>
                </a:lnTo>
                <a:lnTo>
                  <a:pt x="2405845" y="351983"/>
                </a:lnTo>
                <a:lnTo>
                  <a:pt x="2399185" y="354252"/>
                </a:lnTo>
                <a:lnTo>
                  <a:pt x="2384819" y="359011"/>
                </a:lnTo>
                <a:lnTo>
                  <a:pt x="2383386" y="359484"/>
                </a:lnTo>
                <a:lnTo>
                  <a:pt x="2370453" y="363887"/>
                </a:lnTo>
                <a:lnTo>
                  <a:pt x="2361054" y="366984"/>
                </a:lnTo>
                <a:lnTo>
                  <a:pt x="2356086" y="368676"/>
                </a:lnTo>
                <a:lnTo>
                  <a:pt x="2341720" y="373468"/>
                </a:lnTo>
                <a:lnTo>
                  <a:pt x="2338638" y="374484"/>
                </a:lnTo>
                <a:lnTo>
                  <a:pt x="2327353" y="378327"/>
                </a:lnTo>
                <a:lnTo>
                  <a:pt x="2316251" y="381984"/>
                </a:lnTo>
                <a:lnTo>
                  <a:pt x="2312987" y="383097"/>
                </a:lnTo>
                <a:lnTo>
                  <a:pt x="2298621" y="387921"/>
                </a:lnTo>
                <a:lnTo>
                  <a:pt x="2293879" y="389485"/>
                </a:lnTo>
                <a:lnTo>
                  <a:pt x="2284255" y="392762"/>
                </a:lnTo>
                <a:lnTo>
                  <a:pt x="2271436" y="396985"/>
                </a:lnTo>
                <a:lnTo>
                  <a:pt x="2269888" y="397512"/>
                </a:lnTo>
                <a:lnTo>
                  <a:pt x="2255522" y="402371"/>
                </a:lnTo>
                <a:lnTo>
                  <a:pt x="2249109" y="404485"/>
                </a:lnTo>
                <a:lnTo>
                  <a:pt x="2241155" y="407194"/>
                </a:lnTo>
                <a:lnTo>
                  <a:pt x="2226789" y="411929"/>
                </a:lnTo>
                <a:lnTo>
                  <a:pt x="2226618" y="411986"/>
                </a:lnTo>
                <a:lnTo>
                  <a:pt x="2212423" y="416818"/>
                </a:lnTo>
                <a:lnTo>
                  <a:pt x="2204327" y="419486"/>
                </a:lnTo>
                <a:lnTo>
                  <a:pt x="2198056" y="421622"/>
                </a:lnTo>
                <a:lnTo>
                  <a:pt x="2183690" y="426389"/>
                </a:lnTo>
                <a:lnTo>
                  <a:pt x="2181878" y="426986"/>
                </a:lnTo>
                <a:lnTo>
                  <a:pt x="2169323" y="431261"/>
                </a:lnTo>
                <a:lnTo>
                  <a:pt x="2159534" y="434487"/>
                </a:lnTo>
                <a:lnTo>
                  <a:pt x="2154957" y="436046"/>
                </a:lnTo>
                <a:lnTo>
                  <a:pt x="2140591" y="440918"/>
                </a:lnTo>
                <a:lnTo>
                  <a:pt x="2137388" y="441987"/>
                </a:lnTo>
                <a:lnTo>
                  <a:pt x="2126224" y="445891"/>
                </a:lnTo>
                <a:lnTo>
                  <a:pt x="2115354" y="449487"/>
                </a:lnTo>
                <a:lnTo>
                  <a:pt x="2111858" y="450701"/>
                </a:lnTo>
                <a:lnTo>
                  <a:pt x="2097492" y="455733"/>
                </a:lnTo>
                <a:lnTo>
                  <a:pt x="2093964" y="456987"/>
                </a:lnTo>
                <a:lnTo>
                  <a:pt x="2083125" y="460973"/>
                </a:lnTo>
                <a:lnTo>
                  <a:pt x="2073234" y="464488"/>
                </a:lnTo>
                <a:lnTo>
                  <a:pt x="2068759" y="466146"/>
                </a:lnTo>
                <a:lnTo>
                  <a:pt x="2054392" y="471291"/>
                </a:lnTo>
                <a:lnTo>
                  <a:pt x="2052432" y="471988"/>
                </a:lnTo>
                <a:lnTo>
                  <a:pt x="2040026" y="476549"/>
                </a:lnTo>
                <a:lnTo>
                  <a:pt x="2031756" y="479488"/>
                </a:lnTo>
                <a:lnTo>
                  <a:pt x="2025660" y="481732"/>
                </a:lnTo>
                <a:lnTo>
                  <a:pt x="2011293" y="486845"/>
                </a:lnTo>
                <a:lnTo>
                  <a:pt x="2010888" y="486989"/>
                </a:lnTo>
                <a:lnTo>
                  <a:pt x="1996927" y="492120"/>
                </a:lnTo>
                <a:lnTo>
                  <a:pt x="1990264" y="494489"/>
                </a:lnTo>
                <a:lnTo>
                  <a:pt x="1982560" y="497323"/>
                </a:lnTo>
                <a:lnTo>
                  <a:pt x="1969423" y="501989"/>
                </a:lnTo>
                <a:lnTo>
                  <a:pt x="1968194" y="502442"/>
                </a:lnTo>
                <a:lnTo>
                  <a:pt x="1953828" y="507687"/>
                </a:lnTo>
                <a:lnTo>
                  <a:pt x="1948758" y="509490"/>
                </a:lnTo>
                <a:lnTo>
                  <a:pt x="1939461" y="512909"/>
                </a:lnTo>
                <a:lnTo>
                  <a:pt x="1927975" y="516990"/>
                </a:lnTo>
                <a:lnTo>
                  <a:pt x="1925095" y="518050"/>
                </a:lnTo>
                <a:lnTo>
                  <a:pt x="1910729" y="523249"/>
                </a:lnTo>
                <a:lnTo>
                  <a:pt x="1907239" y="524490"/>
                </a:lnTo>
                <a:lnTo>
                  <a:pt x="1896362" y="528490"/>
                </a:lnTo>
                <a:lnTo>
                  <a:pt x="1886511" y="531990"/>
                </a:lnTo>
                <a:lnTo>
                  <a:pt x="1881996" y="533652"/>
                </a:lnTo>
                <a:lnTo>
                  <a:pt x="1867629" y="538807"/>
                </a:lnTo>
                <a:lnTo>
                  <a:pt x="1865708" y="539491"/>
                </a:lnTo>
                <a:lnTo>
                  <a:pt x="1853263" y="544066"/>
                </a:lnTo>
                <a:lnTo>
                  <a:pt x="1845033" y="546991"/>
                </a:lnTo>
                <a:lnTo>
                  <a:pt x="1838897" y="549249"/>
                </a:lnTo>
                <a:lnTo>
                  <a:pt x="1824530" y="554361"/>
                </a:lnTo>
                <a:lnTo>
                  <a:pt x="1824163" y="554491"/>
                </a:lnTo>
                <a:lnTo>
                  <a:pt x="1810164" y="559637"/>
                </a:lnTo>
                <a:lnTo>
                  <a:pt x="1803540" y="561992"/>
                </a:lnTo>
                <a:lnTo>
                  <a:pt x="1795798" y="564840"/>
                </a:lnTo>
                <a:lnTo>
                  <a:pt x="1782701" y="569492"/>
                </a:lnTo>
                <a:lnTo>
                  <a:pt x="1781431" y="569959"/>
                </a:lnTo>
                <a:lnTo>
                  <a:pt x="1767065" y="575203"/>
                </a:lnTo>
                <a:lnTo>
                  <a:pt x="1762034" y="576992"/>
                </a:lnTo>
                <a:lnTo>
                  <a:pt x="1752698" y="580426"/>
                </a:lnTo>
                <a:lnTo>
                  <a:pt x="1741252" y="584493"/>
                </a:lnTo>
                <a:lnTo>
                  <a:pt x="1738332" y="585567"/>
                </a:lnTo>
                <a:lnTo>
                  <a:pt x="1723966" y="590765"/>
                </a:lnTo>
                <a:lnTo>
                  <a:pt x="1720515" y="591993"/>
                </a:lnTo>
                <a:lnTo>
                  <a:pt x="1709599" y="596007"/>
                </a:lnTo>
                <a:lnTo>
                  <a:pt x="1699788" y="599493"/>
                </a:lnTo>
                <a:lnTo>
                  <a:pt x="1695233" y="601169"/>
                </a:lnTo>
                <a:lnTo>
                  <a:pt x="1680866" y="606323"/>
                </a:lnTo>
                <a:lnTo>
                  <a:pt x="1678983" y="606993"/>
                </a:lnTo>
                <a:lnTo>
                  <a:pt x="1666500" y="611582"/>
                </a:lnTo>
                <a:lnTo>
                  <a:pt x="1658309" y="614494"/>
                </a:lnTo>
                <a:lnTo>
                  <a:pt x="1652134" y="616766"/>
                </a:lnTo>
                <a:lnTo>
                  <a:pt x="1637767" y="621877"/>
                </a:lnTo>
                <a:lnTo>
                  <a:pt x="1637438" y="621994"/>
                </a:lnTo>
                <a:lnTo>
                  <a:pt x="1623401" y="627153"/>
                </a:lnTo>
                <a:lnTo>
                  <a:pt x="1616817" y="629494"/>
                </a:lnTo>
                <a:lnTo>
                  <a:pt x="1609035" y="632357"/>
                </a:lnTo>
                <a:lnTo>
                  <a:pt x="1595978" y="636995"/>
                </a:lnTo>
                <a:lnTo>
                  <a:pt x="1594668" y="637477"/>
                </a:lnTo>
                <a:lnTo>
                  <a:pt x="1580302" y="642720"/>
                </a:lnTo>
                <a:lnTo>
                  <a:pt x="1575310" y="644495"/>
                </a:lnTo>
                <a:lnTo>
                  <a:pt x="1565935" y="647943"/>
                </a:lnTo>
                <a:lnTo>
                  <a:pt x="1554529" y="651995"/>
                </a:lnTo>
                <a:lnTo>
                  <a:pt x="1551569" y="653085"/>
                </a:lnTo>
                <a:lnTo>
                  <a:pt x="1537203" y="658282"/>
                </a:lnTo>
                <a:lnTo>
                  <a:pt x="1533978" y="659495"/>
                </a:lnTo>
                <a:lnTo>
                  <a:pt x="1522836" y="663857"/>
                </a:lnTo>
                <a:lnTo>
                  <a:pt x="1514931" y="666996"/>
                </a:lnTo>
                <a:lnTo>
                  <a:pt x="1508470" y="669627"/>
                </a:lnTo>
                <a:lnTo>
                  <a:pt x="1496200" y="674496"/>
                </a:lnTo>
                <a:lnTo>
                  <a:pt x="1494104" y="675350"/>
                </a:lnTo>
                <a:lnTo>
                  <a:pt x="1479737" y="681126"/>
                </a:lnTo>
                <a:lnTo>
                  <a:pt x="1477545" y="681996"/>
                </a:lnTo>
                <a:lnTo>
                  <a:pt x="1465371" y="686952"/>
                </a:lnTo>
                <a:lnTo>
                  <a:pt x="1458962" y="689497"/>
                </a:lnTo>
                <a:lnTo>
                  <a:pt x="1451004" y="692737"/>
                </a:lnTo>
                <a:lnTo>
                  <a:pt x="1440272" y="696997"/>
                </a:lnTo>
                <a:lnTo>
                  <a:pt x="1436638" y="698477"/>
                </a:lnTo>
                <a:lnTo>
                  <a:pt x="1422272" y="704202"/>
                </a:lnTo>
                <a:lnTo>
                  <a:pt x="1421529" y="704497"/>
                </a:lnTo>
                <a:lnTo>
                  <a:pt x="1407905" y="710042"/>
                </a:lnTo>
                <a:lnTo>
                  <a:pt x="1402980" y="711998"/>
                </a:lnTo>
                <a:lnTo>
                  <a:pt x="1393539" y="715842"/>
                </a:lnTo>
                <a:lnTo>
                  <a:pt x="1384329" y="719498"/>
                </a:lnTo>
                <a:lnTo>
                  <a:pt x="1379172" y="721598"/>
                </a:lnTo>
                <a:lnTo>
                  <a:pt x="1365562" y="726998"/>
                </a:lnTo>
                <a:lnTo>
                  <a:pt x="1364806" y="727306"/>
                </a:lnTo>
                <a:lnTo>
                  <a:pt x="1350440" y="733127"/>
                </a:lnTo>
                <a:lnTo>
                  <a:pt x="1346986" y="734499"/>
                </a:lnTo>
                <a:lnTo>
                  <a:pt x="1336073" y="738941"/>
                </a:lnTo>
                <a:lnTo>
                  <a:pt x="1328371" y="741999"/>
                </a:lnTo>
                <a:lnTo>
                  <a:pt x="1321707" y="744713"/>
                </a:lnTo>
                <a:lnTo>
                  <a:pt x="1309646" y="749499"/>
                </a:lnTo>
                <a:lnTo>
                  <a:pt x="1307341" y="750439"/>
                </a:lnTo>
                <a:lnTo>
                  <a:pt x="1292974" y="756207"/>
                </a:lnTo>
                <a:lnTo>
                  <a:pt x="1290979" y="756999"/>
                </a:lnTo>
                <a:lnTo>
                  <a:pt x="1278608" y="762035"/>
                </a:lnTo>
                <a:lnTo>
                  <a:pt x="1272401" y="764500"/>
                </a:lnTo>
                <a:lnTo>
                  <a:pt x="1264241" y="767822"/>
                </a:lnTo>
                <a:lnTo>
                  <a:pt x="1253716" y="772000"/>
                </a:lnTo>
                <a:lnTo>
                  <a:pt x="1249875" y="773564"/>
                </a:lnTo>
                <a:lnTo>
                  <a:pt x="1235509" y="779283"/>
                </a:lnTo>
                <a:lnTo>
                  <a:pt x="1234961" y="779500"/>
                </a:lnTo>
                <a:lnTo>
                  <a:pt x="1221142" y="785124"/>
                </a:lnTo>
                <a:lnTo>
                  <a:pt x="1216417" y="787001"/>
                </a:lnTo>
                <a:lnTo>
                  <a:pt x="1206776" y="790926"/>
                </a:lnTo>
                <a:lnTo>
                  <a:pt x="1197770" y="794501"/>
                </a:lnTo>
                <a:lnTo>
                  <a:pt x="1192410" y="796685"/>
                </a:lnTo>
                <a:lnTo>
                  <a:pt x="1179010" y="802001"/>
                </a:lnTo>
                <a:lnTo>
                  <a:pt x="1178043" y="802395"/>
                </a:lnTo>
                <a:lnTo>
                  <a:pt x="1163677" y="808208"/>
                </a:lnTo>
                <a:lnTo>
                  <a:pt x="1160421" y="809501"/>
                </a:lnTo>
                <a:lnTo>
                  <a:pt x="1149310" y="814024"/>
                </a:lnTo>
                <a:lnTo>
                  <a:pt x="1141811" y="817002"/>
                </a:lnTo>
                <a:lnTo>
                  <a:pt x="1134944" y="819799"/>
                </a:lnTo>
                <a:lnTo>
                  <a:pt x="1123092" y="824502"/>
                </a:lnTo>
                <a:lnTo>
                  <a:pt x="1120578" y="825526"/>
                </a:lnTo>
                <a:lnTo>
                  <a:pt x="1106211" y="831182"/>
                </a:lnTo>
                <a:lnTo>
                  <a:pt x="1104102" y="832002"/>
                </a:lnTo>
                <a:lnTo>
                  <a:pt x="1091845" y="836897"/>
                </a:lnTo>
                <a:lnTo>
                  <a:pt x="1085144" y="839503"/>
                </a:lnTo>
                <a:lnTo>
                  <a:pt x="1077478" y="842565"/>
                </a:lnTo>
                <a:lnTo>
                  <a:pt x="1066059" y="847003"/>
                </a:lnTo>
                <a:lnTo>
                  <a:pt x="1063112" y="848181"/>
                </a:lnTo>
                <a:lnTo>
                  <a:pt x="1048746" y="853820"/>
                </a:lnTo>
                <a:lnTo>
                  <a:pt x="1046991" y="854503"/>
                </a:lnTo>
                <a:lnTo>
                  <a:pt x="1034379" y="859539"/>
                </a:lnTo>
                <a:lnTo>
                  <a:pt x="1028042" y="862004"/>
                </a:lnTo>
                <a:lnTo>
                  <a:pt x="1020013" y="865211"/>
                </a:lnTo>
                <a:lnTo>
                  <a:pt x="1008968" y="869504"/>
                </a:lnTo>
                <a:lnTo>
                  <a:pt x="1005647" y="870831"/>
                </a:lnTo>
                <a:lnTo>
                  <a:pt x="991280" y="876459"/>
                </a:lnTo>
                <a:lnTo>
                  <a:pt x="989879" y="877004"/>
                </a:lnTo>
                <a:lnTo>
                  <a:pt x="976914" y="882181"/>
                </a:lnTo>
                <a:lnTo>
                  <a:pt x="970944" y="884504"/>
                </a:lnTo>
                <a:lnTo>
                  <a:pt x="962547" y="887987"/>
                </a:lnTo>
                <a:lnTo>
                  <a:pt x="952917" y="892005"/>
                </a:lnTo>
                <a:lnTo>
                  <a:pt x="948181" y="894023"/>
                </a:lnTo>
                <a:lnTo>
                  <a:pt x="935037" y="899505"/>
                </a:lnTo>
                <a:lnTo>
                  <a:pt x="933815" y="900026"/>
                </a:lnTo>
                <a:lnTo>
                  <a:pt x="919448" y="906098"/>
                </a:lnTo>
                <a:lnTo>
                  <a:pt x="917275" y="907005"/>
                </a:lnTo>
                <a:lnTo>
                  <a:pt x="905082" y="912197"/>
                </a:lnTo>
                <a:lnTo>
                  <a:pt x="899551" y="914506"/>
                </a:lnTo>
                <a:lnTo>
                  <a:pt x="890715" y="918269"/>
                </a:lnTo>
                <a:lnTo>
                  <a:pt x="881518" y="922006"/>
                </a:lnTo>
                <a:lnTo>
                  <a:pt x="876349" y="924161"/>
                </a:lnTo>
                <a:lnTo>
                  <a:pt x="863132" y="929506"/>
                </a:lnTo>
                <a:lnTo>
                  <a:pt x="861983" y="929982"/>
                </a:lnTo>
                <a:lnTo>
                  <a:pt x="847616" y="935887"/>
                </a:lnTo>
                <a:lnTo>
                  <a:pt x="844852" y="937006"/>
                </a:lnTo>
                <a:lnTo>
                  <a:pt x="833250" y="941808"/>
                </a:lnTo>
                <a:lnTo>
                  <a:pt x="826581" y="944507"/>
                </a:lnTo>
                <a:lnTo>
                  <a:pt x="818884" y="947694"/>
                </a:lnTo>
                <a:lnTo>
                  <a:pt x="808220" y="952007"/>
                </a:lnTo>
                <a:lnTo>
                  <a:pt x="804517" y="953541"/>
                </a:lnTo>
                <a:lnTo>
                  <a:pt x="790151" y="959362"/>
                </a:lnTo>
                <a:lnTo>
                  <a:pt x="789792" y="959507"/>
                </a:lnTo>
                <a:lnTo>
                  <a:pt x="775785" y="965303"/>
                </a:lnTo>
                <a:lnTo>
                  <a:pt x="771574" y="967008"/>
                </a:lnTo>
                <a:lnTo>
                  <a:pt x="761418" y="971211"/>
                </a:lnTo>
                <a:lnTo>
                  <a:pt x="753270" y="974508"/>
                </a:lnTo>
                <a:lnTo>
                  <a:pt x="747052" y="977083"/>
                </a:lnTo>
                <a:lnTo>
                  <a:pt x="734874" y="982008"/>
                </a:lnTo>
                <a:lnTo>
                  <a:pt x="732685" y="982915"/>
                </a:lnTo>
                <a:lnTo>
                  <a:pt x="718319" y="988785"/>
                </a:lnTo>
                <a:lnTo>
                  <a:pt x="716533" y="989509"/>
                </a:lnTo>
                <a:lnTo>
                  <a:pt x="703953" y="994715"/>
                </a:lnTo>
                <a:lnTo>
                  <a:pt x="698284" y="997009"/>
                </a:lnTo>
                <a:lnTo>
                  <a:pt x="689586" y="1000609"/>
                </a:lnTo>
                <a:lnTo>
                  <a:pt x="679947" y="1004509"/>
                </a:lnTo>
                <a:lnTo>
                  <a:pt x="675220" y="1006467"/>
                </a:lnTo>
                <a:lnTo>
                  <a:pt x="661311" y="1012009"/>
                </a:lnTo>
                <a:lnTo>
                  <a:pt x="660854" y="1012197"/>
                </a:lnTo>
                <a:lnTo>
                  <a:pt x="646487" y="1017932"/>
                </a:lnTo>
                <a:lnTo>
                  <a:pt x="642446" y="1019510"/>
                </a:lnTo>
                <a:lnTo>
                  <a:pt x="632121" y="1023643"/>
                </a:lnTo>
                <a:lnTo>
                  <a:pt x="623495" y="1027010"/>
                </a:lnTo>
                <a:lnTo>
                  <a:pt x="617754" y="1029309"/>
                </a:lnTo>
                <a:lnTo>
                  <a:pt x="604422" y="1034510"/>
                </a:lnTo>
                <a:lnTo>
                  <a:pt x="603388" y="1034925"/>
                </a:lnTo>
                <a:lnTo>
                  <a:pt x="589022" y="1040641"/>
                </a:lnTo>
                <a:lnTo>
                  <a:pt x="585515" y="1042011"/>
                </a:lnTo>
                <a:lnTo>
                  <a:pt x="574655" y="1046358"/>
                </a:lnTo>
                <a:lnTo>
                  <a:pt x="566577" y="1049511"/>
                </a:lnTo>
                <a:lnTo>
                  <a:pt x="560289" y="1052030"/>
                </a:lnTo>
                <a:lnTo>
                  <a:pt x="547520" y="1057011"/>
                </a:lnTo>
                <a:lnTo>
                  <a:pt x="545922" y="1057651"/>
                </a:lnTo>
                <a:lnTo>
                  <a:pt x="531556" y="1063350"/>
                </a:lnTo>
                <a:lnTo>
                  <a:pt x="528582" y="1064512"/>
                </a:lnTo>
                <a:lnTo>
                  <a:pt x="517190" y="1069072"/>
                </a:lnTo>
                <a:lnTo>
                  <a:pt x="509658" y="1072012"/>
                </a:lnTo>
                <a:lnTo>
                  <a:pt x="502823" y="1074749"/>
                </a:lnTo>
                <a:lnTo>
                  <a:pt x="490615" y="1079512"/>
                </a:lnTo>
                <a:lnTo>
                  <a:pt x="488457" y="1080377"/>
                </a:lnTo>
                <a:lnTo>
                  <a:pt x="474091" y="1086059"/>
                </a:lnTo>
                <a:lnTo>
                  <a:pt x="471648" y="1087012"/>
                </a:lnTo>
                <a:lnTo>
                  <a:pt x="459724" y="1091785"/>
                </a:lnTo>
                <a:lnTo>
                  <a:pt x="452738" y="1094513"/>
                </a:lnTo>
                <a:lnTo>
                  <a:pt x="445358" y="1097468"/>
                </a:lnTo>
                <a:lnTo>
                  <a:pt x="433710" y="1102013"/>
                </a:lnTo>
                <a:lnTo>
                  <a:pt x="430991" y="1103102"/>
                </a:lnTo>
                <a:lnTo>
                  <a:pt x="416625" y="1108766"/>
                </a:lnTo>
                <a:lnTo>
                  <a:pt x="414713" y="1109513"/>
                </a:lnTo>
                <a:lnTo>
                  <a:pt x="402259" y="1114498"/>
                </a:lnTo>
                <a:lnTo>
                  <a:pt x="395815" y="1117014"/>
                </a:lnTo>
                <a:lnTo>
                  <a:pt x="387892" y="1120186"/>
                </a:lnTo>
                <a:lnTo>
                  <a:pt x="376802" y="1124514"/>
                </a:lnTo>
                <a:lnTo>
                  <a:pt x="373526" y="1125826"/>
                </a:lnTo>
                <a:lnTo>
                  <a:pt x="359160" y="1131474"/>
                </a:lnTo>
                <a:lnTo>
                  <a:pt x="357776" y="1132014"/>
                </a:lnTo>
                <a:lnTo>
                  <a:pt x="344793" y="1137210"/>
                </a:lnTo>
                <a:lnTo>
                  <a:pt x="338891" y="1139515"/>
                </a:lnTo>
                <a:lnTo>
                  <a:pt x="330427" y="1142904"/>
                </a:lnTo>
                <a:lnTo>
                  <a:pt x="319892" y="1147015"/>
                </a:lnTo>
                <a:lnTo>
                  <a:pt x="316060" y="1148550"/>
                </a:lnTo>
                <a:lnTo>
                  <a:pt x="301694" y="1154181"/>
                </a:lnTo>
                <a:lnTo>
                  <a:pt x="300838" y="1154515"/>
                </a:lnTo>
                <a:lnTo>
                  <a:pt x="287328" y="1159922"/>
                </a:lnTo>
                <a:lnTo>
                  <a:pt x="281966" y="1162015"/>
                </a:lnTo>
                <a:lnTo>
                  <a:pt x="272961" y="1165621"/>
                </a:lnTo>
                <a:lnTo>
                  <a:pt x="262981" y="1169516"/>
                </a:lnTo>
                <a:lnTo>
                  <a:pt x="258595" y="1171273"/>
                </a:lnTo>
                <a:lnTo>
                  <a:pt x="244228" y="1176887"/>
                </a:lnTo>
                <a:lnTo>
                  <a:pt x="243898" y="1177016"/>
                </a:lnTo>
                <a:lnTo>
                  <a:pt x="229862" y="1182633"/>
                </a:lnTo>
                <a:lnTo>
                  <a:pt x="225039" y="1184516"/>
                </a:lnTo>
                <a:lnTo>
                  <a:pt x="215496" y="1188337"/>
                </a:lnTo>
                <a:lnTo>
                  <a:pt x="206068" y="1192017"/>
                </a:lnTo>
                <a:lnTo>
                  <a:pt x="201129" y="1193995"/>
                </a:lnTo>
                <a:lnTo>
                  <a:pt x="186973" y="1199517"/>
                </a:lnTo>
                <a:lnTo>
                  <a:pt x="186763" y="1199601"/>
                </a:lnTo>
                <a:lnTo>
                  <a:pt x="172397" y="1205343"/>
                </a:lnTo>
                <a:lnTo>
                  <a:pt x="168110" y="1207017"/>
                </a:lnTo>
                <a:lnTo>
                  <a:pt x="158030" y="1211053"/>
                </a:lnTo>
                <a:lnTo>
                  <a:pt x="149153" y="1214518"/>
                </a:lnTo>
                <a:lnTo>
                  <a:pt x="143664" y="1216716"/>
                </a:lnTo>
                <a:lnTo>
                  <a:pt x="130073" y="1222018"/>
                </a:lnTo>
                <a:lnTo>
                  <a:pt x="129297" y="1222329"/>
                </a:lnTo>
                <a:lnTo>
                  <a:pt x="114931" y="1228053"/>
                </a:lnTo>
                <a:lnTo>
                  <a:pt x="111180" y="1229518"/>
                </a:lnTo>
                <a:lnTo>
                  <a:pt x="100565" y="1233768"/>
                </a:lnTo>
                <a:lnTo>
                  <a:pt x="92236" y="1237018"/>
                </a:lnTo>
                <a:lnTo>
                  <a:pt x="86198" y="1239437"/>
                </a:lnTo>
                <a:lnTo>
                  <a:pt x="73172" y="1244519"/>
                </a:lnTo>
                <a:lnTo>
                  <a:pt x="71832" y="1245056"/>
                </a:lnTo>
                <a:lnTo>
                  <a:pt x="57466" y="1250762"/>
                </a:lnTo>
                <a:lnTo>
                  <a:pt x="54248" y="1252019"/>
                </a:lnTo>
                <a:lnTo>
                  <a:pt x="43099" y="1256482"/>
                </a:lnTo>
                <a:lnTo>
                  <a:pt x="35318" y="1259519"/>
                </a:lnTo>
                <a:lnTo>
                  <a:pt x="28733" y="1262157"/>
                </a:lnTo>
                <a:lnTo>
                  <a:pt x="16268" y="1267020"/>
                </a:lnTo>
                <a:lnTo>
                  <a:pt x="14366" y="1267782"/>
                </a:lnTo>
                <a:lnTo>
                  <a:pt x="0" y="1273471"/>
                </a:lnTo>
                <a:lnTo>
                  <a:pt x="0" y="1274520"/>
                </a:lnTo>
                <a:lnTo>
                  <a:pt x="0" y="1282020"/>
                </a:lnTo>
                <a:lnTo>
                  <a:pt x="0" y="1289520"/>
                </a:lnTo>
                <a:lnTo>
                  <a:pt x="0" y="1297021"/>
                </a:lnTo>
                <a:lnTo>
                  <a:pt x="0" y="1304521"/>
                </a:lnTo>
                <a:lnTo>
                  <a:pt x="0" y="1312021"/>
                </a:lnTo>
                <a:lnTo>
                  <a:pt x="0" y="1312513"/>
                </a:lnTo>
                <a:lnTo>
                  <a:pt x="1217" y="1312021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BAD59-66FC-47FA-A0CF-EA4AFBC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812369"/>
            <a:ext cx="3261168" cy="1678068"/>
          </a:xfrm>
          <a:custGeom xmlns:a="http://schemas.openxmlformats.org/drawingml/2006/main">
            <a:pathLst>
              <a:path w="3261168" h="1678068">
                <a:moveTo>
                  <a:pt x="14366" y="1678068"/>
                </a:moveTo>
                <a:lnTo>
                  <a:pt x="28733" y="1678068"/>
                </a:lnTo>
                <a:lnTo>
                  <a:pt x="43099" y="1678068"/>
                </a:lnTo>
                <a:lnTo>
                  <a:pt x="57466" y="1678068"/>
                </a:lnTo>
                <a:lnTo>
                  <a:pt x="71832" y="1678068"/>
                </a:lnTo>
                <a:lnTo>
                  <a:pt x="86198" y="1678068"/>
                </a:lnTo>
                <a:lnTo>
                  <a:pt x="100565" y="1678068"/>
                </a:lnTo>
                <a:lnTo>
                  <a:pt x="114931" y="1678068"/>
                </a:lnTo>
                <a:lnTo>
                  <a:pt x="129297" y="1678068"/>
                </a:lnTo>
                <a:lnTo>
                  <a:pt x="143664" y="1678068"/>
                </a:lnTo>
                <a:lnTo>
                  <a:pt x="158030" y="1678068"/>
                </a:lnTo>
                <a:lnTo>
                  <a:pt x="172397" y="1678068"/>
                </a:lnTo>
                <a:lnTo>
                  <a:pt x="186763" y="1678068"/>
                </a:lnTo>
                <a:lnTo>
                  <a:pt x="201129" y="1678068"/>
                </a:lnTo>
                <a:lnTo>
                  <a:pt x="215496" y="1678068"/>
                </a:lnTo>
                <a:lnTo>
                  <a:pt x="229862" y="1678068"/>
                </a:lnTo>
                <a:lnTo>
                  <a:pt x="244228" y="1678068"/>
                </a:lnTo>
                <a:lnTo>
                  <a:pt x="258595" y="1678068"/>
                </a:lnTo>
                <a:lnTo>
                  <a:pt x="272961" y="1678068"/>
                </a:lnTo>
                <a:lnTo>
                  <a:pt x="287328" y="1678068"/>
                </a:lnTo>
                <a:lnTo>
                  <a:pt x="301694" y="1678068"/>
                </a:lnTo>
                <a:lnTo>
                  <a:pt x="316060" y="1678068"/>
                </a:lnTo>
                <a:lnTo>
                  <a:pt x="330427" y="1678068"/>
                </a:lnTo>
                <a:lnTo>
                  <a:pt x="344793" y="1678068"/>
                </a:lnTo>
                <a:lnTo>
                  <a:pt x="359160" y="1678068"/>
                </a:lnTo>
                <a:lnTo>
                  <a:pt x="373526" y="1678068"/>
                </a:lnTo>
                <a:lnTo>
                  <a:pt x="387892" y="1678068"/>
                </a:lnTo>
                <a:lnTo>
                  <a:pt x="402259" y="1678068"/>
                </a:lnTo>
                <a:lnTo>
                  <a:pt x="416625" y="1678068"/>
                </a:lnTo>
                <a:lnTo>
                  <a:pt x="430991" y="1678068"/>
                </a:lnTo>
                <a:lnTo>
                  <a:pt x="445358" y="1678068"/>
                </a:lnTo>
                <a:lnTo>
                  <a:pt x="459724" y="1678068"/>
                </a:lnTo>
                <a:lnTo>
                  <a:pt x="474091" y="1678068"/>
                </a:lnTo>
                <a:lnTo>
                  <a:pt x="488457" y="1678068"/>
                </a:lnTo>
                <a:lnTo>
                  <a:pt x="502823" y="1678068"/>
                </a:lnTo>
                <a:lnTo>
                  <a:pt x="517190" y="1678068"/>
                </a:lnTo>
                <a:lnTo>
                  <a:pt x="531556" y="1678068"/>
                </a:lnTo>
                <a:lnTo>
                  <a:pt x="545922" y="1678068"/>
                </a:lnTo>
                <a:lnTo>
                  <a:pt x="560289" y="1678068"/>
                </a:lnTo>
                <a:lnTo>
                  <a:pt x="574655" y="1678068"/>
                </a:lnTo>
                <a:lnTo>
                  <a:pt x="589022" y="1678068"/>
                </a:lnTo>
                <a:lnTo>
                  <a:pt x="603388" y="1678068"/>
                </a:lnTo>
                <a:lnTo>
                  <a:pt x="617754" y="1678068"/>
                </a:lnTo>
                <a:lnTo>
                  <a:pt x="632121" y="1678068"/>
                </a:lnTo>
                <a:lnTo>
                  <a:pt x="646487" y="1678068"/>
                </a:lnTo>
                <a:lnTo>
                  <a:pt x="660854" y="1678068"/>
                </a:lnTo>
                <a:lnTo>
                  <a:pt x="675220" y="1678068"/>
                </a:lnTo>
                <a:lnTo>
                  <a:pt x="689586" y="1678068"/>
                </a:lnTo>
                <a:lnTo>
                  <a:pt x="703953" y="1678068"/>
                </a:lnTo>
                <a:lnTo>
                  <a:pt x="718319" y="1678068"/>
                </a:lnTo>
                <a:lnTo>
                  <a:pt x="732685" y="1678068"/>
                </a:lnTo>
                <a:lnTo>
                  <a:pt x="747052" y="1678068"/>
                </a:lnTo>
                <a:lnTo>
                  <a:pt x="761418" y="1678068"/>
                </a:lnTo>
                <a:lnTo>
                  <a:pt x="775785" y="1678068"/>
                </a:lnTo>
                <a:lnTo>
                  <a:pt x="790151" y="1678068"/>
                </a:lnTo>
                <a:lnTo>
                  <a:pt x="804517" y="1678068"/>
                </a:lnTo>
                <a:lnTo>
                  <a:pt x="818884" y="1678068"/>
                </a:lnTo>
                <a:lnTo>
                  <a:pt x="833250" y="1678068"/>
                </a:lnTo>
                <a:lnTo>
                  <a:pt x="847616" y="1678068"/>
                </a:lnTo>
                <a:lnTo>
                  <a:pt x="861983" y="1678068"/>
                </a:lnTo>
                <a:lnTo>
                  <a:pt x="876349" y="1678068"/>
                </a:lnTo>
                <a:lnTo>
                  <a:pt x="890715" y="1678068"/>
                </a:lnTo>
                <a:lnTo>
                  <a:pt x="905082" y="1678068"/>
                </a:lnTo>
                <a:lnTo>
                  <a:pt x="919448" y="1678068"/>
                </a:lnTo>
                <a:lnTo>
                  <a:pt x="933815" y="1678068"/>
                </a:lnTo>
                <a:lnTo>
                  <a:pt x="948181" y="1678068"/>
                </a:lnTo>
                <a:lnTo>
                  <a:pt x="962547" y="1678068"/>
                </a:lnTo>
                <a:lnTo>
                  <a:pt x="976914" y="1678068"/>
                </a:lnTo>
                <a:lnTo>
                  <a:pt x="991280" y="1678068"/>
                </a:lnTo>
                <a:lnTo>
                  <a:pt x="1005647" y="1678068"/>
                </a:lnTo>
                <a:lnTo>
                  <a:pt x="1020013" y="1678068"/>
                </a:lnTo>
                <a:lnTo>
                  <a:pt x="1034379" y="1678068"/>
                </a:lnTo>
                <a:lnTo>
                  <a:pt x="1048746" y="1678068"/>
                </a:lnTo>
                <a:lnTo>
                  <a:pt x="1063112" y="1678068"/>
                </a:lnTo>
                <a:lnTo>
                  <a:pt x="1077478" y="1678068"/>
                </a:lnTo>
                <a:lnTo>
                  <a:pt x="1091845" y="1678068"/>
                </a:lnTo>
                <a:lnTo>
                  <a:pt x="1106211" y="1678068"/>
                </a:lnTo>
                <a:lnTo>
                  <a:pt x="1120578" y="1678068"/>
                </a:lnTo>
                <a:lnTo>
                  <a:pt x="1134944" y="1678068"/>
                </a:lnTo>
                <a:lnTo>
                  <a:pt x="1149310" y="1678068"/>
                </a:lnTo>
                <a:lnTo>
                  <a:pt x="1163677" y="1678068"/>
                </a:lnTo>
                <a:lnTo>
                  <a:pt x="1178043" y="1678068"/>
                </a:lnTo>
                <a:lnTo>
                  <a:pt x="1192410" y="1678068"/>
                </a:lnTo>
                <a:lnTo>
                  <a:pt x="1206776" y="1678068"/>
                </a:lnTo>
                <a:lnTo>
                  <a:pt x="1221142" y="1678068"/>
                </a:lnTo>
                <a:lnTo>
                  <a:pt x="1235509" y="1678068"/>
                </a:lnTo>
                <a:lnTo>
                  <a:pt x="1249875" y="1678068"/>
                </a:lnTo>
                <a:lnTo>
                  <a:pt x="1264241" y="1678068"/>
                </a:lnTo>
                <a:lnTo>
                  <a:pt x="1278608" y="1678068"/>
                </a:lnTo>
                <a:lnTo>
                  <a:pt x="1292974" y="1678068"/>
                </a:lnTo>
                <a:lnTo>
                  <a:pt x="1307341" y="1678068"/>
                </a:lnTo>
                <a:lnTo>
                  <a:pt x="1321707" y="1678068"/>
                </a:lnTo>
                <a:lnTo>
                  <a:pt x="1336073" y="1678068"/>
                </a:lnTo>
                <a:lnTo>
                  <a:pt x="1350440" y="1678068"/>
                </a:lnTo>
                <a:lnTo>
                  <a:pt x="1364806" y="1678068"/>
                </a:lnTo>
                <a:lnTo>
                  <a:pt x="1379172" y="1678068"/>
                </a:lnTo>
                <a:lnTo>
                  <a:pt x="1393539" y="1678068"/>
                </a:lnTo>
                <a:lnTo>
                  <a:pt x="1407905" y="1678068"/>
                </a:lnTo>
                <a:lnTo>
                  <a:pt x="1422272" y="1678068"/>
                </a:lnTo>
                <a:lnTo>
                  <a:pt x="1436638" y="1678068"/>
                </a:lnTo>
                <a:lnTo>
                  <a:pt x="1451004" y="1678068"/>
                </a:lnTo>
                <a:lnTo>
                  <a:pt x="1465371" y="1678068"/>
                </a:lnTo>
                <a:lnTo>
                  <a:pt x="1479737" y="1678068"/>
                </a:lnTo>
                <a:lnTo>
                  <a:pt x="1494104" y="1678068"/>
                </a:lnTo>
                <a:lnTo>
                  <a:pt x="1508470" y="1678068"/>
                </a:lnTo>
                <a:lnTo>
                  <a:pt x="1522836" y="1678068"/>
                </a:lnTo>
                <a:lnTo>
                  <a:pt x="1537203" y="1678068"/>
                </a:lnTo>
                <a:lnTo>
                  <a:pt x="1551569" y="1678068"/>
                </a:lnTo>
                <a:lnTo>
                  <a:pt x="1565935" y="1678068"/>
                </a:lnTo>
                <a:lnTo>
                  <a:pt x="1580302" y="1678068"/>
                </a:lnTo>
                <a:lnTo>
                  <a:pt x="1594668" y="1678068"/>
                </a:lnTo>
                <a:lnTo>
                  <a:pt x="1609035" y="1678068"/>
                </a:lnTo>
                <a:lnTo>
                  <a:pt x="1623401" y="1678068"/>
                </a:lnTo>
                <a:lnTo>
                  <a:pt x="1637767" y="1678068"/>
                </a:lnTo>
                <a:lnTo>
                  <a:pt x="1652134" y="1678068"/>
                </a:lnTo>
                <a:lnTo>
                  <a:pt x="1666500" y="1678068"/>
                </a:lnTo>
                <a:lnTo>
                  <a:pt x="1680866" y="1678068"/>
                </a:lnTo>
                <a:lnTo>
                  <a:pt x="1695233" y="1678068"/>
                </a:lnTo>
                <a:lnTo>
                  <a:pt x="1709599" y="1678068"/>
                </a:lnTo>
                <a:lnTo>
                  <a:pt x="1723966" y="1678068"/>
                </a:lnTo>
                <a:lnTo>
                  <a:pt x="1738332" y="1678068"/>
                </a:lnTo>
                <a:lnTo>
                  <a:pt x="1752698" y="1678068"/>
                </a:lnTo>
                <a:lnTo>
                  <a:pt x="1767065" y="1678068"/>
                </a:lnTo>
                <a:lnTo>
                  <a:pt x="1781431" y="1678068"/>
                </a:lnTo>
                <a:lnTo>
                  <a:pt x="1795798" y="1678068"/>
                </a:lnTo>
                <a:lnTo>
                  <a:pt x="1810164" y="1678068"/>
                </a:lnTo>
                <a:lnTo>
                  <a:pt x="1824530" y="1678068"/>
                </a:lnTo>
                <a:lnTo>
                  <a:pt x="1838897" y="1678068"/>
                </a:lnTo>
                <a:lnTo>
                  <a:pt x="1853263" y="1678068"/>
                </a:lnTo>
                <a:lnTo>
                  <a:pt x="1867629" y="1678068"/>
                </a:lnTo>
                <a:lnTo>
                  <a:pt x="1881996" y="1678068"/>
                </a:lnTo>
                <a:lnTo>
                  <a:pt x="1896362" y="1678068"/>
                </a:lnTo>
                <a:lnTo>
                  <a:pt x="1910729" y="1678068"/>
                </a:lnTo>
                <a:lnTo>
                  <a:pt x="1925095" y="1678068"/>
                </a:lnTo>
                <a:lnTo>
                  <a:pt x="1939461" y="1678068"/>
                </a:lnTo>
                <a:lnTo>
                  <a:pt x="1953828" y="1678068"/>
                </a:lnTo>
                <a:lnTo>
                  <a:pt x="1968194" y="1678068"/>
                </a:lnTo>
                <a:lnTo>
                  <a:pt x="1982560" y="1678068"/>
                </a:lnTo>
                <a:lnTo>
                  <a:pt x="1996927" y="1678068"/>
                </a:lnTo>
                <a:lnTo>
                  <a:pt x="2011293" y="1678068"/>
                </a:lnTo>
                <a:lnTo>
                  <a:pt x="2025660" y="1678068"/>
                </a:lnTo>
                <a:lnTo>
                  <a:pt x="2040026" y="1678068"/>
                </a:lnTo>
                <a:lnTo>
                  <a:pt x="2054392" y="1678068"/>
                </a:lnTo>
                <a:lnTo>
                  <a:pt x="2068759" y="1678068"/>
                </a:lnTo>
                <a:lnTo>
                  <a:pt x="2083125" y="1678068"/>
                </a:lnTo>
                <a:lnTo>
                  <a:pt x="2097492" y="1678068"/>
                </a:lnTo>
                <a:lnTo>
                  <a:pt x="2111858" y="1678068"/>
                </a:lnTo>
                <a:lnTo>
                  <a:pt x="2126224" y="1678068"/>
                </a:lnTo>
                <a:lnTo>
                  <a:pt x="2140591" y="1678068"/>
                </a:lnTo>
                <a:lnTo>
                  <a:pt x="2154957" y="1678068"/>
                </a:lnTo>
                <a:lnTo>
                  <a:pt x="2169323" y="1678068"/>
                </a:lnTo>
                <a:lnTo>
                  <a:pt x="2183690" y="1678068"/>
                </a:lnTo>
                <a:lnTo>
                  <a:pt x="2198056" y="1678068"/>
                </a:lnTo>
                <a:lnTo>
                  <a:pt x="2212423" y="1678068"/>
                </a:lnTo>
                <a:lnTo>
                  <a:pt x="2226789" y="1678068"/>
                </a:lnTo>
                <a:lnTo>
                  <a:pt x="2241155" y="1678068"/>
                </a:lnTo>
                <a:lnTo>
                  <a:pt x="2255522" y="1678068"/>
                </a:lnTo>
                <a:lnTo>
                  <a:pt x="2269888" y="1678068"/>
                </a:lnTo>
                <a:lnTo>
                  <a:pt x="2284255" y="1678068"/>
                </a:lnTo>
                <a:lnTo>
                  <a:pt x="2298621" y="1678068"/>
                </a:lnTo>
                <a:lnTo>
                  <a:pt x="2312987" y="1678068"/>
                </a:lnTo>
                <a:lnTo>
                  <a:pt x="2327353" y="1678068"/>
                </a:lnTo>
                <a:lnTo>
                  <a:pt x="2341720" y="1678068"/>
                </a:lnTo>
                <a:lnTo>
                  <a:pt x="2356086" y="1678068"/>
                </a:lnTo>
                <a:lnTo>
                  <a:pt x="2370453" y="1678068"/>
                </a:lnTo>
                <a:lnTo>
                  <a:pt x="2384819" y="1678068"/>
                </a:lnTo>
                <a:lnTo>
                  <a:pt x="2399185" y="1678068"/>
                </a:lnTo>
                <a:lnTo>
                  <a:pt x="2413552" y="1678068"/>
                </a:lnTo>
                <a:lnTo>
                  <a:pt x="2427918" y="1678068"/>
                </a:lnTo>
                <a:lnTo>
                  <a:pt x="2442285" y="1678068"/>
                </a:lnTo>
                <a:lnTo>
                  <a:pt x="2456651" y="1678068"/>
                </a:lnTo>
                <a:lnTo>
                  <a:pt x="2471017" y="1678068"/>
                </a:lnTo>
                <a:lnTo>
                  <a:pt x="2485384" y="1678068"/>
                </a:lnTo>
                <a:lnTo>
                  <a:pt x="2499750" y="1678068"/>
                </a:lnTo>
                <a:lnTo>
                  <a:pt x="2514116" y="1678068"/>
                </a:lnTo>
                <a:lnTo>
                  <a:pt x="2528483" y="1678068"/>
                </a:lnTo>
                <a:lnTo>
                  <a:pt x="2542849" y="1678068"/>
                </a:lnTo>
                <a:lnTo>
                  <a:pt x="2557216" y="1678068"/>
                </a:lnTo>
                <a:lnTo>
                  <a:pt x="2571582" y="1678068"/>
                </a:lnTo>
                <a:lnTo>
                  <a:pt x="2585949" y="1678068"/>
                </a:lnTo>
                <a:lnTo>
                  <a:pt x="2600315" y="1678068"/>
                </a:lnTo>
                <a:lnTo>
                  <a:pt x="2614681" y="1678068"/>
                </a:lnTo>
                <a:lnTo>
                  <a:pt x="2629048" y="1678068"/>
                </a:lnTo>
                <a:lnTo>
                  <a:pt x="2643414" y="1678068"/>
                </a:lnTo>
                <a:lnTo>
                  <a:pt x="2657780" y="1678068"/>
                </a:lnTo>
                <a:lnTo>
                  <a:pt x="2672147" y="1678068"/>
                </a:lnTo>
                <a:lnTo>
                  <a:pt x="2686513" y="1678068"/>
                </a:lnTo>
                <a:lnTo>
                  <a:pt x="2700879" y="1678068"/>
                </a:lnTo>
                <a:lnTo>
                  <a:pt x="2715246" y="1678068"/>
                </a:lnTo>
                <a:lnTo>
                  <a:pt x="2729612" y="1678068"/>
                </a:lnTo>
                <a:lnTo>
                  <a:pt x="2743979" y="1678068"/>
                </a:lnTo>
                <a:lnTo>
                  <a:pt x="2758345" y="1678068"/>
                </a:lnTo>
                <a:lnTo>
                  <a:pt x="2772711" y="1678068"/>
                </a:lnTo>
                <a:lnTo>
                  <a:pt x="2787078" y="1678068"/>
                </a:lnTo>
                <a:lnTo>
                  <a:pt x="2801444" y="1678068"/>
                </a:lnTo>
                <a:lnTo>
                  <a:pt x="2815811" y="1678068"/>
                </a:lnTo>
                <a:lnTo>
                  <a:pt x="2830177" y="1678068"/>
                </a:lnTo>
                <a:lnTo>
                  <a:pt x="2844543" y="1678068"/>
                </a:lnTo>
                <a:lnTo>
                  <a:pt x="2858910" y="1678068"/>
                </a:lnTo>
                <a:lnTo>
                  <a:pt x="2873276" y="1678068"/>
                </a:lnTo>
                <a:lnTo>
                  <a:pt x="2887642" y="1678068"/>
                </a:lnTo>
                <a:lnTo>
                  <a:pt x="2902009" y="1678068"/>
                </a:lnTo>
                <a:lnTo>
                  <a:pt x="2916375" y="1678068"/>
                </a:lnTo>
                <a:lnTo>
                  <a:pt x="2930742" y="1678068"/>
                </a:lnTo>
                <a:lnTo>
                  <a:pt x="2945108" y="1678068"/>
                </a:lnTo>
                <a:lnTo>
                  <a:pt x="2959474" y="1678068"/>
                </a:lnTo>
                <a:lnTo>
                  <a:pt x="2973841" y="1678068"/>
                </a:lnTo>
                <a:lnTo>
                  <a:pt x="2988207" y="1678068"/>
                </a:lnTo>
                <a:lnTo>
                  <a:pt x="3002574" y="1678068"/>
                </a:lnTo>
                <a:lnTo>
                  <a:pt x="3016940" y="1678068"/>
                </a:lnTo>
                <a:lnTo>
                  <a:pt x="3031306" y="1678068"/>
                </a:lnTo>
                <a:lnTo>
                  <a:pt x="3045673" y="1678068"/>
                </a:lnTo>
                <a:lnTo>
                  <a:pt x="3060039" y="1678068"/>
                </a:lnTo>
                <a:lnTo>
                  <a:pt x="3074405" y="1678068"/>
                </a:lnTo>
                <a:lnTo>
                  <a:pt x="3088772" y="1678068"/>
                </a:lnTo>
                <a:lnTo>
                  <a:pt x="3103138" y="1678068"/>
                </a:lnTo>
                <a:lnTo>
                  <a:pt x="3117504" y="1678068"/>
                </a:lnTo>
                <a:lnTo>
                  <a:pt x="3131871" y="1678068"/>
                </a:lnTo>
                <a:lnTo>
                  <a:pt x="3146237" y="1678068"/>
                </a:lnTo>
                <a:lnTo>
                  <a:pt x="3160604" y="1678068"/>
                </a:lnTo>
                <a:lnTo>
                  <a:pt x="3174970" y="1678068"/>
                </a:lnTo>
                <a:lnTo>
                  <a:pt x="3189336" y="1678068"/>
                </a:lnTo>
                <a:lnTo>
                  <a:pt x="3203703" y="1678068"/>
                </a:lnTo>
                <a:lnTo>
                  <a:pt x="3218069" y="1678068"/>
                </a:lnTo>
                <a:lnTo>
                  <a:pt x="3232436" y="1678068"/>
                </a:lnTo>
                <a:lnTo>
                  <a:pt x="3246802" y="1678068"/>
                </a:lnTo>
                <a:lnTo>
                  <a:pt x="3261168" y="1678068"/>
                </a:lnTo>
                <a:lnTo>
                  <a:pt x="3261168" y="1670567"/>
                </a:lnTo>
                <a:lnTo>
                  <a:pt x="3261168" y="1663067"/>
                </a:lnTo>
                <a:lnTo>
                  <a:pt x="3261168" y="1655567"/>
                </a:lnTo>
                <a:lnTo>
                  <a:pt x="3261168" y="1648066"/>
                </a:lnTo>
                <a:lnTo>
                  <a:pt x="3261168" y="1640566"/>
                </a:lnTo>
                <a:lnTo>
                  <a:pt x="3261168" y="1633066"/>
                </a:lnTo>
                <a:lnTo>
                  <a:pt x="3261168" y="1625566"/>
                </a:lnTo>
                <a:lnTo>
                  <a:pt x="3261168" y="1618065"/>
                </a:lnTo>
                <a:lnTo>
                  <a:pt x="3261168" y="1610565"/>
                </a:lnTo>
                <a:lnTo>
                  <a:pt x="3261168" y="1603065"/>
                </a:lnTo>
                <a:lnTo>
                  <a:pt x="3261168" y="1595564"/>
                </a:lnTo>
                <a:lnTo>
                  <a:pt x="3261168" y="1588064"/>
                </a:lnTo>
                <a:lnTo>
                  <a:pt x="3261168" y="1580564"/>
                </a:lnTo>
                <a:lnTo>
                  <a:pt x="3261168" y="1573063"/>
                </a:lnTo>
                <a:lnTo>
                  <a:pt x="3261168" y="1565563"/>
                </a:lnTo>
                <a:lnTo>
                  <a:pt x="3261168" y="1558063"/>
                </a:lnTo>
                <a:lnTo>
                  <a:pt x="3261168" y="1550563"/>
                </a:lnTo>
                <a:lnTo>
                  <a:pt x="3261168" y="1543062"/>
                </a:lnTo>
                <a:lnTo>
                  <a:pt x="3261168" y="1535562"/>
                </a:lnTo>
                <a:lnTo>
                  <a:pt x="3261168" y="1528062"/>
                </a:lnTo>
                <a:lnTo>
                  <a:pt x="3261168" y="1520561"/>
                </a:lnTo>
                <a:lnTo>
                  <a:pt x="3261168" y="1513061"/>
                </a:lnTo>
                <a:lnTo>
                  <a:pt x="3261168" y="1505561"/>
                </a:lnTo>
                <a:lnTo>
                  <a:pt x="3261168" y="1498060"/>
                </a:lnTo>
                <a:lnTo>
                  <a:pt x="3261168" y="1490560"/>
                </a:lnTo>
                <a:lnTo>
                  <a:pt x="3261168" y="1483060"/>
                </a:lnTo>
                <a:lnTo>
                  <a:pt x="3261168" y="1475560"/>
                </a:lnTo>
                <a:lnTo>
                  <a:pt x="3261168" y="1468059"/>
                </a:lnTo>
                <a:lnTo>
                  <a:pt x="3261168" y="1460559"/>
                </a:lnTo>
                <a:lnTo>
                  <a:pt x="3261168" y="1453059"/>
                </a:lnTo>
                <a:lnTo>
                  <a:pt x="3261168" y="1445558"/>
                </a:lnTo>
                <a:lnTo>
                  <a:pt x="3261168" y="1438058"/>
                </a:lnTo>
                <a:lnTo>
                  <a:pt x="3261168" y="1430558"/>
                </a:lnTo>
                <a:lnTo>
                  <a:pt x="3261168" y="1423057"/>
                </a:lnTo>
                <a:lnTo>
                  <a:pt x="3261168" y="1415557"/>
                </a:lnTo>
                <a:lnTo>
                  <a:pt x="3261168" y="1408057"/>
                </a:lnTo>
                <a:lnTo>
                  <a:pt x="3261168" y="1400557"/>
                </a:lnTo>
                <a:lnTo>
                  <a:pt x="3261168" y="1393056"/>
                </a:lnTo>
                <a:lnTo>
                  <a:pt x="3261168" y="1385556"/>
                </a:lnTo>
                <a:lnTo>
                  <a:pt x="3261168" y="1378056"/>
                </a:lnTo>
                <a:lnTo>
                  <a:pt x="3261168" y="1370555"/>
                </a:lnTo>
                <a:lnTo>
                  <a:pt x="3261168" y="1363055"/>
                </a:lnTo>
                <a:lnTo>
                  <a:pt x="3261168" y="1355555"/>
                </a:lnTo>
                <a:lnTo>
                  <a:pt x="3261168" y="1348054"/>
                </a:lnTo>
                <a:lnTo>
                  <a:pt x="3261168" y="1340554"/>
                </a:lnTo>
                <a:lnTo>
                  <a:pt x="3261168" y="1333054"/>
                </a:lnTo>
                <a:lnTo>
                  <a:pt x="3261168" y="1325554"/>
                </a:lnTo>
                <a:lnTo>
                  <a:pt x="3261168" y="1318053"/>
                </a:lnTo>
                <a:lnTo>
                  <a:pt x="3261168" y="1310553"/>
                </a:lnTo>
                <a:lnTo>
                  <a:pt x="3261168" y="1303053"/>
                </a:lnTo>
                <a:lnTo>
                  <a:pt x="3261168" y="1295552"/>
                </a:lnTo>
                <a:lnTo>
                  <a:pt x="3261168" y="1288052"/>
                </a:lnTo>
                <a:lnTo>
                  <a:pt x="3261168" y="1280552"/>
                </a:lnTo>
                <a:lnTo>
                  <a:pt x="3261168" y="1273052"/>
                </a:lnTo>
                <a:lnTo>
                  <a:pt x="3261168" y="1265551"/>
                </a:lnTo>
                <a:lnTo>
                  <a:pt x="3261168" y="1258051"/>
                </a:lnTo>
                <a:lnTo>
                  <a:pt x="3261168" y="1250551"/>
                </a:lnTo>
                <a:lnTo>
                  <a:pt x="3261168" y="1243050"/>
                </a:lnTo>
                <a:lnTo>
                  <a:pt x="3261168" y="1235550"/>
                </a:lnTo>
                <a:lnTo>
                  <a:pt x="3261168" y="1228050"/>
                </a:lnTo>
                <a:lnTo>
                  <a:pt x="3261168" y="1220549"/>
                </a:lnTo>
                <a:lnTo>
                  <a:pt x="3261168" y="1213049"/>
                </a:lnTo>
                <a:lnTo>
                  <a:pt x="3261168" y="1205549"/>
                </a:lnTo>
                <a:lnTo>
                  <a:pt x="3261168" y="1198049"/>
                </a:lnTo>
                <a:lnTo>
                  <a:pt x="3261168" y="1190548"/>
                </a:lnTo>
                <a:lnTo>
                  <a:pt x="3261168" y="1183048"/>
                </a:lnTo>
                <a:lnTo>
                  <a:pt x="3261168" y="1175548"/>
                </a:lnTo>
                <a:lnTo>
                  <a:pt x="3261168" y="1168047"/>
                </a:lnTo>
                <a:lnTo>
                  <a:pt x="3261168" y="1160547"/>
                </a:lnTo>
                <a:lnTo>
                  <a:pt x="3261168" y="1153047"/>
                </a:lnTo>
                <a:lnTo>
                  <a:pt x="3261168" y="1145546"/>
                </a:lnTo>
                <a:lnTo>
                  <a:pt x="3261168" y="1138046"/>
                </a:lnTo>
                <a:lnTo>
                  <a:pt x="3261168" y="1130546"/>
                </a:lnTo>
                <a:lnTo>
                  <a:pt x="3261168" y="1123046"/>
                </a:lnTo>
                <a:lnTo>
                  <a:pt x="3261168" y="1115545"/>
                </a:lnTo>
                <a:lnTo>
                  <a:pt x="3261168" y="1108045"/>
                </a:lnTo>
                <a:lnTo>
                  <a:pt x="3261168" y="1100545"/>
                </a:lnTo>
                <a:lnTo>
                  <a:pt x="3261168" y="1093044"/>
                </a:lnTo>
                <a:lnTo>
                  <a:pt x="3261168" y="1085544"/>
                </a:lnTo>
                <a:lnTo>
                  <a:pt x="3261168" y="1078044"/>
                </a:lnTo>
                <a:lnTo>
                  <a:pt x="3261168" y="1070543"/>
                </a:lnTo>
                <a:lnTo>
                  <a:pt x="3261168" y="1063043"/>
                </a:lnTo>
                <a:lnTo>
                  <a:pt x="3261168" y="1055543"/>
                </a:lnTo>
                <a:lnTo>
                  <a:pt x="3261168" y="1048043"/>
                </a:lnTo>
                <a:lnTo>
                  <a:pt x="3261168" y="1040542"/>
                </a:lnTo>
                <a:lnTo>
                  <a:pt x="3261168" y="1033042"/>
                </a:lnTo>
                <a:lnTo>
                  <a:pt x="3261168" y="1025542"/>
                </a:lnTo>
                <a:lnTo>
                  <a:pt x="3261168" y="1018041"/>
                </a:lnTo>
                <a:lnTo>
                  <a:pt x="3261168" y="1010541"/>
                </a:lnTo>
                <a:lnTo>
                  <a:pt x="3261168" y="1003041"/>
                </a:lnTo>
                <a:lnTo>
                  <a:pt x="3261168" y="995540"/>
                </a:lnTo>
                <a:lnTo>
                  <a:pt x="3261168" y="988040"/>
                </a:lnTo>
                <a:lnTo>
                  <a:pt x="3261168" y="980540"/>
                </a:lnTo>
                <a:lnTo>
                  <a:pt x="3261168" y="973040"/>
                </a:lnTo>
                <a:lnTo>
                  <a:pt x="3261168" y="965539"/>
                </a:lnTo>
                <a:lnTo>
                  <a:pt x="3261168" y="958039"/>
                </a:lnTo>
                <a:lnTo>
                  <a:pt x="3261168" y="950539"/>
                </a:lnTo>
                <a:lnTo>
                  <a:pt x="3261168" y="943038"/>
                </a:lnTo>
                <a:lnTo>
                  <a:pt x="3261168" y="935538"/>
                </a:lnTo>
                <a:lnTo>
                  <a:pt x="3261168" y="928038"/>
                </a:lnTo>
                <a:lnTo>
                  <a:pt x="3261168" y="920537"/>
                </a:lnTo>
                <a:lnTo>
                  <a:pt x="3261168" y="913037"/>
                </a:lnTo>
                <a:lnTo>
                  <a:pt x="3261168" y="905537"/>
                </a:lnTo>
                <a:lnTo>
                  <a:pt x="3261168" y="898037"/>
                </a:lnTo>
                <a:lnTo>
                  <a:pt x="3261168" y="890536"/>
                </a:lnTo>
                <a:lnTo>
                  <a:pt x="3261168" y="883036"/>
                </a:lnTo>
                <a:lnTo>
                  <a:pt x="3261168" y="875536"/>
                </a:lnTo>
                <a:lnTo>
                  <a:pt x="3261168" y="868035"/>
                </a:lnTo>
                <a:lnTo>
                  <a:pt x="3261168" y="860535"/>
                </a:lnTo>
                <a:lnTo>
                  <a:pt x="3261168" y="853035"/>
                </a:lnTo>
                <a:lnTo>
                  <a:pt x="3261168" y="845535"/>
                </a:lnTo>
                <a:lnTo>
                  <a:pt x="3261168" y="838034"/>
                </a:lnTo>
                <a:lnTo>
                  <a:pt x="3261168" y="830534"/>
                </a:lnTo>
                <a:lnTo>
                  <a:pt x="3261168" y="823034"/>
                </a:lnTo>
                <a:lnTo>
                  <a:pt x="3261168" y="815533"/>
                </a:lnTo>
                <a:lnTo>
                  <a:pt x="3261168" y="808033"/>
                </a:lnTo>
                <a:lnTo>
                  <a:pt x="3261168" y="800533"/>
                </a:lnTo>
                <a:lnTo>
                  <a:pt x="3261168" y="793033"/>
                </a:lnTo>
                <a:lnTo>
                  <a:pt x="3261168" y="785532"/>
                </a:lnTo>
                <a:lnTo>
                  <a:pt x="3261168" y="778032"/>
                </a:lnTo>
                <a:lnTo>
                  <a:pt x="3261168" y="770532"/>
                </a:lnTo>
                <a:lnTo>
                  <a:pt x="3261168" y="763031"/>
                </a:lnTo>
                <a:lnTo>
                  <a:pt x="3261168" y="755531"/>
                </a:lnTo>
                <a:lnTo>
                  <a:pt x="3261168" y="748031"/>
                </a:lnTo>
                <a:lnTo>
                  <a:pt x="3261168" y="740530"/>
                </a:lnTo>
                <a:lnTo>
                  <a:pt x="3261168" y="733030"/>
                </a:lnTo>
                <a:lnTo>
                  <a:pt x="3261168" y="725530"/>
                </a:lnTo>
                <a:lnTo>
                  <a:pt x="3261168" y="718029"/>
                </a:lnTo>
                <a:lnTo>
                  <a:pt x="3261168" y="710529"/>
                </a:lnTo>
                <a:lnTo>
                  <a:pt x="3261168" y="703029"/>
                </a:lnTo>
                <a:lnTo>
                  <a:pt x="3261168" y="695529"/>
                </a:lnTo>
                <a:lnTo>
                  <a:pt x="3261168" y="688028"/>
                </a:lnTo>
                <a:lnTo>
                  <a:pt x="3261168" y="680528"/>
                </a:lnTo>
                <a:lnTo>
                  <a:pt x="3261168" y="673028"/>
                </a:lnTo>
                <a:lnTo>
                  <a:pt x="3261168" y="665527"/>
                </a:lnTo>
                <a:lnTo>
                  <a:pt x="3261168" y="658027"/>
                </a:lnTo>
                <a:lnTo>
                  <a:pt x="3261168" y="650527"/>
                </a:lnTo>
                <a:lnTo>
                  <a:pt x="3261168" y="643027"/>
                </a:lnTo>
                <a:lnTo>
                  <a:pt x="3261168" y="635526"/>
                </a:lnTo>
                <a:lnTo>
                  <a:pt x="3261168" y="628026"/>
                </a:lnTo>
                <a:lnTo>
                  <a:pt x="3261168" y="620526"/>
                </a:lnTo>
                <a:lnTo>
                  <a:pt x="3261168" y="613025"/>
                </a:lnTo>
                <a:lnTo>
                  <a:pt x="3261168" y="605525"/>
                </a:lnTo>
                <a:lnTo>
                  <a:pt x="3261168" y="598025"/>
                </a:lnTo>
                <a:lnTo>
                  <a:pt x="3261168" y="590524"/>
                </a:lnTo>
                <a:lnTo>
                  <a:pt x="3261168" y="583024"/>
                </a:lnTo>
                <a:lnTo>
                  <a:pt x="3261168" y="575524"/>
                </a:lnTo>
                <a:lnTo>
                  <a:pt x="3261168" y="568023"/>
                </a:lnTo>
                <a:lnTo>
                  <a:pt x="3261168" y="560523"/>
                </a:lnTo>
                <a:lnTo>
                  <a:pt x="3261168" y="553023"/>
                </a:lnTo>
                <a:lnTo>
                  <a:pt x="3261168" y="545523"/>
                </a:lnTo>
                <a:lnTo>
                  <a:pt x="3261168" y="538022"/>
                </a:lnTo>
                <a:lnTo>
                  <a:pt x="3261168" y="530522"/>
                </a:lnTo>
                <a:lnTo>
                  <a:pt x="3261168" y="523022"/>
                </a:lnTo>
                <a:lnTo>
                  <a:pt x="3261168" y="515521"/>
                </a:lnTo>
                <a:lnTo>
                  <a:pt x="3261168" y="508021"/>
                </a:lnTo>
                <a:lnTo>
                  <a:pt x="3261168" y="500521"/>
                </a:lnTo>
                <a:lnTo>
                  <a:pt x="3261168" y="493021"/>
                </a:lnTo>
                <a:lnTo>
                  <a:pt x="3261168" y="485520"/>
                </a:lnTo>
                <a:lnTo>
                  <a:pt x="3261168" y="478020"/>
                </a:lnTo>
                <a:lnTo>
                  <a:pt x="3261168" y="470520"/>
                </a:lnTo>
                <a:lnTo>
                  <a:pt x="3261168" y="463019"/>
                </a:lnTo>
                <a:lnTo>
                  <a:pt x="3261168" y="455519"/>
                </a:lnTo>
                <a:lnTo>
                  <a:pt x="3261168" y="448019"/>
                </a:lnTo>
                <a:lnTo>
                  <a:pt x="3261168" y="440519"/>
                </a:lnTo>
                <a:lnTo>
                  <a:pt x="3261168" y="433018"/>
                </a:lnTo>
                <a:lnTo>
                  <a:pt x="3261168" y="425518"/>
                </a:lnTo>
                <a:lnTo>
                  <a:pt x="3261168" y="418018"/>
                </a:lnTo>
                <a:lnTo>
                  <a:pt x="3261168" y="410517"/>
                </a:lnTo>
                <a:lnTo>
                  <a:pt x="3261168" y="403017"/>
                </a:lnTo>
                <a:lnTo>
                  <a:pt x="3261168" y="395517"/>
                </a:lnTo>
                <a:lnTo>
                  <a:pt x="3261168" y="388016"/>
                </a:lnTo>
                <a:lnTo>
                  <a:pt x="3261168" y="380516"/>
                </a:lnTo>
                <a:lnTo>
                  <a:pt x="3261168" y="373016"/>
                </a:lnTo>
                <a:lnTo>
                  <a:pt x="3261168" y="365515"/>
                </a:lnTo>
                <a:lnTo>
                  <a:pt x="3261168" y="358015"/>
                </a:lnTo>
                <a:lnTo>
                  <a:pt x="3261168" y="350515"/>
                </a:lnTo>
                <a:lnTo>
                  <a:pt x="3261168" y="343015"/>
                </a:lnTo>
                <a:lnTo>
                  <a:pt x="3261168" y="335514"/>
                </a:lnTo>
                <a:lnTo>
                  <a:pt x="3261168" y="328014"/>
                </a:lnTo>
                <a:lnTo>
                  <a:pt x="3261168" y="320514"/>
                </a:lnTo>
                <a:lnTo>
                  <a:pt x="3261168" y="313013"/>
                </a:lnTo>
                <a:lnTo>
                  <a:pt x="3261168" y="305513"/>
                </a:lnTo>
                <a:lnTo>
                  <a:pt x="3261168" y="298013"/>
                </a:lnTo>
                <a:lnTo>
                  <a:pt x="3261168" y="290513"/>
                </a:lnTo>
                <a:lnTo>
                  <a:pt x="3261168" y="283012"/>
                </a:lnTo>
                <a:lnTo>
                  <a:pt x="3261168" y="275512"/>
                </a:lnTo>
                <a:lnTo>
                  <a:pt x="3261168" y="268012"/>
                </a:lnTo>
                <a:lnTo>
                  <a:pt x="3261168" y="260511"/>
                </a:lnTo>
                <a:lnTo>
                  <a:pt x="3261168" y="253011"/>
                </a:lnTo>
                <a:lnTo>
                  <a:pt x="3261168" y="245511"/>
                </a:lnTo>
                <a:lnTo>
                  <a:pt x="3261168" y="238010"/>
                </a:lnTo>
                <a:lnTo>
                  <a:pt x="3261168" y="230510"/>
                </a:lnTo>
                <a:lnTo>
                  <a:pt x="3261168" y="223010"/>
                </a:lnTo>
                <a:lnTo>
                  <a:pt x="3261168" y="215510"/>
                </a:lnTo>
                <a:lnTo>
                  <a:pt x="3261168" y="208009"/>
                </a:lnTo>
                <a:lnTo>
                  <a:pt x="3261168" y="200509"/>
                </a:lnTo>
                <a:lnTo>
                  <a:pt x="3261168" y="193009"/>
                </a:lnTo>
                <a:lnTo>
                  <a:pt x="3261168" y="185508"/>
                </a:lnTo>
                <a:lnTo>
                  <a:pt x="3261168" y="178008"/>
                </a:lnTo>
                <a:lnTo>
                  <a:pt x="3261168" y="170508"/>
                </a:lnTo>
                <a:lnTo>
                  <a:pt x="3261168" y="163007"/>
                </a:lnTo>
                <a:lnTo>
                  <a:pt x="3261168" y="155507"/>
                </a:lnTo>
                <a:lnTo>
                  <a:pt x="3261168" y="148007"/>
                </a:lnTo>
                <a:lnTo>
                  <a:pt x="3261168" y="140507"/>
                </a:lnTo>
                <a:lnTo>
                  <a:pt x="3261168" y="133006"/>
                </a:lnTo>
                <a:lnTo>
                  <a:pt x="3261168" y="125506"/>
                </a:lnTo>
                <a:lnTo>
                  <a:pt x="3261168" y="118006"/>
                </a:lnTo>
                <a:lnTo>
                  <a:pt x="3261168" y="110505"/>
                </a:lnTo>
                <a:lnTo>
                  <a:pt x="3261168" y="103005"/>
                </a:lnTo>
                <a:lnTo>
                  <a:pt x="3261168" y="95505"/>
                </a:lnTo>
                <a:lnTo>
                  <a:pt x="3261168" y="88004"/>
                </a:lnTo>
                <a:lnTo>
                  <a:pt x="3261168" y="80504"/>
                </a:lnTo>
                <a:lnTo>
                  <a:pt x="3261168" y="73004"/>
                </a:lnTo>
                <a:lnTo>
                  <a:pt x="3261168" y="65504"/>
                </a:lnTo>
                <a:lnTo>
                  <a:pt x="3261168" y="58003"/>
                </a:lnTo>
                <a:lnTo>
                  <a:pt x="3261168" y="50503"/>
                </a:lnTo>
                <a:lnTo>
                  <a:pt x="3261168" y="43003"/>
                </a:lnTo>
                <a:lnTo>
                  <a:pt x="3261168" y="35502"/>
                </a:lnTo>
                <a:lnTo>
                  <a:pt x="3261168" y="28002"/>
                </a:lnTo>
                <a:lnTo>
                  <a:pt x="3261168" y="20502"/>
                </a:lnTo>
                <a:lnTo>
                  <a:pt x="3261168" y="13002"/>
                </a:lnTo>
                <a:lnTo>
                  <a:pt x="3261168" y="5501"/>
                </a:lnTo>
                <a:lnTo>
                  <a:pt x="3261168" y="0"/>
                </a:lnTo>
                <a:lnTo>
                  <a:pt x="3247617" y="5501"/>
                </a:lnTo>
                <a:lnTo>
                  <a:pt x="3246802" y="5841"/>
                </a:lnTo>
                <a:lnTo>
                  <a:pt x="3232436" y="11791"/>
                </a:lnTo>
                <a:lnTo>
                  <a:pt x="3229454" y="13002"/>
                </a:lnTo>
                <a:lnTo>
                  <a:pt x="3218069" y="17741"/>
                </a:lnTo>
                <a:lnTo>
                  <a:pt x="3211270" y="20502"/>
                </a:lnTo>
                <a:lnTo>
                  <a:pt x="3203703" y="23653"/>
                </a:lnTo>
                <a:lnTo>
                  <a:pt x="3192989" y="28002"/>
                </a:lnTo>
                <a:lnTo>
                  <a:pt x="3189336" y="29523"/>
                </a:lnTo>
                <a:lnTo>
                  <a:pt x="3174970" y="35369"/>
                </a:lnTo>
                <a:lnTo>
                  <a:pt x="3174643" y="35502"/>
                </a:lnTo>
                <a:lnTo>
                  <a:pt x="3160604" y="41360"/>
                </a:lnTo>
                <a:lnTo>
                  <a:pt x="3156556" y="43003"/>
                </a:lnTo>
                <a:lnTo>
                  <a:pt x="3146237" y="47306"/>
                </a:lnTo>
                <a:lnTo>
                  <a:pt x="3138358" y="50503"/>
                </a:lnTo>
                <a:lnTo>
                  <a:pt x="3131871" y="53207"/>
                </a:lnTo>
                <a:lnTo>
                  <a:pt x="3120043" y="58003"/>
                </a:lnTo>
                <a:lnTo>
                  <a:pt x="3117504" y="59061"/>
                </a:lnTo>
                <a:lnTo>
                  <a:pt x="3103138" y="64961"/>
                </a:lnTo>
                <a:lnTo>
                  <a:pt x="3101814" y="65504"/>
                </a:lnTo>
                <a:lnTo>
                  <a:pt x="3088772" y="70986"/>
                </a:lnTo>
                <a:lnTo>
                  <a:pt x="3083843" y="73004"/>
                </a:lnTo>
                <a:lnTo>
                  <a:pt x="3074405" y="76974"/>
                </a:lnTo>
                <a:lnTo>
                  <a:pt x="3065778" y="80504"/>
                </a:lnTo>
                <a:lnTo>
                  <a:pt x="3060039" y="82917"/>
                </a:lnTo>
                <a:lnTo>
                  <a:pt x="3047601" y="88004"/>
                </a:lnTo>
                <a:lnTo>
                  <a:pt x="3045673" y="88815"/>
                </a:lnTo>
                <a:lnTo>
                  <a:pt x="3031306" y="94769"/>
                </a:lnTo>
                <a:lnTo>
                  <a:pt x="3029508" y="95505"/>
                </a:lnTo>
                <a:lnTo>
                  <a:pt x="3016940" y="100784"/>
                </a:lnTo>
                <a:lnTo>
                  <a:pt x="3011516" y="103005"/>
                </a:lnTo>
                <a:lnTo>
                  <a:pt x="3002574" y="106761"/>
                </a:lnTo>
                <a:lnTo>
                  <a:pt x="2993430" y="110505"/>
                </a:lnTo>
                <a:lnTo>
                  <a:pt x="2988207" y="112700"/>
                </a:lnTo>
                <a:lnTo>
                  <a:pt x="2975248" y="118006"/>
                </a:lnTo>
                <a:lnTo>
                  <a:pt x="2973841" y="118597"/>
                </a:lnTo>
                <a:lnTo>
                  <a:pt x="2959474" y="124575"/>
                </a:lnTo>
                <a:lnTo>
                  <a:pt x="2957202" y="125506"/>
                </a:lnTo>
                <a:lnTo>
                  <a:pt x="2945108" y="130586"/>
                </a:lnTo>
                <a:lnTo>
                  <a:pt x="2939197" y="133006"/>
                </a:lnTo>
                <a:lnTo>
                  <a:pt x="2930742" y="136558"/>
                </a:lnTo>
                <a:lnTo>
                  <a:pt x="2921099" y="140507"/>
                </a:lnTo>
                <a:lnTo>
                  <a:pt x="2916375" y="142491"/>
                </a:lnTo>
                <a:lnTo>
                  <a:pt x="2902904" y="148007"/>
                </a:lnTo>
                <a:lnTo>
                  <a:pt x="2902009" y="148383"/>
                </a:lnTo>
                <a:lnTo>
                  <a:pt x="2887642" y="154381"/>
                </a:lnTo>
                <a:lnTo>
                  <a:pt x="2884894" y="155507"/>
                </a:lnTo>
                <a:lnTo>
                  <a:pt x="2873276" y="160387"/>
                </a:lnTo>
                <a:lnTo>
                  <a:pt x="2866877" y="163007"/>
                </a:lnTo>
                <a:lnTo>
                  <a:pt x="2858910" y="166354"/>
                </a:lnTo>
                <a:lnTo>
                  <a:pt x="2848766" y="170508"/>
                </a:lnTo>
                <a:lnTo>
                  <a:pt x="2844543" y="172282"/>
                </a:lnTo>
                <a:lnTo>
                  <a:pt x="2830558" y="178008"/>
                </a:lnTo>
                <a:lnTo>
                  <a:pt x="2830177" y="178168"/>
                </a:lnTo>
                <a:lnTo>
                  <a:pt x="2815811" y="184187"/>
                </a:lnTo>
                <a:lnTo>
                  <a:pt x="2812584" y="185508"/>
                </a:lnTo>
                <a:lnTo>
                  <a:pt x="2801444" y="190187"/>
                </a:lnTo>
                <a:lnTo>
                  <a:pt x="2794555" y="193009"/>
                </a:lnTo>
                <a:lnTo>
                  <a:pt x="2787078" y="196149"/>
                </a:lnTo>
                <a:lnTo>
                  <a:pt x="2776431" y="200509"/>
                </a:lnTo>
                <a:lnTo>
                  <a:pt x="2772711" y="202072"/>
                </a:lnTo>
                <a:lnTo>
                  <a:pt x="2758345" y="207959"/>
                </a:lnTo>
                <a:lnTo>
                  <a:pt x="2758223" y="208009"/>
                </a:lnTo>
                <a:lnTo>
                  <a:pt x="2743979" y="213992"/>
                </a:lnTo>
                <a:lnTo>
                  <a:pt x="2740272" y="215510"/>
                </a:lnTo>
                <a:lnTo>
                  <a:pt x="2729612" y="219987"/>
                </a:lnTo>
                <a:lnTo>
                  <a:pt x="2722231" y="223010"/>
                </a:lnTo>
                <a:lnTo>
                  <a:pt x="2715246" y="225944"/>
                </a:lnTo>
                <a:lnTo>
                  <a:pt x="2704095" y="230510"/>
                </a:lnTo>
                <a:lnTo>
                  <a:pt x="2700879" y="231861"/>
                </a:lnTo>
                <a:lnTo>
                  <a:pt x="2686513" y="237768"/>
                </a:lnTo>
                <a:lnTo>
                  <a:pt x="2685922" y="238010"/>
                </a:lnTo>
                <a:lnTo>
                  <a:pt x="2672147" y="243796"/>
                </a:lnTo>
                <a:lnTo>
                  <a:pt x="2667959" y="245511"/>
                </a:lnTo>
                <a:lnTo>
                  <a:pt x="2657780" y="249786"/>
                </a:lnTo>
                <a:lnTo>
                  <a:pt x="2649906" y="253011"/>
                </a:lnTo>
                <a:lnTo>
                  <a:pt x="2643414" y="255738"/>
                </a:lnTo>
                <a:lnTo>
                  <a:pt x="2631757" y="260511"/>
                </a:lnTo>
                <a:lnTo>
                  <a:pt x="2629048" y="261649"/>
                </a:lnTo>
                <a:lnTo>
                  <a:pt x="2614681" y="267577"/>
                </a:lnTo>
                <a:lnTo>
                  <a:pt x="2613619" y="268012"/>
                </a:lnTo>
                <a:lnTo>
                  <a:pt x="2600315" y="273599"/>
                </a:lnTo>
                <a:lnTo>
                  <a:pt x="2595644" y="275512"/>
                </a:lnTo>
                <a:lnTo>
                  <a:pt x="2585949" y="279585"/>
                </a:lnTo>
                <a:lnTo>
                  <a:pt x="2577578" y="283012"/>
                </a:lnTo>
                <a:lnTo>
                  <a:pt x="2571582" y="285531"/>
                </a:lnTo>
                <a:lnTo>
                  <a:pt x="2559417" y="290513"/>
                </a:lnTo>
                <a:lnTo>
                  <a:pt x="2557216" y="291437"/>
                </a:lnTo>
                <a:lnTo>
                  <a:pt x="2542849" y="297384"/>
                </a:lnTo>
                <a:lnTo>
                  <a:pt x="2541314" y="298013"/>
                </a:lnTo>
                <a:lnTo>
                  <a:pt x="2528483" y="302683"/>
                </a:lnTo>
                <a:lnTo>
                  <a:pt x="2519440" y="305513"/>
                </a:lnTo>
                <a:lnTo>
                  <a:pt x="2514116" y="307270"/>
                </a:lnTo>
                <a:lnTo>
                  <a:pt x="2499750" y="311858"/>
                </a:lnTo>
                <a:lnTo>
                  <a:pt x="2496049" y="313013"/>
                </a:lnTo>
                <a:lnTo>
                  <a:pt x="2485384" y="316532"/>
                </a:lnTo>
                <a:lnTo>
                  <a:pt x="2472622" y="320514"/>
                </a:lnTo>
                <a:lnTo>
                  <a:pt x="2471017" y="321043"/>
                </a:lnTo>
                <a:lnTo>
                  <a:pt x="2456651" y="325848"/>
                </a:lnTo>
                <a:lnTo>
                  <a:pt x="2450011" y="328014"/>
                </a:lnTo>
                <a:lnTo>
                  <a:pt x="2442285" y="330670"/>
                </a:lnTo>
                <a:lnTo>
                  <a:pt x="2427918" y="335369"/>
                </a:lnTo>
                <a:lnTo>
                  <a:pt x="2427472" y="335514"/>
                </a:lnTo>
                <a:lnTo>
                  <a:pt x="2413552" y="340299"/>
                </a:lnTo>
                <a:lnTo>
                  <a:pt x="2405225" y="343015"/>
                </a:lnTo>
                <a:lnTo>
                  <a:pt x="2399185" y="345091"/>
                </a:lnTo>
                <a:lnTo>
                  <a:pt x="2384819" y="349841"/>
                </a:lnTo>
                <a:lnTo>
                  <a:pt x="2382754" y="350515"/>
                </a:lnTo>
                <a:lnTo>
                  <a:pt x="2370453" y="354744"/>
                </a:lnTo>
                <a:lnTo>
                  <a:pt x="2360421" y="358015"/>
                </a:lnTo>
                <a:lnTo>
                  <a:pt x="2356086" y="359506"/>
                </a:lnTo>
                <a:lnTo>
                  <a:pt x="2341720" y="364308"/>
                </a:lnTo>
                <a:lnTo>
                  <a:pt x="2338019" y="365515"/>
                </a:lnTo>
                <a:lnTo>
                  <a:pt x="2327353" y="369182"/>
                </a:lnTo>
                <a:lnTo>
                  <a:pt x="2315597" y="373016"/>
                </a:lnTo>
                <a:lnTo>
                  <a:pt x="2312987" y="373913"/>
                </a:lnTo>
                <a:lnTo>
                  <a:pt x="2298621" y="378769"/>
                </a:lnTo>
                <a:lnTo>
                  <a:pt x="2293266" y="380516"/>
                </a:lnTo>
                <a:lnTo>
                  <a:pt x="2284255" y="383614"/>
                </a:lnTo>
                <a:lnTo>
                  <a:pt x="2270754" y="388016"/>
                </a:lnTo>
                <a:lnTo>
                  <a:pt x="2269888" y="388314"/>
                </a:lnTo>
                <a:lnTo>
                  <a:pt x="2255522" y="393225"/>
                </a:lnTo>
                <a:lnTo>
                  <a:pt x="2248495" y="395517"/>
                </a:lnTo>
                <a:lnTo>
                  <a:pt x="2241155" y="398040"/>
                </a:lnTo>
                <a:lnTo>
                  <a:pt x="2226789" y="402750"/>
                </a:lnTo>
                <a:lnTo>
                  <a:pt x="2225972" y="403017"/>
                </a:lnTo>
                <a:lnTo>
                  <a:pt x="2212423" y="407674"/>
                </a:lnTo>
                <a:lnTo>
                  <a:pt x="2203705" y="410517"/>
                </a:lnTo>
                <a:lnTo>
                  <a:pt x="2198056" y="412460"/>
                </a:lnTo>
                <a:lnTo>
                  <a:pt x="2183690" y="417222"/>
                </a:lnTo>
                <a:lnTo>
                  <a:pt x="2181250" y="418018"/>
                </a:lnTo>
                <a:lnTo>
                  <a:pt x="2169323" y="422117"/>
                </a:lnTo>
                <a:lnTo>
                  <a:pt x="2158896" y="425518"/>
                </a:lnTo>
                <a:lnTo>
                  <a:pt x="2154957" y="426872"/>
                </a:lnTo>
                <a:lnTo>
                  <a:pt x="2140591" y="431687"/>
                </a:lnTo>
                <a:lnTo>
                  <a:pt x="2136511" y="433018"/>
                </a:lnTo>
                <a:lnTo>
                  <a:pt x="2126224" y="436555"/>
                </a:lnTo>
                <a:lnTo>
                  <a:pt x="2114068" y="440519"/>
                </a:lnTo>
                <a:lnTo>
                  <a:pt x="2111858" y="441279"/>
                </a:lnTo>
                <a:lnTo>
                  <a:pt x="2097492" y="446147"/>
                </a:lnTo>
                <a:lnTo>
                  <a:pt x="2091754" y="448019"/>
                </a:lnTo>
                <a:lnTo>
                  <a:pt x="2083125" y="450985"/>
                </a:lnTo>
                <a:lnTo>
                  <a:pt x="2069220" y="455519"/>
                </a:lnTo>
                <a:lnTo>
                  <a:pt x="2068759" y="455678"/>
                </a:lnTo>
                <a:lnTo>
                  <a:pt x="2054392" y="460601"/>
                </a:lnTo>
                <a:lnTo>
                  <a:pt x="2046978" y="463019"/>
                </a:lnTo>
                <a:lnTo>
                  <a:pt x="2040026" y="465410"/>
                </a:lnTo>
                <a:lnTo>
                  <a:pt x="2025660" y="470132"/>
                </a:lnTo>
                <a:lnTo>
                  <a:pt x="2024471" y="470520"/>
                </a:lnTo>
                <a:lnTo>
                  <a:pt x="2011293" y="475049"/>
                </a:lnTo>
                <a:lnTo>
                  <a:pt x="2002184" y="478020"/>
                </a:lnTo>
                <a:lnTo>
                  <a:pt x="1996927" y="479828"/>
                </a:lnTo>
                <a:lnTo>
                  <a:pt x="1982560" y="484602"/>
                </a:lnTo>
                <a:lnTo>
                  <a:pt x="1979745" y="485520"/>
                </a:lnTo>
                <a:lnTo>
                  <a:pt x="1968194" y="489491"/>
                </a:lnTo>
                <a:lnTo>
                  <a:pt x="1957370" y="493021"/>
                </a:lnTo>
                <a:lnTo>
                  <a:pt x="1953828" y="494239"/>
                </a:lnTo>
                <a:lnTo>
                  <a:pt x="1939461" y="499066"/>
                </a:lnTo>
                <a:lnTo>
                  <a:pt x="1935002" y="500521"/>
                </a:lnTo>
                <a:lnTo>
                  <a:pt x="1925095" y="503927"/>
                </a:lnTo>
                <a:lnTo>
                  <a:pt x="1912538" y="508021"/>
                </a:lnTo>
                <a:lnTo>
                  <a:pt x="1910729" y="508643"/>
                </a:lnTo>
                <a:lnTo>
                  <a:pt x="1896362" y="513525"/>
                </a:lnTo>
                <a:lnTo>
                  <a:pt x="1890240" y="515521"/>
                </a:lnTo>
                <a:lnTo>
                  <a:pt x="1881996" y="518356"/>
                </a:lnTo>
                <a:lnTo>
                  <a:pt x="1867686" y="523022"/>
                </a:lnTo>
                <a:lnTo>
                  <a:pt x="1867629" y="523041"/>
                </a:lnTo>
                <a:lnTo>
                  <a:pt x="1853263" y="527977"/>
                </a:lnTo>
                <a:lnTo>
                  <a:pt x="1845460" y="530522"/>
                </a:lnTo>
                <a:lnTo>
                  <a:pt x="1838897" y="532779"/>
                </a:lnTo>
                <a:lnTo>
                  <a:pt x="1824530" y="537590"/>
                </a:lnTo>
                <a:lnTo>
                  <a:pt x="1823279" y="538022"/>
                </a:lnTo>
                <a:lnTo>
                  <a:pt x="1810164" y="542859"/>
                </a:lnTo>
                <a:lnTo>
                  <a:pt x="1802397" y="545523"/>
                </a:lnTo>
                <a:lnTo>
                  <a:pt x="1795798" y="547943"/>
                </a:lnTo>
                <a:lnTo>
                  <a:pt x="1781431" y="552868"/>
                </a:lnTo>
                <a:lnTo>
                  <a:pt x="1780991" y="553023"/>
                </a:lnTo>
                <a:lnTo>
                  <a:pt x="1767065" y="558193"/>
                </a:lnTo>
                <a:lnTo>
                  <a:pt x="1760438" y="560523"/>
                </a:lnTo>
                <a:lnTo>
                  <a:pt x="1752698" y="563398"/>
                </a:lnTo>
                <a:lnTo>
                  <a:pt x="1739536" y="568023"/>
                </a:lnTo>
                <a:lnTo>
                  <a:pt x="1738332" y="568471"/>
                </a:lnTo>
                <a:lnTo>
                  <a:pt x="1723966" y="573752"/>
                </a:lnTo>
                <a:lnTo>
                  <a:pt x="1718927" y="575524"/>
                </a:lnTo>
                <a:lnTo>
                  <a:pt x="1709599" y="578988"/>
                </a:lnTo>
                <a:lnTo>
                  <a:pt x="1698116" y="583024"/>
                </a:lnTo>
                <a:lnTo>
                  <a:pt x="1695233" y="584095"/>
                </a:lnTo>
                <a:lnTo>
                  <a:pt x="1680866" y="589303"/>
                </a:lnTo>
                <a:lnTo>
                  <a:pt x="1677394" y="590524"/>
                </a:lnTo>
                <a:lnTo>
                  <a:pt x="1666500" y="594570"/>
                </a:lnTo>
                <a:lnTo>
                  <a:pt x="1656671" y="598025"/>
                </a:lnTo>
                <a:lnTo>
                  <a:pt x="1652134" y="599710"/>
                </a:lnTo>
                <a:lnTo>
                  <a:pt x="1637767" y="604847"/>
                </a:lnTo>
                <a:lnTo>
                  <a:pt x="1635840" y="605525"/>
                </a:lnTo>
                <a:lnTo>
                  <a:pt x="1623401" y="610144"/>
                </a:lnTo>
                <a:lnTo>
                  <a:pt x="1615204" y="613025"/>
                </a:lnTo>
                <a:lnTo>
                  <a:pt x="1609035" y="615317"/>
                </a:lnTo>
                <a:lnTo>
                  <a:pt x="1594668" y="620384"/>
                </a:lnTo>
                <a:lnTo>
                  <a:pt x="1594265" y="620526"/>
                </a:lnTo>
                <a:lnTo>
                  <a:pt x="1580302" y="625710"/>
                </a:lnTo>
                <a:lnTo>
                  <a:pt x="1573714" y="628026"/>
                </a:lnTo>
                <a:lnTo>
                  <a:pt x="1565935" y="630915"/>
                </a:lnTo>
                <a:lnTo>
                  <a:pt x="1552815" y="635526"/>
                </a:lnTo>
                <a:lnTo>
                  <a:pt x="1551569" y="635989"/>
                </a:lnTo>
                <a:lnTo>
                  <a:pt x="1537203" y="641415"/>
                </a:lnTo>
                <a:lnTo>
                  <a:pt x="1533112" y="643027"/>
                </a:lnTo>
                <a:lnTo>
                  <a:pt x="1522836" y="647240"/>
                </a:lnTo>
                <a:lnTo>
                  <a:pt x="1514490" y="650527"/>
                </a:lnTo>
                <a:lnTo>
                  <a:pt x="1508470" y="652996"/>
                </a:lnTo>
                <a:lnTo>
                  <a:pt x="1495692" y="658027"/>
                </a:lnTo>
                <a:lnTo>
                  <a:pt x="1494104" y="658679"/>
                </a:lnTo>
                <a:lnTo>
                  <a:pt x="1479737" y="664485"/>
                </a:lnTo>
                <a:lnTo>
                  <a:pt x="1477092" y="665527"/>
                </a:lnTo>
                <a:lnTo>
                  <a:pt x="1465371" y="670334"/>
                </a:lnTo>
                <a:lnTo>
                  <a:pt x="1458530" y="673028"/>
                </a:lnTo>
                <a:lnTo>
                  <a:pt x="1451004" y="676114"/>
                </a:lnTo>
                <a:lnTo>
                  <a:pt x="1439794" y="680528"/>
                </a:lnTo>
                <a:lnTo>
                  <a:pt x="1436638" y="681823"/>
                </a:lnTo>
                <a:lnTo>
                  <a:pt x="1422272" y="687548"/>
                </a:lnTo>
                <a:lnTo>
                  <a:pt x="1421052" y="688028"/>
                </a:lnTo>
                <a:lnTo>
                  <a:pt x="1407905" y="693419"/>
                </a:lnTo>
                <a:lnTo>
                  <a:pt x="1402548" y="695529"/>
                </a:lnTo>
                <a:lnTo>
                  <a:pt x="1393539" y="699223"/>
                </a:lnTo>
                <a:lnTo>
                  <a:pt x="1383874" y="703029"/>
                </a:lnTo>
                <a:lnTo>
                  <a:pt x="1379172" y="704958"/>
                </a:lnTo>
                <a:lnTo>
                  <a:pt x="1365019" y="710529"/>
                </a:lnTo>
                <a:lnTo>
                  <a:pt x="1364806" y="710617"/>
                </a:lnTo>
                <a:lnTo>
                  <a:pt x="1350440" y="716496"/>
                </a:lnTo>
                <a:lnTo>
                  <a:pt x="1346546" y="718029"/>
                </a:lnTo>
                <a:lnTo>
                  <a:pt x="1336073" y="722324"/>
                </a:lnTo>
                <a:lnTo>
                  <a:pt x="1327932" y="725530"/>
                </a:lnTo>
                <a:lnTo>
                  <a:pt x="1321707" y="728083"/>
                </a:lnTo>
                <a:lnTo>
                  <a:pt x="1309142" y="733030"/>
                </a:lnTo>
                <a:lnTo>
                  <a:pt x="1307341" y="733769"/>
                </a:lnTo>
                <a:lnTo>
                  <a:pt x="1292974" y="739565"/>
                </a:lnTo>
                <a:lnTo>
                  <a:pt x="1290523" y="740530"/>
                </a:lnTo>
                <a:lnTo>
                  <a:pt x="1278608" y="745416"/>
                </a:lnTo>
                <a:lnTo>
                  <a:pt x="1271969" y="748031"/>
                </a:lnTo>
                <a:lnTo>
                  <a:pt x="1264241" y="751200"/>
                </a:lnTo>
                <a:lnTo>
                  <a:pt x="1253242" y="755531"/>
                </a:lnTo>
                <a:lnTo>
                  <a:pt x="1249875" y="756912"/>
                </a:lnTo>
                <a:lnTo>
                  <a:pt x="1235509" y="762626"/>
                </a:lnTo>
                <a:lnTo>
                  <a:pt x="1234480" y="763031"/>
                </a:lnTo>
                <a:lnTo>
                  <a:pt x="1221142" y="768500"/>
                </a:lnTo>
                <a:lnTo>
                  <a:pt x="1215984" y="770532"/>
                </a:lnTo>
                <a:lnTo>
                  <a:pt x="1206776" y="774308"/>
                </a:lnTo>
                <a:lnTo>
                  <a:pt x="1197319" y="778032"/>
                </a:lnTo>
                <a:lnTo>
                  <a:pt x="1192410" y="780046"/>
                </a:lnTo>
                <a:lnTo>
                  <a:pt x="1178473" y="785532"/>
                </a:lnTo>
                <a:lnTo>
                  <a:pt x="1178043" y="785708"/>
                </a:lnTo>
                <a:lnTo>
                  <a:pt x="1163677" y="791576"/>
                </a:lnTo>
                <a:lnTo>
                  <a:pt x="1159979" y="793033"/>
                </a:lnTo>
                <a:lnTo>
                  <a:pt x="1149310" y="797407"/>
                </a:lnTo>
                <a:lnTo>
                  <a:pt x="1141374" y="800533"/>
                </a:lnTo>
                <a:lnTo>
                  <a:pt x="1134944" y="803170"/>
                </a:lnTo>
                <a:lnTo>
                  <a:pt x="1122505" y="808033"/>
                </a:lnTo>
                <a:lnTo>
                  <a:pt x="1120578" y="808818"/>
                </a:lnTo>
                <a:lnTo>
                  <a:pt x="1106211" y="814500"/>
                </a:lnTo>
                <a:lnTo>
                  <a:pt x="1103532" y="815533"/>
                </a:lnTo>
                <a:lnTo>
                  <a:pt x="1091845" y="820237"/>
                </a:lnTo>
                <a:lnTo>
                  <a:pt x="1084590" y="823034"/>
                </a:lnTo>
                <a:lnTo>
                  <a:pt x="1077478" y="825897"/>
                </a:lnTo>
                <a:lnTo>
                  <a:pt x="1065445" y="830534"/>
                </a:lnTo>
                <a:lnTo>
                  <a:pt x="1063112" y="831473"/>
                </a:lnTo>
                <a:lnTo>
                  <a:pt x="1048746" y="837136"/>
                </a:lnTo>
                <a:lnTo>
                  <a:pt x="1046417" y="838034"/>
                </a:lnTo>
                <a:lnTo>
                  <a:pt x="1034379" y="842879"/>
                </a:lnTo>
                <a:lnTo>
                  <a:pt x="1027490" y="845535"/>
                </a:lnTo>
                <a:lnTo>
                  <a:pt x="1020013" y="848620"/>
                </a:lnTo>
                <a:lnTo>
                  <a:pt x="1009229" y="853035"/>
                </a:lnTo>
                <a:lnTo>
                  <a:pt x="1005647" y="854570"/>
                </a:lnTo>
                <a:lnTo>
                  <a:pt x="991280" y="860525"/>
                </a:lnTo>
                <a:lnTo>
                  <a:pt x="991257" y="860535"/>
                </a:lnTo>
                <a:lnTo>
                  <a:pt x="976914" y="866678"/>
                </a:lnTo>
                <a:lnTo>
                  <a:pt x="973640" y="868035"/>
                </a:lnTo>
                <a:lnTo>
                  <a:pt x="962547" y="872787"/>
                </a:lnTo>
                <a:lnTo>
                  <a:pt x="955918" y="875536"/>
                </a:lnTo>
                <a:lnTo>
                  <a:pt x="948181" y="878850"/>
                </a:lnTo>
                <a:lnTo>
                  <a:pt x="938084" y="883036"/>
                </a:lnTo>
                <a:lnTo>
                  <a:pt x="933815" y="884865"/>
                </a:lnTo>
                <a:lnTo>
                  <a:pt x="920132" y="890536"/>
                </a:lnTo>
                <a:lnTo>
                  <a:pt x="919448" y="890829"/>
                </a:lnTo>
                <a:lnTo>
                  <a:pt x="905082" y="896944"/>
                </a:lnTo>
                <a:lnTo>
                  <a:pt x="902448" y="898037"/>
                </a:lnTo>
                <a:lnTo>
                  <a:pt x="890715" y="903062"/>
                </a:lnTo>
                <a:lnTo>
                  <a:pt x="884698" y="905537"/>
                </a:lnTo>
                <a:lnTo>
                  <a:pt x="876349" y="909098"/>
                </a:lnTo>
                <a:lnTo>
                  <a:pt x="866541" y="913037"/>
                </a:lnTo>
                <a:lnTo>
                  <a:pt x="861983" y="914937"/>
                </a:lnTo>
                <a:lnTo>
                  <a:pt x="848035" y="920537"/>
                </a:lnTo>
                <a:lnTo>
                  <a:pt x="847616" y="920712"/>
                </a:lnTo>
                <a:lnTo>
                  <a:pt x="833250" y="926675"/>
                </a:lnTo>
                <a:lnTo>
                  <a:pt x="829857" y="928038"/>
                </a:lnTo>
                <a:lnTo>
                  <a:pt x="818884" y="932610"/>
                </a:lnTo>
                <a:lnTo>
                  <a:pt x="811593" y="935538"/>
                </a:lnTo>
                <a:lnTo>
                  <a:pt x="804517" y="938487"/>
                </a:lnTo>
                <a:lnTo>
                  <a:pt x="793183" y="943038"/>
                </a:lnTo>
                <a:lnTo>
                  <a:pt x="790151" y="944302"/>
                </a:lnTo>
                <a:lnTo>
                  <a:pt x="775785" y="950129"/>
                </a:lnTo>
                <a:lnTo>
                  <a:pt x="774765" y="950539"/>
                </a:lnTo>
                <a:lnTo>
                  <a:pt x="761418" y="956099"/>
                </a:lnTo>
                <a:lnTo>
                  <a:pt x="756588" y="958039"/>
                </a:lnTo>
                <a:lnTo>
                  <a:pt x="747052" y="962012"/>
                </a:lnTo>
                <a:lnTo>
                  <a:pt x="738271" y="965539"/>
                </a:lnTo>
                <a:lnTo>
                  <a:pt x="732685" y="967867"/>
                </a:lnTo>
                <a:lnTo>
                  <a:pt x="719804" y="973040"/>
                </a:lnTo>
                <a:lnTo>
                  <a:pt x="718319" y="973659"/>
                </a:lnTo>
                <a:lnTo>
                  <a:pt x="703953" y="979566"/>
                </a:lnTo>
                <a:lnTo>
                  <a:pt x="701527" y="980540"/>
                </a:lnTo>
                <a:lnTo>
                  <a:pt x="689586" y="985515"/>
                </a:lnTo>
                <a:lnTo>
                  <a:pt x="683299" y="988040"/>
                </a:lnTo>
                <a:lnTo>
                  <a:pt x="675220" y="991407"/>
                </a:lnTo>
                <a:lnTo>
                  <a:pt x="664927" y="995540"/>
                </a:lnTo>
                <a:lnTo>
                  <a:pt x="660854" y="997238"/>
                </a:lnTo>
                <a:lnTo>
                  <a:pt x="646487" y="1002955"/>
                </a:lnTo>
                <a:lnTo>
                  <a:pt x="646264" y="1003041"/>
                </a:lnTo>
                <a:lnTo>
                  <a:pt x="632121" y="1008744"/>
                </a:lnTo>
                <a:lnTo>
                  <a:pt x="627479" y="1010541"/>
                </a:lnTo>
                <a:lnTo>
                  <a:pt x="617754" y="1014463"/>
                </a:lnTo>
                <a:lnTo>
                  <a:pt x="608511" y="1018041"/>
                </a:lnTo>
                <a:lnTo>
                  <a:pt x="603388" y="1020108"/>
                </a:lnTo>
                <a:lnTo>
                  <a:pt x="589349" y="1025542"/>
                </a:lnTo>
                <a:lnTo>
                  <a:pt x="589022" y="1025674"/>
                </a:lnTo>
                <a:lnTo>
                  <a:pt x="574655" y="1031451"/>
                </a:lnTo>
                <a:lnTo>
                  <a:pt x="570545" y="1033042"/>
                </a:lnTo>
                <a:lnTo>
                  <a:pt x="560289" y="1037178"/>
                </a:lnTo>
                <a:lnTo>
                  <a:pt x="551600" y="1040542"/>
                </a:lnTo>
                <a:lnTo>
                  <a:pt x="545922" y="1042833"/>
                </a:lnTo>
                <a:lnTo>
                  <a:pt x="532461" y="1048043"/>
                </a:lnTo>
                <a:lnTo>
                  <a:pt x="531556" y="1048408"/>
                </a:lnTo>
                <a:lnTo>
                  <a:pt x="517190" y="1054156"/>
                </a:lnTo>
                <a:lnTo>
                  <a:pt x="513609" y="1055543"/>
                </a:lnTo>
                <a:lnTo>
                  <a:pt x="502823" y="1059893"/>
                </a:lnTo>
                <a:lnTo>
                  <a:pt x="494686" y="1063043"/>
                </a:lnTo>
                <a:lnTo>
                  <a:pt x="488457" y="1065556"/>
                </a:lnTo>
                <a:lnTo>
                  <a:pt x="475570" y="1070543"/>
                </a:lnTo>
                <a:lnTo>
                  <a:pt x="474091" y="1071141"/>
                </a:lnTo>
                <a:lnTo>
                  <a:pt x="459724" y="1076861"/>
                </a:lnTo>
                <a:lnTo>
                  <a:pt x="456670" y="1078044"/>
                </a:lnTo>
                <a:lnTo>
                  <a:pt x="445358" y="1082606"/>
                </a:lnTo>
                <a:lnTo>
                  <a:pt x="437769" y="1085544"/>
                </a:lnTo>
                <a:lnTo>
                  <a:pt x="430991" y="1088278"/>
                </a:lnTo>
                <a:lnTo>
                  <a:pt x="418677" y="1093044"/>
                </a:lnTo>
                <a:lnTo>
                  <a:pt x="416625" y="1093872"/>
                </a:lnTo>
                <a:lnTo>
                  <a:pt x="402259" y="1099565"/>
                </a:lnTo>
                <a:lnTo>
                  <a:pt x="399729" y="1100545"/>
                </a:lnTo>
                <a:lnTo>
                  <a:pt x="387892" y="1105318"/>
                </a:lnTo>
                <a:lnTo>
                  <a:pt x="380849" y="1108045"/>
                </a:lnTo>
                <a:lnTo>
                  <a:pt x="373526" y="1110999"/>
                </a:lnTo>
                <a:lnTo>
                  <a:pt x="361780" y="1115545"/>
                </a:lnTo>
                <a:lnTo>
                  <a:pt x="359160" y="1116603"/>
                </a:lnTo>
                <a:lnTo>
                  <a:pt x="344793" y="1122268"/>
                </a:lnTo>
                <a:lnTo>
                  <a:pt x="342785" y="1123046"/>
                </a:lnTo>
                <a:lnTo>
                  <a:pt x="330427" y="1128029"/>
                </a:lnTo>
                <a:lnTo>
                  <a:pt x="323927" y="1130546"/>
                </a:lnTo>
                <a:lnTo>
                  <a:pt x="316060" y="1133719"/>
                </a:lnTo>
                <a:lnTo>
                  <a:pt x="304881" y="1138046"/>
                </a:lnTo>
                <a:lnTo>
                  <a:pt x="301694" y="1139332"/>
                </a:lnTo>
                <a:lnTo>
                  <a:pt x="287328" y="1144970"/>
                </a:lnTo>
                <a:lnTo>
                  <a:pt x="285839" y="1145546"/>
                </a:lnTo>
                <a:lnTo>
                  <a:pt x="272961" y="1150739"/>
                </a:lnTo>
                <a:lnTo>
                  <a:pt x="267002" y="1153047"/>
                </a:lnTo>
                <a:lnTo>
                  <a:pt x="258595" y="1156438"/>
                </a:lnTo>
                <a:lnTo>
                  <a:pt x="247979" y="1160547"/>
                </a:lnTo>
                <a:lnTo>
                  <a:pt x="244228" y="1162060"/>
                </a:lnTo>
                <a:lnTo>
                  <a:pt x="229862" y="1167671"/>
                </a:lnTo>
                <a:lnTo>
                  <a:pt x="228890" y="1168047"/>
                </a:lnTo>
                <a:lnTo>
                  <a:pt x="215496" y="1173449"/>
                </a:lnTo>
                <a:lnTo>
                  <a:pt x="210075" y="1175548"/>
                </a:lnTo>
                <a:lnTo>
                  <a:pt x="201129" y="1179156"/>
                </a:lnTo>
                <a:lnTo>
                  <a:pt x="191074" y="1183048"/>
                </a:lnTo>
                <a:lnTo>
                  <a:pt x="186763" y="1184787"/>
                </a:lnTo>
                <a:lnTo>
                  <a:pt x="172397" y="1190371"/>
                </a:lnTo>
                <a:lnTo>
                  <a:pt x="171939" y="1190548"/>
                </a:lnTo>
                <a:lnTo>
                  <a:pt x="158030" y="1196157"/>
                </a:lnTo>
                <a:lnTo>
                  <a:pt x="153145" y="1198049"/>
                </a:lnTo>
                <a:lnTo>
                  <a:pt x="143664" y="1201872"/>
                </a:lnTo>
                <a:lnTo>
                  <a:pt x="134167" y="1205549"/>
                </a:lnTo>
                <a:lnTo>
                  <a:pt x="129297" y="1207513"/>
                </a:lnTo>
                <a:lnTo>
                  <a:pt x="114993" y="1213049"/>
                </a:lnTo>
                <a:lnTo>
                  <a:pt x="114931" y="1213074"/>
                </a:lnTo>
                <a:lnTo>
                  <a:pt x="100565" y="1218864"/>
                </a:lnTo>
                <a:lnTo>
                  <a:pt x="96212" y="1220549"/>
                </a:lnTo>
                <a:lnTo>
                  <a:pt x="86198" y="1224588"/>
                </a:lnTo>
                <a:lnTo>
                  <a:pt x="77256" y="1228050"/>
                </a:lnTo>
                <a:lnTo>
                  <a:pt x="71832" y="1230238"/>
                </a:lnTo>
                <a:lnTo>
                  <a:pt x="58107" y="1235550"/>
                </a:lnTo>
                <a:lnTo>
                  <a:pt x="57466" y="1235809"/>
                </a:lnTo>
                <a:lnTo>
                  <a:pt x="43099" y="1241570"/>
                </a:lnTo>
                <a:lnTo>
                  <a:pt x="39277" y="1243050"/>
                </a:lnTo>
                <a:lnTo>
                  <a:pt x="28733" y="1247303"/>
                </a:lnTo>
                <a:lnTo>
                  <a:pt x="20343" y="1250551"/>
                </a:lnTo>
                <a:lnTo>
                  <a:pt x="14366" y="1252962"/>
                </a:lnTo>
                <a:lnTo>
                  <a:pt x="1217" y="1258051"/>
                </a:lnTo>
                <a:lnTo>
                  <a:pt x="0" y="1258542"/>
                </a:lnTo>
                <a:lnTo>
                  <a:pt x="0" y="1265551"/>
                </a:lnTo>
                <a:lnTo>
                  <a:pt x="0" y="1273052"/>
                </a:lnTo>
                <a:lnTo>
                  <a:pt x="0" y="1280552"/>
                </a:lnTo>
                <a:lnTo>
                  <a:pt x="0" y="1288052"/>
                </a:lnTo>
                <a:lnTo>
                  <a:pt x="0" y="1295552"/>
                </a:lnTo>
                <a:lnTo>
                  <a:pt x="0" y="1303053"/>
                </a:lnTo>
                <a:lnTo>
                  <a:pt x="0" y="1310553"/>
                </a:lnTo>
                <a:lnTo>
                  <a:pt x="0" y="1318053"/>
                </a:lnTo>
                <a:lnTo>
                  <a:pt x="0" y="1325554"/>
                </a:lnTo>
                <a:lnTo>
                  <a:pt x="0" y="1333054"/>
                </a:lnTo>
                <a:lnTo>
                  <a:pt x="0" y="1340554"/>
                </a:lnTo>
                <a:lnTo>
                  <a:pt x="0" y="1348054"/>
                </a:lnTo>
                <a:lnTo>
                  <a:pt x="0" y="1355555"/>
                </a:lnTo>
                <a:lnTo>
                  <a:pt x="0" y="1363055"/>
                </a:lnTo>
                <a:lnTo>
                  <a:pt x="0" y="1370555"/>
                </a:lnTo>
                <a:lnTo>
                  <a:pt x="0" y="1378056"/>
                </a:lnTo>
                <a:lnTo>
                  <a:pt x="0" y="1385556"/>
                </a:lnTo>
                <a:lnTo>
                  <a:pt x="0" y="1393056"/>
                </a:lnTo>
                <a:lnTo>
                  <a:pt x="0" y="1400557"/>
                </a:lnTo>
                <a:lnTo>
                  <a:pt x="0" y="1408057"/>
                </a:lnTo>
                <a:lnTo>
                  <a:pt x="0" y="1415557"/>
                </a:lnTo>
                <a:lnTo>
                  <a:pt x="0" y="1423057"/>
                </a:lnTo>
                <a:lnTo>
                  <a:pt x="0" y="1430558"/>
                </a:lnTo>
                <a:lnTo>
                  <a:pt x="0" y="1438058"/>
                </a:lnTo>
                <a:lnTo>
                  <a:pt x="0" y="1445558"/>
                </a:lnTo>
                <a:lnTo>
                  <a:pt x="0" y="1453059"/>
                </a:lnTo>
                <a:lnTo>
                  <a:pt x="0" y="1460559"/>
                </a:lnTo>
                <a:lnTo>
                  <a:pt x="0" y="1468059"/>
                </a:lnTo>
                <a:lnTo>
                  <a:pt x="0" y="1475560"/>
                </a:lnTo>
                <a:lnTo>
                  <a:pt x="0" y="1483060"/>
                </a:lnTo>
                <a:lnTo>
                  <a:pt x="0" y="1490560"/>
                </a:lnTo>
                <a:lnTo>
                  <a:pt x="0" y="1498060"/>
                </a:lnTo>
                <a:lnTo>
                  <a:pt x="0" y="1505561"/>
                </a:lnTo>
                <a:lnTo>
                  <a:pt x="0" y="1513061"/>
                </a:lnTo>
                <a:lnTo>
                  <a:pt x="0" y="1520561"/>
                </a:lnTo>
                <a:lnTo>
                  <a:pt x="0" y="1528062"/>
                </a:lnTo>
                <a:lnTo>
                  <a:pt x="0" y="1535562"/>
                </a:lnTo>
                <a:lnTo>
                  <a:pt x="0" y="1543062"/>
                </a:lnTo>
                <a:lnTo>
                  <a:pt x="0" y="1550563"/>
                </a:lnTo>
                <a:lnTo>
                  <a:pt x="0" y="1558063"/>
                </a:lnTo>
                <a:lnTo>
                  <a:pt x="0" y="1565563"/>
                </a:lnTo>
                <a:lnTo>
                  <a:pt x="0" y="1573063"/>
                </a:lnTo>
                <a:lnTo>
                  <a:pt x="0" y="1580564"/>
                </a:lnTo>
                <a:lnTo>
                  <a:pt x="0" y="1588064"/>
                </a:lnTo>
                <a:lnTo>
                  <a:pt x="0" y="1595564"/>
                </a:lnTo>
                <a:lnTo>
                  <a:pt x="0" y="1603065"/>
                </a:lnTo>
                <a:lnTo>
                  <a:pt x="0" y="1610565"/>
                </a:lnTo>
                <a:lnTo>
                  <a:pt x="0" y="1618065"/>
                </a:lnTo>
                <a:lnTo>
                  <a:pt x="0" y="1625566"/>
                </a:lnTo>
                <a:lnTo>
                  <a:pt x="0" y="1633066"/>
                </a:lnTo>
                <a:lnTo>
                  <a:pt x="0" y="1640566"/>
                </a:lnTo>
                <a:lnTo>
                  <a:pt x="0" y="1648066"/>
                </a:lnTo>
                <a:lnTo>
                  <a:pt x="0" y="1655567"/>
                </a:lnTo>
                <a:lnTo>
                  <a:pt x="0" y="1663067"/>
                </a:lnTo>
                <a:lnTo>
                  <a:pt x="0" y="1670567"/>
                </a:lnTo>
                <a:lnTo>
                  <a:pt x="0" y="1678068"/>
                </a:lnTo>
                <a:lnTo>
                  <a:pt x="14366" y="1678068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F0B66-070D-438D-8744-7D4B3CE5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151" y="186918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2225F-A839-4DA7-993F-9534E406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151" y="186918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4B306-AC7D-42ED-A413-97E87DA9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0" y="93108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0EB16-E0BD-4A3F-9C5B-2542FF38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0" y="93108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FFA20-BD23-418F-8287-ECECA7EF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26" y="62709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BACAF-8B01-4BBA-ABDE-7EECEBAC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26" y="62709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B03B5-DDB2-4154-8FE6-E36F3D2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73" y="79121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25875-EB0F-432C-9A42-DB81C6B8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73" y="79121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75C33-1EDC-43A0-8CA5-79B1E4DB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34" y="61635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98553-2AC2-4E66-BEB4-0C42292D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34" y="6163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7497F-E935-4ABE-9C52-5B970D00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100" y="64181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5FE61-A300-432B-B4B3-17E3DA52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100" y="64181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558F5-6F86-45A9-8CB9-3AA68872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81" y="59476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B251D-FFB0-4F37-BE32-CACD610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81" y="5947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B6C82-19B9-4497-89A8-85749A4E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81" y="28698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03FB1-79FF-42BF-8D3C-5F28AE4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81" y="28698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4F1A7-475B-418C-A285-DBF9BA3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018" y="183104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59DFC-35F8-4D8C-A737-E56D85C5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018" y="183104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A96BA-0C11-4A35-A67F-1990BEB4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99" y="187607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E7D20-1F27-46F7-8531-E4AA755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99" y="187607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0875C-3881-4FFC-AD4D-8BA4E1FA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8" y="81238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8BE89-BDCD-43C3-B944-89CCDEB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8" y="81238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57CF5-452C-4A9A-A920-AEE496C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84" y="167869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D88A8-1C8D-4769-A30D-458F13C7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84" y="167869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35446-8B50-4B63-A998-4B316A8D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350" y="83237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FFAF6-3FFB-4EB1-A5D1-164F3248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350" y="83237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81E66-0094-4D49-A23A-CBC37822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651" y="68807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95F75-4A8F-4A75-B471-A75F6053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651" y="68807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B00DF-388C-488F-85EF-C991477F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51" y="196142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7C3F3-1F83-42B2-9502-F9C02224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51" y="196142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D63E3-DB2A-493E-8076-76393B76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898" y="74291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39D33-291A-4D75-B5CB-551CBF1F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898" y="74291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7D31A-1E80-4F12-AAF9-D4914267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02" y="205604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7CC4E-D3B5-4CBB-80F9-19DDDE40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02" y="205604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B314E-15C8-4E71-BF29-2B92272C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164" y="171415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3937C-0328-48B1-AA78-4F718847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164" y="171415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FAB35-F5AA-48A2-8AA4-BED68A42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380" y="58805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34E5F-56F0-4853-A38A-E0A189F2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380" y="58805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D2494-9BF4-417A-A2D9-EDFAAE3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05" y="182060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02033-B844-4366-8418-9A7CE510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05" y="182060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97667-BCAB-4EBF-A321-CBE3B08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25" y="47935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61C01-E57A-4549-BC2C-E1956238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25" y="4793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FFDB20-6AB3-4B6E-A0E5-9B0872B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59" y="28415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4B731-61D5-497F-8B08-3A7F4AED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59" y="2841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2A6705-5181-4A70-8E08-6A832EC9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946" y="177725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F717AC-E7E4-4191-8F58-B0E5BB0F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946" y="177725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CE14D-B7A2-4438-BC6E-3E557B5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45" y="47289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9BFD3-70F5-44D3-99C8-61DDB0FE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45" y="47289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0A4A5-2AA1-4246-9BAE-4EDDAB41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00" y="59956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6EC5D-57B7-49BA-91AD-2FDC1CB5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00" y="59956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AFB80-CB2E-4D95-B69D-C977FE6F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602" y="183374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110DF-E87F-435F-A462-E2E4E56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602" y="183374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6EB2B-80D0-4EB9-8BF1-FEDC042D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24" y="62768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6B741A-224D-44DA-B00C-32D207AD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24" y="62768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53620-1994-452C-9C04-095ABAF3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61" y="182723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14EDF-15BC-45F8-991D-3D178761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61" y="182723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D5584-6778-421E-BBAB-2965069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759" y="59814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22518-CD9D-471D-82A7-18CDEE0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759" y="59814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31033-D3F9-44BA-B035-93CC8F4B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769" y="213741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27A5D-CCC0-43D9-B0AA-AA0B5399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769" y="213741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FE18D-3773-4209-AFE8-D353ED28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72" y="176061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46EF5-817B-4DEF-BAD2-003ACA5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72" y="176061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3617B-4AE6-48F0-AA80-7918B785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86" y="78104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61A54-E940-4E02-8115-7B22E036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86" y="78104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1B17D-4435-45EF-A9FA-5253BB3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01" y="151575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8A4D4-DA61-4729-866F-8A7B6EC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01" y="15157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56DDC-DACF-4CE3-B00F-08BAC0B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26" y="158831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89FED-C63C-4202-AC3C-57FB22E3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26" y="158831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28132-2723-4BDD-A99C-8FFE9ED6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087" y="191911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42F1B-DFA7-41C4-89CC-8BF55A7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087" y="191911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7EBB5-26D9-4228-9B23-17DC6181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666" y="20417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1E75E-D4B4-495B-B19C-9798D8D2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666" y="20417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1DA57-6899-483E-83AB-5603C3D7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49" y="54913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01D8E-20CE-4C25-9EB1-9FE11531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49" y="54913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15B14-E6BD-435F-B1E3-266A7D8F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93" y="41388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C5532-ECD5-4055-8466-E74F015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93" y="41388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D649D-49C1-4870-A113-1DEC358E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72" y="39075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55962-423F-45D0-BB51-46C5E803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72" y="39075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5945E-B4ED-4D03-AFC1-6C3A3421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017" y="33421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6EAC8-7EA2-4026-B0E2-94A30B5E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017" y="33421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42100-EF50-400E-AA88-6CAE169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950" y="195909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E8183-1992-45B1-A51A-F522281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950" y="195909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AF8DA-8C24-48D7-9F6B-1EEF5CE4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97" y="88336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A9228-F75F-4513-8C43-5114A39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97" y="88336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F1631-7707-4FBD-A25B-0EE0E67A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425" y="186608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6CC50-90B7-4E6D-8FC4-17E1F140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425" y="186608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43318-7CF9-45C3-89AF-E0FFE1E5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40" y="37790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50AEB-4A44-4B34-B82D-1CFF318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40" y="37790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C7D26-35BB-493B-8861-365F235C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797" y="48876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77B67-CB38-4C4A-B999-F8D7BA7C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797" y="48876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0B19D-FEDF-48C8-A088-786D8A08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41" y="171018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F76EE-4D63-4A7A-B873-7D01D2C2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41" y="171018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6FE2E-65EC-46D0-B08F-C1740F1F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656" y="197717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A8369-1DE5-4533-9AF7-8501B151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656" y="197717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E5A9C-4F3E-4E93-9056-A321E107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955" y="168655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993D3-B42B-4248-8B4C-8742188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955" y="168655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959DC-8BD9-484F-8B8B-E135E149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62" y="162756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CB5B1-0336-4118-8015-17566699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62" y="16275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69521-FFF8-4F6A-B32C-27ABF3FF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69" y="178694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4941E-3FC9-4F1F-B464-8068D36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69" y="178694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3130B-EAC8-4940-B2FE-F957A8AF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80" y="53685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61CA4-7FC9-4724-90F5-44A27364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80" y="53685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AAB5C-43D5-40E3-B912-49DA1F4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138" y="42718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4FA82-B820-4B28-85A2-6AA3F292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138" y="42718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B465B-517B-43DE-BA43-2B6A34BD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87" y="71982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69BC0-A5E4-4C76-9641-1BD4FBB4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87" y="71982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12520-0E2C-48D2-9C27-C427A57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073" y="171794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2E674-C71C-46FF-82AA-5EBD4F5A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073" y="171794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CB2D6-A7CF-4EBE-A8F1-F925CCD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872" y="147257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4F2A7-8BD8-472A-9D40-E3960C76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872" y="147257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D19E7-C2E2-4808-BC45-956F4207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611" y="175462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40305-C393-44A6-8CD6-714A8278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611" y="175462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39BBF2-007D-4DCD-97F2-11F76D41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90" y="154769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47E0E-530C-4962-9BF0-EB8FEA2E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90" y="154769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96AAE-72AA-4CC4-AF9F-CCFB80CA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893" y="147886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527E1-CC3E-4EFB-8896-E2A3F34B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893" y="147886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3D8FB-D544-4E9C-98F4-38D4DB8C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90" y="53035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90312D-C151-4BA2-ADC1-ADF40AE7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90" y="53035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4BA98-B087-4939-ADE3-8148379E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157" y="158640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62322-CFFE-456D-A7CB-A994F00C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157" y="158640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B68D2-5E17-4760-B5E6-A8B9DB07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90" y="192356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7DA0C-C4DB-423F-87A7-E5CD78D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90" y="192356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3A06F-B3E0-4B1D-AD7B-9C2995A7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407" y="204316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1B8B6-4B0F-466E-B4B0-0A627E31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407" y="204316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79099-7270-4D2D-A408-B9E6A381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006" y="53548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A1CE2-357C-46B7-8BA7-55583086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006" y="53548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331CB-B2C0-45F4-A89D-62C5FCCF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40" y="204197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D3833-A240-4A4F-8CBD-68A3BEB2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40" y="204197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9A602-5E19-4393-9941-C3D3CD39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406" y="168260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F5025-6751-4ADE-96A6-30DA4324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406" y="168260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1E54C-EC0B-4E90-A140-30A85C96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902" y="177758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8490D-04C6-4018-B40F-7FDFCEE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902" y="177758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73688C-0468-4E6F-8290-3EFF7E89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752" y="170921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90DB7-9D68-4089-8428-081D6D65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752" y="170921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CB246-AF12-4DB4-BA06-696DB32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763" y="166409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F3482-FBE8-4B3D-AB7E-E9265DF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763" y="166409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9E0E1-ECDA-4D8A-A7A8-4B536E2E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0" y="37654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75C63-11A2-4FB7-9CE0-59D4B109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0" y="37654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BA233-DAF5-4B75-8EE5-F04FDF62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6" y="50295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12968-09D5-49EC-ADD4-B411DE68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6" y="5029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FD349-6CE3-4007-824C-55E7F666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28" y="48429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BE889-2902-4D88-A858-37067F35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28" y="48429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CE6F3-475B-4293-8385-BF4DFFE9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50" y="186507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04634-0193-4BFF-AF15-E7437713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50" y="186507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DD2E8-6928-42F5-8522-14C149D2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725" y="199198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0699B-43AC-4E6F-B901-EA2EB49A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725" y="199198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92A56-32D3-46CA-8852-F9BFAE2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23" y="19388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CD545-B6CE-474C-AEC6-F67EED7E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23" y="19388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B08E0-6836-4DF9-804E-FF704419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617" y="69883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231A2-365F-4B43-BD0C-4710EED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617" y="69883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D7F66-16B8-4A2E-948B-554C572E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40" y="165992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29800-D9FD-4747-B533-5B1A6ED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40" y="165992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3D1A3-5A5C-499E-8D2C-ADBED3C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8" y="82593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2DD4E-4638-4BCB-BFA6-4BDF9B0D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8" y="82593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18CCB-32A9-48D1-BCDE-5546E7E1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49" y="225392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59820-3F5F-41B9-B8EC-EC77DADE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49" y="225392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FF42E-1674-4F4C-A866-0CE6FB33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658" y="196631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70D8B-4FC1-4F22-8E88-51FCB9BD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658" y="196631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419DC-C32A-4313-866B-DE7EF1F5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962" y="166712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2DD85-D140-4D5D-A2E9-8D07E73D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962" y="166712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13ECC-CBB0-47D7-BAA9-9775027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15" y="188190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D9A4E-8192-497A-8D5D-45C6C9B6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15" y="188190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B23D3-D10C-49C1-8F86-6F94A26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70" y="209483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D085A-DFAC-49B4-AC55-432731E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70" y="209483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8DAB0C-8D88-4321-A006-0A0343FD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31" y="48712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D0179-9273-4C2D-B011-A7DCA163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31" y="48712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04EAA-178E-4B6B-BD64-56B02103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564" y="49710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A1376-00BA-4D25-ACAF-AB7AB940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564" y="49710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6A21F-3A93-4874-9586-694BBF0B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974" y="212667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5CF99-FBA2-4386-8829-67725098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974" y="212667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D9C40-ED02-4AF7-9CC7-F9109712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93" y="84772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EF74B-1FFA-41F3-87EB-0C7A3A09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93" y="84772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6A677-AD43-4AEF-A8EC-17A14F39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91" y="66821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D4395-7C12-4CE5-9264-5815F31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91" y="66821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52D09-83F5-40CC-BA2F-4237EFB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338" y="147521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20205-9692-464A-9389-B892C34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338" y="147521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44846-E26B-422E-97AB-8E6BCED6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516" y="59340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AB4F8-6B04-4C25-8E2F-EDE1A64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516" y="59340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61F11-A6B8-4430-97F2-3A20DBA6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53" y="203951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446D8-94F3-4BF3-AF3A-C3314C1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53" y="203951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27EB7-0BE2-4114-A792-6C6D57D6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" y="33045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7B6E5-5B65-4D82-8ADA-55D5BE52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" y="3304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CC08D-2835-4E62-A81F-E12E9890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21" y="149026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FBE056-34D8-4D57-870B-153E177D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21" y="149026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7F413-CC8C-42D6-A23D-2AC7A1EE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54" y="155941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883985-6A6B-47F4-8F43-C9C7508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54" y="155941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E71EB-C32A-4762-81FA-8F2A8D1A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16" y="43711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9C7D7-A178-4B87-98F3-FFA6E901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16" y="43711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4B13E-C430-4B80-B033-FBEBBAB3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18" y="22480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AD260-2359-4700-A53B-88D9E91A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18" y="22480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97318-BFB9-4808-81E6-C85F01F1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688" y="173590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D5A72-6704-4D06-BB2B-A3FF55F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688" y="173590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C89D8-A096-4BFC-865C-43EEF47E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71" y="63500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F2C83-78E2-451A-9508-BAA93DF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71" y="63500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BDD2F-C9B5-477F-9111-950E7D1A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4" y="48268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B2824-B3C5-443B-ABFB-B00F6858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4" y="48268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D901D-4C94-411B-B659-7F1FE431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75" y="36195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22771-6235-4646-B8BD-D1D3F411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75" y="3619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9B258-95FF-424A-A45D-512E6356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82" y="54993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8A9430-7FA5-49EC-ACD3-79E327B7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82" y="54993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1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5DD8913-D159-4B80-94A8-F855BA85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8" y="60340"/>
            <a:ext cx="11689" cy="2435941"/>
          </a:xfrm>
          <a:custGeom xmlns:a="http://schemas.openxmlformats.org/drawingml/2006/main">
            <a:pathLst>
              <a:path w="11689" h="2435941">
                <a:moveTo>
                  <a:pt x="0" y="2430096"/>
                </a:moveTo>
                <a:lnTo>
                  <a:pt x="0" y="0"/>
                </a:lnTo>
                <a:lnTo>
                  <a:pt x="11689" y="0"/>
                </a:lnTo>
                <a:lnTo>
                  <a:pt x="11689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BC10B27-6DC8-48F4-944E-D04CB001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87" y="60340"/>
            <a:ext cx="5844" cy="2435941"/>
          </a:xfrm>
          <a:custGeom xmlns:a="http://schemas.openxmlformats.org/drawingml/2006/main">
            <a:pathLst>
              <a:path w="5844" h="2435941">
                <a:moveTo>
                  <a:pt x="0" y="2430096"/>
                </a:moveTo>
                <a:lnTo>
                  <a:pt x="0" y="0"/>
                </a:lnTo>
                <a:lnTo>
                  <a:pt x="5844" y="0"/>
                </a:lnTo>
                <a:lnTo>
                  <a:pt x="5844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1636826-99D6-48D4-8DA2-3A8C217C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8" y="2484592"/>
            <a:ext cx="3267013" cy="11689"/>
          </a:xfrm>
          <a:custGeom xmlns:a="http://schemas.openxmlformats.org/drawingml/2006/main">
            <a:pathLst>
              <a:path w="3267013" h="11689">
                <a:moveTo>
                  <a:pt x="5844" y="0"/>
                </a:moveTo>
                <a:lnTo>
                  <a:pt x="3267013" y="0"/>
                </a:lnTo>
                <a:lnTo>
                  <a:pt x="3267013" y="11689"/>
                </a:lnTo>
                <a:lnTo>
                  <a:pt x="0" y="11689"/>
                </a:lnTo>
                <a:lnTo>
                  <a:pt x="0" y="0"/>
                </a:lnTo>
                <a:lnTo>
                  <a:pt x="58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6B01A9B3-BD64-488A-8A72-5E0D132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8" y="60340"/>
            <a:ext cx="3267013" cy="5844"/>
          </a:xfrm>
          <a:custGeom xmlns:a="http://schemas.openxmlformats.org/drawingml/2006/main">
            <a:pathLst>
              <a:path w="3267013" h="5844">
                <a:moveTo>
                  <a:pt x="0" y="5844"/>
                </a:moveTo>
                <a:lnTo>
                  <a:pt x="0" y="0"/>
                </a:lnTo>
                <a:lnTo>
                  <a:pt x="3267013" y="0"/>
                </a:lnTo>
                <a:lnTo>
                  <a:pt x="3267013" y="5844"/>
                </a:lnTo>
                <a:lnTo>
                  <a:pt x="0" y="5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6D15B-1F66-43FD-83D9-21FCF7D2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177" y="2307020"/>
            <a:ext cx="98624" cy="110313"/>
          </a:xfrm>
          <a:custGeom xmlns:a="http://schemas.openxmlformats.org/drawingml/2006/main">
            <a:pathLst>
              <a:path w="98624" h="110313">
                <a:moveTo>
                  <a:pt x="49385" y="11689"/>
                </a:moveTo>
                <a:cubicBezTo>
                  <a:pt x="38865" y="11689"/>
                  <a:pt x="30537" y="15634"/>
                  <a:pt x="24400" y="23378"/>
                </a:cubicBezTo>
                <a:cubicBezTo>
                  <a:pt x="18264" y="31267"/>
                  <a:pt x="15195" y="41787"/>
                  <a:pt x="15195" y="55229"/>
                </a:cubicBezTo>
                <a:cubicBezTo>
                  <a:pt x="15195" y="68672"/>
                  <a:pt x="18264" y="79338"/>
                  <a:pt x="24400" y="87081"/>
                </a:cubicBezTo>
                <a:cubicBezTo>
                  <a:pt x="30537" y="94971"/>
                  <a:pt x="38865" y="98770"/>
                  <a:pt x="49385" y="98770"/>
                </a:cubicBezTo>
                <a:cubicBezTo>
                  <a:pt x="59759" y="98770"/>
                  <a:pt x="68087" y="94971"/>
                  <a:pt x="74224" y="87081"/>
                </a:cubicBezTo>
                <a:cubicBezTo>
                  <a:pt x="80360" y="79338"/>
                  <a:pt x="83429" y="68672"/>
                  <a:pt x="83429" y="55229"/>
                </a:cubicBezTo>
                <a:cubicBezTo>
                  <a:pt x="83429" y="41787"/>
                  <a:pt x="80360" y="31267"/>
                  <a:pt x="74224" y="23378"/>
                </a:cubicBezTo>
                <a:cubicBezTo>
                  <a:pt x="68087" y="15634"/>
                  <a:pt x="59759" y="11689"/>
                  <a:pt x="49385" y="11689"/>
                </a:cubicBezTo>
                <a:close/>
                <a:moveTo>
                  <a:pt x="49385" y="0"/>
                </a:moveTo>
                <a:cubicBezTo>
                  <a:pt x="64288" y="0"/>
                  <a:pt x="76123" y="5114"/>
                  <a:pt x="85182" y="15049"/>
                </a:cubicBezTo>
                <a:cubicBezTo>
                  <a:pt x="94095" y="24985"/>
                  <a:pt x="98624" y="38427"/>
                  <a:pt x="98624" y="55229"/>
                </a:cubicBezTo>
                <a:cubicBezTo>
                  <a:pt x="98624" y="72178"/>
                  <a:pt x="94095" y="85474"/>
                  <a:pt x="85182" y="95410"/>
                </a:cubicBezTo>
                <a:cubicBezTo>
                  <a:pt x="76123" y="105345"/>
                  <a:pt x="64288" y="110313"/>
                  <a:pt x="49385" y="110313"/>
                </a:cubicBezTo>
                <a:cubicBezTo>
                  <a:pt x="34336" y="110313"/>
                  <a:pt x="22355" y="105345"/>
                  <a:pt x="13442" y="95410"/>
                </a:cubicBezTo>
                <a:cubicBezTo>
                  <a:pt x="4383" y="85474"/>
                  <a:pt x="0" y="72178"/>
                  <a:pt x="0" y="55229"/>
                </a:cubicBezTo>
                <a:cubicBezTo>
                  <a:pt x="0" y="38427"/>
                  <a:pt x="4383" y="24985"/>
                  <a:pt x="13442" y="15049"/>
                </a:cubicBezTo>
                <a:cubicBezTo>
                  <a:pt x="22355" y="5114"/>
                  <a:pt x="34336" y="0"/>
                  <a:pt x="4938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D4C5E7-5B2E-45CB-B62E-2332CF3A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66" y="2335511"/>
            <a:ext cx="77730" cy="79922"/>
          </a:xfrm>
          <a:custGeom xmlns:a="http://schemas.openxmlformats.org/drawingml/2006/main">
            <a:pathLst>
              <a:path w="77730" h="79922">
                <a:moveTo>
                  <a:pt x="0" y="0"/>
                </a:moveTo>
                <a:lnTo>
                  <a:pt x="13880" y="0"/>
                </a:lnTo>
                <a:lnTo>
                  <a:pt x="38865" y="67064"/>
                </a:lnTo>
                <a:lnTo>
                  <a:pt x="63850" y="0"/>
                </a:lnTo>
                <a:lnTo>
                  <a:pt x="77730" y="0"/>
                </a:lnTo>
                <a:lnTo>
                  <a:pt x="47778" y="79922"/>
                </a:lnTo>
                <a:lnTo>
                  <a:pt x="29952" y="799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1F0A5-75B1-43AB-A369-FE36B2B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516" y="2333612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82AD6-6BA4-4853-894D-282BE1A5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33" y="2333612"/>
            <a:ext cx="46755" cy="81821"/>
          </a:xfrm>
          <a:custGeom xmlns:a="http://schemas.openxmlformats.org/drawingml/2006/main">
            <a:pathLst>
              <a:path w="46755" h="81821">
                <a:moveTo>
                  <a:pt x="46755" y="14173"/>
                </a:moveTo>
                <a:cubicBezTo>
                  <a:pt x="45294" y="13296"/>
                  <a:pt x="43687" y="12712"/>
                  <a:pt x="41933" y="12273"/>
                </a:cubicBezTo>
                <a:cubicBezTo>
                  <a:pt x="40180" y="11981"/>
                  <a:pt x="38281" y="11689"/>
                  <a:pt x="36235" y="11689"/>
                </a:cubicBezTo>
                <a:cubicBezTo>
                  <a:pt x="28784" y="11689"/>
                  <a:pt x="23085" y="14173"/>
                  <a:pt x="19140" y="18994"/>
                </a:cubicBezTo>
                <a:cubicBezTo>
                  <a:pt x="15049" y="23816"/>
                  <a:pt x="13150" y="30683"/>
                  <a:pt x="13150" y="39742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5780" y="9497"/>
                  <a:pt x="19433" y="5844"/>
                  <a:pt x="23816" y="3507"/>
                </a:cubicBezTo>
                <a:cubicBezTo>
                  <a:pt x="28199" y="1169"/>
                  <a:pt x="33605" y="0"/>
                  <a:pt x="40034" y="0"/>
                </a:cubicBezTo>
                <a:cubicBezTo>
                  <a:pt x="40911" y="0"/>
                  <a:pt x="41933" y="146"/>
                  <a:pt x="43102" y="146"/>
                </a:cubicBezTo>
                <a:cubicBezTo>
                  <a:pt x="44125" y="292"/>
                  <a:pt x="45294" y="438"/>
                  <a:pt x="46755" y="731"/>
                </a:cubicBezTo>
                <a:lnTo>
                  <a:pt x="46755" y="14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FA842-9299-4BDC-A865-BFEA68D2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49" y="2304390"/>
            <a:ext cx="50846" cy="111043"/>
          </a:xfrm>
          <a:custGeom xmlns:a="http://schemas.openxmlformats.org/drawingml/2006/main">
            <a:pathLst>
              <a:path w="50846" h="111043">
                <a:moveTo>
                  <a:pt x="50846" y="0"/>
                </a:moveTo>
                <a:lnTo>
                  <a:pt x="50846" y="10958"/>
                </a:lnTo>
                <a:lnTo>
                  <a:pt x="38281" y="10958"/>
                </a:lnTo>
                <a:cubicBezTo>
                  <a:pt x="33605" y="10958"/>
                  <a:pt x="30245" y="11981"/>
                  <a:pt x="28491" y="13880"/>
                </a:cubicBezTo>
                <a:cubicBezTo>
                  <a:pt x="26592" y="15780"/>
                  <a:pt x="25715" y="19140"/>
                  <a:pt x="25715" y="24108"/>
                </a:cubicBezTo>
                <a:lnTo>
                  <a:pt x="25715" y="31121"/>
                </a:lnTo>
                <a:lnTo>
                  <a:pt x="47340" y="31121"/>
                </a:lnTo>
                <a:lnTo>
                  <a:pt x="47340" y="41349"/>
                </a:lnTo>
                <a:lnTo>
                  <a:pt x="25715" y="41349"/>
                </a:lnTo>
                <a:lnTo>
                  <a:pt x="25715" y="111043"/>
                </a:lnTo>
                <a:lnTo>
                  <a:pt x="12565" y="111043"/>
                </a:lnTo>
                <a:lnTo>
                  <a:pt x="12565" y="41349"/>
                </a:lnTo>
                <a:lnTo>
                  <a:pt x="0" y="41349"/>
                </a:lnTo>
                <a:lnTo>
                  <a:pt x="0" y="31121"/>
                </a:lnTo>
                <a:lnTo>
                  <a:pt x="12565" y="31121"/>
                </a:lnTo>
                <a:lnTo>
                  <a:pt x="12565" y="25569"/>
                </a:lnTo>
                <a:cubicBezTo>
                  <a:pt x="12565" y="16803"/>
                  <a:pt x="14611" y="10228"/>
                  <a:pt x="18702" y="6137"/>
                </a:cubicBezTo>
                <a:cubicBezTo>
                  <a:pt x="22793" y="2046"/>
                  <a:pt x="29368" y="0"/>
                  <a:pt x="38427" y="0"/>
                </a:cubicBezTo>
                <a:lnTo>
                  <a:pt x="508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7D085-E962-4EB4-9F92-5D5D4551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553" y="2304390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E6B8E-5BBE-4815-8744-68D764ED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382" y="2312864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71580-AE4B-4B4C-A58C-7CA0D814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657" y="2312864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A1696-3113-498D-BBDC-DF708746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722" y="2304390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97116-9369-4BC0-AAF7-4C8A47F6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02" y="2333612"/>
            <a:ext cx="66918" cy="81821"/>
          </a:xfrm>
          <a:custGeom xmlns:a="http://schemas.openxmlformats.org/drawingml/2006/main">
            <a:pathLst>
              <a:path w="66918" h="81821">
                <a:moveTo>
                  <a:pt x="66918" y="33605"/>
                </a:moveTo>
                <a:lnTo>
                  <a:pt x="66918" y="81821"/>
                </a:lnTo>
                <a:lnTo>
                  <a:pt x="53768" y="81821"/>
                </a:lnTo>
                <a:lnTo>
                  <a:pt x="53768" y="34044"/>
                </a:lnTo>
                <a:cubicBezTo>
                  <a:pt x="53768" y="26446"/>
                  <a:pt x="52161" y="20894"/>
                  <a:pt x="49239" y="17095"/>
                </a:cubicBezTo>
                <a:cubicBezTo>
                  <a:pt x="46317" y="13296"/>
                  <a:pt x="41933" y="11397"/>
                  <a:pt x="36089" y="11397"/>
                </a:cubicBezTo>
                <a:cubicBezTo>
                  <a:pt x="28930" y="11397"/>
                  <a:pt x="23378" y="13734"/>
                  <a:pt x="19286" y="18264"/>
                </a:cubicBezTo>
                <a:cubicBezTo>
                  <a:pt x="15195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218" y="9643"/>
                  <a:pt x="19871" y="5990"/>
                  <a:pt x="24254" y="3653"/>
                </a:cubicBezTo>
                <a:cubicBezTo>
                  <a:pt x="28491" y="1315"/>
                  <a:pt x="33459" y="0"/>
                  <a:pt x="39011" y="0"/>
                </a:cubicBezTo>
                <a:cubicBezTo>
                  <a:pt x="48070" y="0"/>
                  <a:pt x="55083" y="2922"/>
                  <a:pt x="59759" y="8620"/>
                </a:cubicBezTo>
                <a:cubicBezTo>
                  <a:pt x="64434" y="14319"/>
                  <a:pt x="66918" y="22647"/>
                  <a:pt x="66918" y="33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A0D42-A076-4931-8D2A-4D1FEB61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275" y="2333612"/>
            <a:ext cx="71448" cy="112066"/>
          </a:xfrm>
          <a:custGeom xmlns:a="http://schemas.openxmlformats.org/drawingml/2006/main">
            <a:pathLst>
              <a:path w="71448" h="112066">
                <a:moveTo>
                  <a:pt x="58298" y="40911"/>
                </a:moveTo>
                <a:cubicBezTo>
                  <a:pt x="58298" y="31560"/>
                  <a:pt x="56252" y="24108"/>
                  <a:pt x="52453" y="18848"/>
                </a:cubicBezTo>
                <a:cubicBezTo>
                  <a:pt x="48508" y="13588"/>
                  <a:pt x="42956" y="10958"/>
                  <a:pt x="35943" y="10958"/>
                </a:cubicBezTo>
                <a:cubicBezTo>
                  <a:pt x="28930" y="10958"/>
                  <a:pt x="23378" y="13588"/>
                  <a:pt x="19433" y="18848"/>
                </a:cubicBezTo>
                <a:cubicBezTo>
                  <a:pt x="15488" y="24108"/>
                  <a:pt x="13588" y="31560"/>
                  <a:pt x="13588" y="40911"/>
                </a:cubicBezTo>
                <a:cubicBezTo>
                  <a:pt x="13588" y="50408"/>
                  <a:pt x="15488" y="57713"/>
                  <a:pt x="19433" y="62973"/>
                </a:cubicBezTo>
                <a:cubicBezTo>
                  <a:pt x="23378" y="68233"/>
                  <a:pt x="28930" y="70863"/>
                  <a:pt x="35943" y="70863"/>
                </a:cubicBezTo>
                <a:cubicBezTo>
                  <a:pt x="42956" y="70863"/>
                  <a:pt x="48508" y="68233"/>
                  <a:pt x="52453" y="62973"/>
                </a:cubicBezTo>
                <a:cubicBezTo>
                  <a:pt x="56252" y="57713"/>
                  <a:pt x="58298" y="50408"/>
                  <a:pt x="58298" y="40911"/>
                </a:cubicBezTo>
                <a:close/>
                <a:moveTo>
                  <a:pt x="71448" y="71886"/>
                </a:moveTo>
                <a:cubicBezTo>
                  <a:pt x="71448" y="85328"/>
                  <a:pt x="68379" y="95410"/>
                  <a:pt x="62389" y="102131"/>
                </a:cubicBezTo>
                <a:cubicBezTo>
                  <a:pt x="56252" y="108706"/>
                  <a:pt x="47047" y="112066"/>
                  <a:pt x="34628" y="112066"/>
                </a:cubicBezTo>
                <a:cubicBezTo>
                  <a:pt x="29952" y="112066"/>
                  <a:pt x="25715" y="111628"/>
                  <a:pt x="21624" y="111043"/>
                </a:cubicBezTo>
                <a:cubicBezTo>
                  <a:pt x="17533" y="110313"/>
                  <a:pt x="13442" y="109290"/>
                  <a:pt x="9643" y="107829"/>
                </a:cubicBezTo>
                <a:lnTo>
                  <a:pt x="9643" y="95117"/>
                </a:lnTo>
                <a:cubicBezTo>
                  <a:pt x="13442" y="97163"/>
                  <a:pt x="17241" y="98624"/>
                  <a:pt x="21040" y="99647"/>
                </a:cubicBezTo>
                <a:cubicBezTo>
                  <a:pt x="24839" y="100670"/>
                  <a:pt x="28637" y="101254"/>
                  <a:pt x="32582" y="101254"/>
                </a:cubicBezTo>
                <a:cubicBezTo>
                  <a:pt x="41057" y="101254"/>
                  <a:pt x="47486" y="98916"/>
                  <a:pt x="51869" y="94533"/>
                </a:cubicBezTo>
                <a:cubicBezTo>
                  <a:pt x="56106" y="90004"/>
                  <a:pt x="58298" y="83283"/>
                  <a:pt x="58298" y="74224"/>
                </a:cubicBezTo>
                <a:lnTo>
                  <a:pt x="58298" y="67795"/>
                </a:lnTo>
                <a:cubicBezTo>
                  <a:pt x="55522" y="72470"/>
                  <a:pt x="52015" y="75977"/>
                  <a:pt x="47778" y="78315"/>
                </a:cubicBezTo>
                <a:cubicBezTo>
                  <a:pt x="43541" y="80653"/>
                  <a:pt x="38573" y="81821"/>
                  <a:pt x="32729" y="81821"/>
                </a:cubicBezTo>
                <a:cubicBezTo>
                  <a:pt x="22793" y="81821"/>
                  <a:pt x="14903" y="78169"/>
                  <a:pt x="8913" y="70717"/>
                </a:cubicBezTo>
                <a:cubicBezTo>
                  <a:pt x="2922" y="63265"/>
                  <a:pt x="0" y="53330"/>
                  <a:pt x="0" y="40911"/>
                </a:cubicBezTo>
                <a:cubicBezTo>
                  <a:pt x="0" y="28637"/>
                  <a:pt x="2922" y="18702"/>
                  <a:pt x="8913" y="11250"/>
                </a:cubicBezTo>
                <a:cubicBezTo>
                  <a:pt x="14903" y="3799"/>
                  <a:pt x="22793" y="0"/>
                  <a:pt x="32729" y="0"/>
                </a:cubicBezTo>
                <a:cubicBezTo>
                  <a:pt x="38573" y="0"/>
                  <a:pt x="43541" y="1169"/>
                  <a:pt x="47778" y="3507"/>
                </a:cubicBezTo>
                <a:cubicBezTo>
                  <a:pt x="52015" y="5844"/>
                  <a:pt x="55522" y="9351"/>
                  <a:pt x="58298" y="14027"/>
                </a:cubicBezTo>
                <a:lnTo>
                  <a:pt x="58298" y="1899"/>
                </a:lnTo>
                <a:lnTo>
                  <a:pt x="71448" y="1899"/>
                </a:lnTo>
                <a:lnTo>
                  <a:pt x="71448" y="71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CE34F-F5EC-4A76-88F0-49A5CE3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114" y="2339895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1A348-63FE-4F5F-8D45-33E28A58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364" y="2307020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E51BD-FF8B-4ECD-995E-80C2F631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80" y="2397316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CFF4A-AEBB-411E-9B45-0F246C4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53" y="2307020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FB1C6-8A83-4378-A80C-424E09F5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679" y="2307020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E7446-0B79-4DD6-8BFD-18D17E21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13" y="2308919"/>
            <a:ext cx="97455" cy="106514"/>
          </a:xfrm>
          <a:custGeom xmlns:a="http://schemas.openxmlformats.org/drawingml/2006/main">
            <a:pathLst>
              <a:path w="97455" h="106514">
                <a:moveTo>
                  <a:pt x="0" y="0"/>
                </a:moveTo>
                <a:lnTo>
                  <a:pt x="21478" y="0"/>
                </a:lnTo>
                <a:lnTo>
                  <a:pt x="48655" y="72470"/>
                </a:lnTo>
                <a:lnTo>
                  <a:pt x="75977" y="0"/>
                </a:lnTo>
                <a:lnTo>
                  <a:pt x="97455" y="0"/>
                </a:lnTo>
                <a:lnTo>
                  <a:pt x="97455" y="106514"/>
                </a:lnTo>
                <a:lnTo>
                  <a:pt x="83429" y="106514"/>
                </a:lnTo>
                <a:lnTo>
                  <a:pt x="83429" y="13004"/>
                </a:lnTo>
                <a:lnTo>
                  <a:pt x="55960" y="86059"/>
                </a:lnTo>
                <a:lnTo>
                  <a:pt x="41495" y="86059"/>
                </a:lnTo>
                <a:lnTo>
                  <a:pt x="14027" y="13004"/>
                </a:lnTo>
                <a:lnTo>
                  <a:pt x="14027" y="106514"/>
                </a:lnTo>
                <a:lnTo>
                  <a:pt x="0" y="106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EC7D9-75E2-4253-8958-2420BDB3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23" y="2333612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02CDF-A91D-4B50-9968-D845723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41" y="2333612"/>
            <a:ext cx="116596" cy="81821"/>
          </a:xfrm>
          <a:custGeom xmlns:a="http://schemas.openxmlformats.org/drawingml/2006/main">
            <a:pathLst>
              <a:path w="116596" h="81821">
                <a:moveTo>
                  <a:pt x="62681" y="17241"/>
                </a:moveTo>
                <a:cubicBezTo>
                  <a:pt x="65895" y="11397"/>
                  <a:pt x="69840" y="7159"/>
                  <a:pt x="74370" y="4237"/>
                </a:cubicBezTo>
                <a:cubicBezTo>
                  <a:pt x="78899" y="1461"/>
                  <a:pt x="84305" y="0"/>
                  <a:pt x="90588" y="0"/>
                </a:cubicBezTo>
                <a:cubicBezTo>
                  <a:pt x="98770" y="0"/>
                  <a:pt x="105199" y="2922"/>
                  <a:pt x="109728" y="8767"/>
                </a:cubicBezTo>
                <a:cubicBezTo>
                  <a:pt x="114258" y="14611"/>
                  <a:pt x="116596" y="22939"/>
                  <a:pt x="116596" y="33605"/>
                </a:cubicBezTo>
                <a:lnTo>
                  <a:pt x="116596" y="81821"/>
                </a:lnTo>
                <a:lnTo>
                  <a:pt x="103446" y="81821"/>
                </a:lnTo>
                <a:lnTo>
                  <a:pt x="103446" y="34044"/>
                </a:lnTo>
                <a:cubicBezTo>
                  <a:pt x="103446" y="26446"/>
                  <a:pt x="101985" y="20748"/>
                  <a:pt x="99355" y="16949"/>
                </a:cubicBezTo>
                <a:cubicBezTo>
                  <a:pt x="96579" y="13296"/>
                  <a:pt x="92487" y="11397"/>
                  <a:pt x="86935" y="11397"/>
                </a:cubicBezTo>
                <a:cubicBezTo>
                  <a:pt x="80068" y="11397"/>
                  <a:pt x="74662" y="13734"/>
                  <a:pt x="70717" y="18264"/>
                </a:cubicBezTo>
                <a:cubicBezTo>
                  <a:pt x="66772" y="22793"/>
                  <a:pt x="64873" y="28930"/>
                  <a:pt x="64873" y="36674"/>
                </a:cubicBezTo>
                <a:lnTo>
                  <a:pt x="64873" y="81821"/>
                </a:lnTo>
                <a:lnTo>
                  <a:pt x="51723" y="81821"/>
                </a:lnTo>
                <a:lnTo>
                  <a:pt x="51723" y="34044"/>
                </a:lnTo>
                <a:cubicBezTo>
                  <a:pt x="51723" y="26446"/>
                  <a:pt x="50262" y="20748"/>
                  <a:pt x="47632" y="16949"/>
                </a:cubicBezTo>
                <a:cubicBezTo>
                  <a:pt x="44856" y="13296"/>
                  <a:pt x="40618" y="11397"/>
                  <a:pt x="35066" y="11397"/>
                </a:cubicBezTo>
                <a:cubicBezTo>
                  <a:pt x="28345" y="11397"/>
                  <a:pt x="22939" y="13734"/>
                  <a:pt x="18994" y="18264"/>
                </a:cubicBezTo>
                <a:cubicBezTo>
                  <a:pt x="15049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072" y="9497"/>
                  <a:pt x="19725" y="5844"/>
                  <a:pt x="23962" y="3507"/>
                </a:cubicBezTo>
                <a:cubicBezTo>
                  <a:pt x="28053" y="1169"/>
                  <a:pt x="33021" y="0"/>
                  <a:pt x="38865" y="0"/>
                </a:cubicBezTo>
                <a:cubicBezTo>
                  <a:pt x="44710" y="0"/>
                  <a:pt x="49531" y="1461"/>
                  <a:pt x="53622" y="4383"/>
                </a:cubicBezTo>
                <a:cubicBezTo>
                  <a:pt x="57713" y="7305"/>
                  <a:pt x="60636" y="11689"/>
                  <a:pt x="62681" y="1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81C22-3436-4044-82E8-AB8DBC3A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50" y="2339895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45997-9EA7-4FB5-B7CF-19F5D6BF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01" y="2307020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27A2D-10D8-4994-9739-28FFA460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17" y="2397316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DD47F-8AE8-47DB-A66A-E0552564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89" y="2307020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12ED0-E62E-4A5F-A08F-BBA4242F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15" y="2307020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(a)Nooverftting,nomemorization">
            <a:extLst xmlns:a="http://schemas.openxmlformats.org/drawingml/2006/main">
              <a:ext uri="{FF2B5EF4-FFF2-40B4-BE49-F238E27FC236}">
                <a16:creationId xmlns:a16="http://schemas.microsoft.com/office/drawing/2014/main" id="{BEBE4AFA-957D-4541-9ED7-CB05C408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5" y="2705569"/>
            <a:ext cx="3298015" cy="205913"/>
          </a:xfrm>
          <a:custGeom xmlns:a="http://schemas.openxmlformats.org/drawingml/2006/main">
            <a:pathLst>
              <a:path w="3298015" h="205913">
                <a:moveTo>
                  <a:pt x="56466" y="1563"/>
                </a:moveTo>
                <a:cubicBezTo>
                  <a:pt x="39549" y="12536"/>
                  <a:pt x="32691" y="18480"/>
                  <a:pt x="24232" y="28997"/>
                </a:cubicBezTo>
                <a:cubicBezTo>
                  <a:pt x="8002" y="48883"/>
                  <a:pt x="0" y="71744"/>
                  <a:pt x="0" y="98492"/>
                </a:cubicBezTo>
                <a:cubicBezTo>
                  <a:pt x="0" y="127524"/>
                  <a:pt x="8459" y="149925"/>
                  <a:pt x="28575" y="173243"/>
                </a:cubicBezTo>
                <a:cubicBezTo>
                  <a:pt x="37948" y="184217"/>
                  <a:pt x="43892" y="189247"/>
                  <a:pt x="55779" y="196561"/>
                </a:cubicBezTo>
                <a:lnTo>
                  <a:pt x="58521" y="192902"/>
                </a:lnTo>
                <a:cubicBezTo>
                  <a:pt x="40236" y="178500"/>
                  <a:pt x="33835" y="170501"/>
                  <a:pt x="27661" y="153353"/>
                </a:cubicBezTo>
                <a:cubicBezTo>
                  <a:pt x="22174" y="138040"/>
                  <a:pt x="19659" y="120666"/>
                  <a:pt x="19659" y="97804"/>
                </a:cubicBezTo>
                <a:cubicBezTo>
                  <a:pt x="19659" y="73802"/>
                  <a:pt x="22631" y="55057"/>
                  <a:pt x="28805" y="40885"/>
                </a:cubicBezTo>
                <a:cubicBezTo>
                  <a:pt x="35206" y="26709"/>
                  <a:pt x="42064" y="18480"/>
                  <a:pt x="58521" y="5222"/>
                </a:cubicBezTo>
                <a:lnTo>
                  <a:pt x="56466" y="1563"/>
                </a:lnTo>
                <a:close/>
                <a:moveTo>
                  <a:pt x="166192" y="140911"/>
                </a:moveTo>
                <a:cubicBezTo>
                  <a:pt x="162306" y="144106"/>
                  <a:pt x="159564" y="145250"/>
                  <a:pt x="156135" y="145250"/>
                </a:cubicBezTo>
                <a:cubicBezTo>
                  <a:pt x="150879" y="145250"/>
                  <a:pt x="149278" y="142052"/>
                  <a:pt x="149278" y="132002"/>
                </a:cubicBezTo>
                <a:lnTo>
                  <a:pt x="149278" y="87455"/>
                </a:lnTo>
                <a:cubicBezTo>
                  <a:pt x="149278" y="75574"/>
                  <a:pt x="148133" y="68950"/>
                  <a:pt x="144705" y="63467"/>
                </a:cubicBezTo>
                <a:cubicBezTo>
                  <a:pt x="139675" y="55245"/>
                  <a:pt x="129845" y="50899"/>
                  <a:pt x="116360" y="50899"/>
                </a:cubicBezTo>
                <a:cubicBezTo>
                  <a:pt x="94869" y="50899"/>
                  <a:pt x="77955" y="62096"/>
                  <a:pt x="77955" y="76488"/>
                </a:cubicBezTo>
                <a:cubicBezTo>
                  <a:pt x="77955" y="81745"/>
                  <a:pt x="82525" y="86311"/>
                  <a:pt x="87785" y="86311"/>
                </a:cubicBezTo>
                <a:cubicBezTo>
                  <a:pt x="93268" y="86311"/>
                  <a:pt x="98071" y="81745"/>
                  <a:pt x="98071" y="76719"/>
                </a:cubicBezTo>
                <a:cubicBezTo>
                  <a:pt x="98071" y="75805"/>
                  <a:pt x="97841" y="74661"/>
                  <a:pt x="97614" y="73063"/>
                </a:cubicBezTo>
                <a:cubicBezTo>
                  <a:pt x="97157" y="71008"/>
                  <a:pt x="96927" y="69181"/>
                  <a:pt x="96927" y="67580"/>
                </a:cubicBezTo>
                <a:cubicBezTo>
                  <a:pt x="96927" y="61413"/>
                  <a:pt x="104242" y="56386"/>
                  <a:pt x="113388" y="56386"/>
                </a:cubicBezTo>
                <a:cubicBezTo>
                  <a:pt x="124588" y="56386"/>
                  <a:pt x="130759" y="63010"/>
                  <a:pt x="130759" y="75348"/>
                </a:cubicBezTo>
                <a:lnTo>
                  <a:pt x="130759" y="89283"/>
                </a:lnTo>
                <a:cubicBezTo>
                  <a:pt x="95556" y="103445"/>
                  <a:pt x="91671" y="105273"/>
                  <a:pt x="81841" y="113955"/>
                </a:cubicBezTo>
                <a:cubicBezTo>
                  <a:pt x="76811" y="118524"/>
                  <a:pt x="73609" y="126289"/>
                  <a:pt x="73609" y="133827"/>
                </a:cubicBezTo>
                <a:cubicBezTo>
                  <a:pt x="73609" y="148222"/>
                  <a:pt x="83669" y="158279"/>
                  <a:pt x="97614" y="158279"/>
                </a:cubicBezTo>
                <a:cubicBezTo>
                  <a:pt x="107671" y="158279"/>
                  <a:pt x="117043" y="153479"/>
                  <a:pt x="130989" y="141591"/>
                </a:cubicBezTo>
                <a:cubicBezTo>
                  <a:pt x="132133" y="153479"/>
                  <a:pt x="136246" y="158279"/>
                  <a:pt x="145618" y="158279"/>
                </a:cubicBezTo>
                <a:cubicBezTo>
                  <a:pt x="153390" y="158279"/>
                  <a:pt x="158193" y="155537"/>
                  <a:pt x="166192" y="146852"/>
                </a:cubicBezTo>
                <a:lnTo>
                  <a:pt x="166192" y="140911"/>
                </a:lnTo>
                <a:moveTo>
                  <a:pt x="130759" y="127876"/>
                </a:moveTo>
                <a:cubicBezTo>
                  <a:pt x="130759" y="134964"/>
                  <a:pt x="129618" y="137022"/>
                  <a:pt x="124815" y="139764"/>
                </a:cubicBezTo>
                <a:cubicBezTo>
                  <a:pt x="119332" y="142966"/>
                  <a:pt x="112931" y="145020"/>
                  <a:pt x="108128" y="145020"/>
                </a:cubicBezTo>
                <a:cubicBezTo>
                  <a:pt x="100129" y="145020"/>
                  <a:pt x="93729" y="137249"/>
                  <a:pt x="93729" y="127419"/>
                </a:cubicBezTo>
                <a:lnTo>
                  <a:pt x="93729" y="126505"/>
                </a:lnTo>
                <a:cubicBezTo>
                  <a:pt x="93729" y="113016"/>
                  <a:pt x="103098" y="104788"/>
                  <a:pt x="130759" y="94728"/>
                </a:cubicBezTo>
                <a:lnTo>
                  <a:pt x="130759" y="127876"/>
                </a:lnTo>
                <a:close/>
                <a:moveTo>
                  <a:pt x="175338" y="196561"/>
                </a:moveTo>
                <a:cubicBezTo>
                  <a:pt x="192255" y="185588"/>
                  <a:pt x="199113" y="179644"/>
                  <a:pt x="207568" y="169127"/>
                </a:cubicBezTo>
                <a:cubicBezTo>
                  <a:pt x="223802" y="149241"/>
                  <a:pt x="231800" y="126379"/>
                  <a:pt x="231800" y="99636"/>
                </a:cubicBezTo>
                <a:cubicBezTo>
                  <a:pt x="231800" y="70374"/>
                  <a:pt x="223342" y="48199"/>
                  <a:pt x="203225" y="24881"/>
                </a:cubicBezTo>
                <a:cubicBezTo>
                  <a:pt x="193853" y="13907"/>
                  <a:pt x="187909" y="8881"/>
                  <a:pt x="176021" y="1563"/>
                </a:cubicBezTo>
                <a:lnTo>
                  <a:pt x="173280" y="5222"/>
                </a:lnTo>
                <a:cubicBezTo>
                  <a:pt x="191568" y="19624"/>
                  <a:pt x="197739" y="27626"/>
                  <a:pt x="204139" y="44771"/>
                </a:cubicBezTo>
                <a:cubicBezTo>
                  <a:pt x="209626" y="60087"/>
                  <a:pt x="212141" y="77458"/>
                  <a:pt x="212141" y="100319"/>
                </a:cubicBezTo>
                <a:cubicBezTo>
                  <a:pt x="212141" y="124095"/>
                  <a:pt x="209169" y="143067"/>
                  <a:pt x="202999" y="157013"/>
                </a:cubicBezTo>
                <a:cubicBezTo>
                  <a:pt x="196598" y="171415"/>
                  <a:pt x="189740" y="179644"/>
                  <a:pt x="173280" y="192902"/>
                </a:cubicBezTo>
                <a:lnTo>
                  <a:pt x="175338" y="196561"/>
                </a:lnTo>
                <a:close/>
                <a:moveTo>
                  <a:pt x="471604" y="158502"/>
                </a:moveTo>
                <a:lnTo>
                  <a:pt x="471604" y="38286"/>
                </a:lnTo>
                <a:cubicBezTo>
                  <a:pt x="471604" y="24574"/>
                  <a:pt x="473889" y="16119"/>
                  <a:pt x="478232" y="13147"/>
                </a:cubicBezTo>
                <a:cubicBezTo>
                  <a:pt x="481434" y="10862"/>
                  <a:pt x="484633" y="9948"/>
                  <a:pt x="493322" y="9034"/>
                </a:cubicBezTo>
                <a:lnTo>
                  <a:pt x="493322" y="4688"/>
                </a:lnTo>
                <a:lnTo>
                  <a:pt x="439600" y="4688"/>
                </a:lnTo>
                <a:lnTo>
                  <a:pt x="439600" y="9034"/>
                </a:lnTo>
                <a:cubicBezTo>
                  <a:pt x="448286" y="9718"/>
                  <a:pt x="451485" y="10632"/>
                  <a:pt x="454914" y="12690"/>
                </a:cubicBezTo>
                <a:cubicBezTo>
                  <a:pt x="459486" y="15889"/>
                  <a:pt x="461545" y="24117"/>
                  <a:pt x="461545" y="38286"/>
                </a:cubicBezTo>
                <a:lnTo>
                  <a:pt x="461545" y="115308"/>
                </a:lnTo>
                <a:lnTo>
                  <a:pt x="373535" y="4688"/>
                </a:lnTo>
                <a:lnTo>
                  <a:pt x="334443" y="4688"/>
                </a:lnTo>
                <a:lnTo>
                  <a:pt x="334443" y="9034"/>
                </a:lnTo>
                <a:cubicBezTo>
                  <a:pt x="344273" y="9034"/>
                  <a:pt x="347471" y="10862"/>
                  <a:pt x="356617" y="21602"/>
                </a:cubicBezTo>
                <a:lnTo>
                  <a:pt x="356617" y="122393"/>
                </a:lnTo>
                <a:cubicBezTo>
                  <a:pt x="356617" y="145990"/>
                  <a:pt x="353415" y="150333"/>
                  <a:pt x="334443" y="151704"/>
                </a:cubicBezTo>
                <a:lnTo>
                  <a:pt x="334443" y="156046"/>
                </a:lnTo>
                <a:lnTo>
                  <a:pt x="388164" y="156046"/>
                </a:lnTo>
                <a:lnTo>
                  <a:pt x="388164" y="151704"/>
                </a:lnTo>
                <a:cubicBezTo>
                  <a:pt x="370563" y="150790"/>
                  <a:pt x="366677" y="145533"/>
                  <a:pt x="366677" y="122445"/>
                </a:cubicBezTo>
                <a:lnTo>
                  <a:pt x="366677" y="32834"/>
                </a:lnTo>
                <a:lnTo>
                  <a:pt x="467715" y="158502"/>
                </a:lnTo>
                <a:lnTo>
                  <a:pt x="471604" y="158502"/>
                </a:lnTo>
                <a:close/>
                <a:moveTo>
                  <a:pt x="553901" y="50899"/>
                </a:moveTo>
                <a:cubicBezTo>
                  <a:pt x="524181" y="50899"/>
                  <a:pt x="503378" y="72836"/>
                  <a:pt x="503378" y="104362"/>
                </a:cubicBezTo>
                <a:cubicBezTo>
                  <a:pt x="503378" y="135201"/>
                  <a:pt x="524638" y="158279"/>
                  <a:pt x="553440" y="158279"/>
                </a:cubicBezTo>
                <a:cubicBezTo>
                  <a:pt x="582245" y="158279"/>
                  <a:pt x="604189" y="134060"/>
                  <a:pt x="604189" y="102534"/>
                </a:cubicBezTo>
                <a:cubicBezTo>
                  <a:pt x="604189" y="72606"/>
                  <a:pt x="583159" y="50899"/>
                  <a:pt x="553901" y="50899"/>
                </a:cubicBezTo>
                <a:moveTo>
                  <a:pt x="550929" y="57303"/>
                </a:moveTo>
                <a:cubicBezTo>
                  <a:pt x="570131" y="57303"/>
                  <a:pt x="583616" y="79234"/>
                  <a:pt x="583616" y="110529"/>
                </a:cubicBezTo>
                <a:cubicBezTo>
                  <a:pt x="583616" y="136345"/>
                  <a:pt x="573330" y="151878"/>
                  <a:pt x="556185" y="151878"/>
                </a:cubicBezTo>
                <a:cubicBezTo>
                  <a:pt x="547270" y="151878"/>
                  <a:pt x="538811" y="146398"/>
                  <a:pt x="534011" y="137259"/>
                </a:cubicBezTo>
                <a:cubicBezTo>
                  <a:pt x="527610" y="125378"/>
                  <a:pt x="523951" y="109389"/>
                  <a:pt x="523951" y="93169"/>
                </a:cubicBezTo>
                <a:cubicBezTo>
                  <a:pt x="523951" y="71465"/>
                  <a:pt x="534695" y="57303"/>
                  <a:pt x="550929" y="57303"/>
                </a:cubicBezTo>
                <a:close/>
                <a:moveTo>
                  <a:pt x="731294" y="50899"/>
                </a:moveTo>
                <a:cubicBezTo>
                  <a:pt x="701575" y="50899"/>
                  <a:pt x="680772" y="72836"/>
                  <a:pt x="680772" y="104362"/>
                </a:cubicBezTo>
                <a:cubicBezTo>
                  <a:pt x="680772" y="135201"/>
                  <a:pt x="702032" y="158279"/>
                  <a:pt x="730834" y="158279"/>
                </a:cubicBezTo>
                <a:cubicBezTo>
                  <a:pt x="759639" y="158279"/>
                  <a:pt x="781583" y="134060"/>
                  <a:pt x="781583" y="102534"/>
                </a:cubicBezTo>
                <a:cubicBezTo>
                  <a:pt x="781583" y="72606"/>
                  <a:pt x="760553" y="50899"/>
                  <a:pt x="731294" y="50899"/>
                </a:cubicBezTo>
                <a:moveTo>
                  <a:pt x="728322" y="57303"/>
                </a:moveTo>
                <a:cubicBezTo>
                  <a:pt x="747525" y="57303"/>
                  <a:pt x="761010" y="79234"/>
                  <a:pt x="761010" y="110529"/>
                </a:cubicBezTo>
                <a:cubicBezTo>
                  <a:pt x="761010" y="136345"/>
                  <a:pt x="750723" y="151878"/>
                  <a:pt x="733579" y="151878"/>
                </a:cubicBezTo>
                <a:cubicBezTo>
                  <a:pt x="724663" y="151878"/>
                  <a:pt x="716204" y="146398"/>
                  <a:pt x="711405" y="137259"/>
                </a:cubicBezTo>
                <a:cubicBezTo>
                  <a:pt x="705004" y="125378"/>
                  <a:pt x="701345" y="109389"/>
                  <a:pt x="701345" y="93169"/>
                </a:cubicBezTo>
                <a:cubicBezTo>
                  <a:pt x="701345" y="71465"/>
                  <a:pt x="712088" y="57303"/>
                  <a:pt x="728322" y="57303"/>
                </a:cubicBezTo>
                <a:close/>
                <a:moveTo>
                  <a:pt x="894055" y="53132"/>
                </a:moveTo>
                <a:lnTo>
                  <a:pt x="862281" y="53132"/>
                </a:lnTo>
                <a:lnTo>
                  <a:pt x="862281" y="56564"/>
                </a:lnTo>
                <a:cubicBezTo>
                  <a:pt x="869596" y="57248"/>
                  <a:pt x="873025" y="59532"/>
                  <a:pt x="873025" y="63875"/>
                </a:cubicBezTo>
                <a:cubicBezTo>
                  <a:pt x="873025" y="66160"/>
                  <a:pt x="872568" y="68445"/>
                  <a:pt x="871654" y="70733"/>
                </a:cubicBezTo>
                <a:lnTo>
                  <a:pt x="849023" y="129920"/>
                </a:lnTo>
                <a:lnTo>
                  <a:pt x="825704" y="71417"/>
                </a:lnTo>
                <a:cubicBezTo>
                  <a:pt x="824334" y="68218"/>
                  <a:pt x="823646" y="65019"/>
                  <a:pt x="823646" y="62961"/>
                </a:cubicBezTo>
                <a:cubicBezTo>
                  <a:pt x="823646" y="58849"/>
                  <a:pt x="826161" y="57248"/>
                  <a:pt x="834163" y="56564"/>
                </a:cubicBezTo>
                <a:lnTo>
                  <a:pt x="834163" y="53132"/>
                </a:lnTo>
                <a:lnTo>
                  <a:pt x="789358" y="53132"/>
                </a:lnTo>
                <a:lnTo>
                  <a:pt x="789358" y="56564"/>
                </a:lnTo>
                <a:cubicBezTo>
                  <a:pt x="798043" y="57021"/>
                  <a:pt x="799644" y="59306"/>
                  <a:pt x="810158" y="82844"/>
                </a:cubicBezTo>
                <a:lnTo>
                  <a:pt x="837592" y="148432"/>
                </a:lnTo>
                <a:cubicBezTo>
                  <a:pt x="838049" y="149802"/>
                  <a:pt x="838733" y="151404"/>
                  <a:pt x="839420" y="153231"/>
                </a:cubicBezTo>
                <a:cubicBezTo>
                  <a:pt x="840791" y="157344"/>
                  <a:pt x="842165" y="159172"/>
                  <a:pt x="843536" y="159172"/>
                </a:cubicBezTo>
                <a:cubicBezTo>
                  <a:pt x="844907" y="159172"/>
                  <a:pt x="846508" y="156203"/>
                  <a:pt x="849937" y="147744"/>
                </a:cubicBezTo>
                <a:lnTo>
                  <a:pt x="879195" y="74388"/>
                </a:lnTo>
                <a:cubicBezTo>
                  <a:pt x="885826" y="58849"/>
                  <a:pt x="887197" y="57248"/>
                  <a:pt x="894055" y="56564"/>
                </a:cubicBezTo>
                <a:lnTo>
                  <a:pt x="894055" y="53132"/>
                </a:lnTo>
                <a:close/>
                <a:moveTo>
                  <a:pt x="989152" y="118493"/>
                </a:moveTo>
                <a:cubicBezTo>
                  <a:pt x="978182" y="135874"/>
                  <a:pt x="968349" y="142509"/>
                  <a:pt x="953720" y="142509"/>
                </a:cubicBezTo>
                <a:cubicBezTo>
                  <a:pt x="940691" y="142509"/>
                  <a:pt x="930862" y="135874"/>
                  <a:pt x="924231" y="122839"/>
                </a:cubicBezTo>
                <a:cubicBezTo>
                  <a:pt x="920115" y="114147"/>
                  <a:pt x="918517" y="106598"/>
                  <a:pt x="918060" y="92646"/>
                </a:cubicBezTo>
                <a:lnTo>
                  <a:pt x="988469" y="92646"/>
                </a:lnTo>
                <a:cubicBezTo>
                  <a:pt x="986637" y="77814"/>
                  <a:pt x="984353" y="71207"/>
                  <a:pt x="978639" y="63917"/>
                </a:cubicBezTo>
                <a:cubicBezTo>
                  <a:pt x="971778" y="55702"/>
                  <a:pt x="961264" y="50899"/>
                  <a:pt x="949377" y="50899"/>
                </a:cubicBezTo>
                <a:cubicBezTo>
                  <a:pt x="937946" y="50899"/>
                  <a:pt x="927203" y="55015"/>
                  <a:pt x="918517" y="62776"/>
                </a:cubicBezTo>
                <a:cubicBezTo>
                  <a:pt x="907770" y="72118"/>
                  <a:pt x="901600" y="88303"/>
                  <a:pt x="901600" y="107055"/>
                </a:cubicBezTo>
                <a:cubicBezTo>
                  <a:pt x="901600" y="138619"/>
                  <a:pt x="918060" y="158279"/>
                  <a:pt x="944347" y="158279"/>
                </a:cubicBezTo>
                <a:cubicBezTo>
                  <a:pt x="966064" y="158279"/>
                  <a:pt x="983208" y="144793"/>
                  <a:pt x="992811" y="120094"/>
                </a:cubicBezTo>
                <a:lnTo>
                  <a:pt x="989152" y="118493"/>
                </a:lnTo>
                <a:moveTo>
                  <a:pt x="918517" y="85331"/>
                </a:moveTo>
                <a:cubicBezTo>
                  <a:pt x="921029" y="67562"/>
                  <a:pt x="928804" y="59131"/>
                  <a:pt x="942746" y="59131"/>
                </a:cubicBezTo>
                <a:cubicBezTo>
                  <a:pt x="956692" y="59131"/>
                  <a:pt x="962178" y="65511"/>
                  <a:pt x="965150" y="85331"/>
                </a:cubicBezTo>
                <a:lnTo>
                  <a:pt x="918517" y="85331"/>
                </a:lnTo>
                <a:close/>
                <a:moveTo>
                  <a:pt x="998982" y="66903"/>
                </a:moveTo>
                <a:cubicBezTo>
                  <a:pt x="1002184" y="66216"/>
                  <a:pt x="1004242" y="65986"/>
                  <a:pt x="1006984" y="65986"/>
                </a:cubicBezTo>
                <a:cubicBezTo>
                  <a:pt x="1012697" y="65986"/>
                  <a:pt x="1014755" y="69645"/>
                  <a:pt x="1014755" y="79701"/>
                </a:cubicBezTo>
                <a:lnTo>
                  <a:pt x="1014755" y="136847"/>
                </a:lnTo>
                <a:cubicBezTo>
                  <a:pt x="1014755" y="148275"/>
                  <a:pt x="1013154" y="149876"/>
                  <a:pt x="998525" y="152617"/>
                </a:cubicBezTo>
                <a:lnTo>
                  <a:pt x="998525" y="156046"/>
                </a:lnTo>
                <a:lnTo>
                  <a:pt x="1053390" y="156046"/>
                </a:lnTo>
                <a:lnTo>
                  <a:pt x="1053390" y="152617"/>
                </a:lnTo>
                <a:cubicBezTo>
                  <a:pt x="1037844" y="151934"/>
                  <a:pt x="1033958" y="148505"/>
                  <a:pt x="1033958" y="135477"/>
                </a:cubicBezTo>
                <a:lnTo>
                  <a:pt x="1033958" y="84044"/>
                </a:lnTo>
                <a:cubicBezTo>
                  <a:pt x="1033958" y="76729"/>
                  <a:pt x="1043787" y="65302"/>
                  <a:pt x="1049961" y="65302"/>
                </a:cubicBezTo>
                <a:cubicBezTo>
                  <a:pt x="1051332" y="65302"/>
                  <a:pt x="1053390" y="66446"/>
                  <a:pt x="1055905" y="68731"/>
                </a:cubicBezTo>
                <a:cubicBezTo>
                  <a:pt x="1059561" y="71929"/>
                  <a:pt x="1062076" y="73300"/>
                  <a:pt x="1065048" y="73300"/>
                </a:cubicBezTo>
                <a:cubicBezTo>
                  <a:pt x="1070535" y="73300"/>
                  <a:pt x="1073963" y="69414"/>
                  <a:pt x="1073963" y="63017"/>
                </a:cubicBezTo>
                <a:cubicBezTo>
                  <a:pt x="1073963" y="55472"/>
                  <a:pt x="1069164" y="50899"/>
                  <a:pt x="1061392" y="50899"/>
                </a:cubicBezTo>
                <a:cubicBezTo>
                  <a:pt x="1051789" y="50899"/>
                  <a:pt x="1045162" y="56159"/>
                  <a:pt x="1033958" y="72386"/>
                </a:cubicBezTo>
                <a:lnTo>
                  <a:pt x="1033958" y="51360"/>
                </a:lnTo>
                <a:lnTo>
                  <a:pt x="1032817" y="50899"/>
                </a:lnTo>
                <a:cubicBezTo>
                  <a:pt x="1020699" y="55929"/>
                  <a:pt x="1012471" y="58901"/>
                  <a:pt x="998982" y="63244"/>
                </a:cubicBezTo>
                <a:lnTo>
                  <a:pt x="998982" y="66903"/>
                </a:lnTo>
                <a:close/>
                <a:moveTo>
                  <a:pt x="1080593" y="60677"/>
                </a:moveTo>
                <a:lnTo>
                  <a:pt x="1096139" y="60677"/>
                </a:lnTo>
                <a:lnTo>
                  <a:pt x="1096139" y="134552"/>
                </a:lnTo>
                <a:cubicBezTo>
                  <a:pt x="1096139" y="149189"/>
                  <a:pt x="1093625" y="152160"/>
                  <a:pt x="1080823" y="152617"/>
                </a:cubicBezTo>
                <a:lnTo>
                  <a:pt x="1080823" y="156046"/>
                </a:lnTo>
                <a:lnTo>
                  <a:pt x="1131115" y="156046"/>
                </a:lnTo>
                <a:lnTo>
                  <a:pt x="1131115" y="152617"/>
                </a:lnTo>
                <a:cubicBezTo>
                  <a:pt x="1118314" y="151704"/>
                  <a:pt x="1115342" y="148501"/>
                  <a:pt x="1115342" y="135923"/>
                </a:cubicBezTo>
                <a:lnTo>
                  <a:pt x="1115342" y="60677"/>
                </a:lnTo>
                <a:lnTo>
                  <a:pt x="1135001" y="60677"/>
                </a:lnTo>
                <a:cubicBezTo>
                  <a:pt x="1156945" y="60677"/>
                  <a:pt x="1158089" y="61364"/>
                  <a:pt x="1158089" y="73485"/>
                </a:cubicBezTo>
                <a:lnTo>
                  <a:pt x="1158089" y="133865"/>
                </a:lnTo>
                <a:cubicBezTo>
                  <a:pt x="1158089" y="149419"/>
                  <a:pt x="1156488" y="151477"/>
                  <a:pt x="1142316" y="152617"/>
                </a:cubicBezTo>
                <a:lnTo>
                  <a:pt x="1142316" y="156046"/>
                </a:lnTo>
                <a:lnTo>
                  <a:pt x="1192608" y="156046"/>
                </a:lnTo>
                <a:lnTo>
                  <a:pt x="1192608" y="152617"/>
                </a:lnTo>
                <a:cubicBezTo>
                  <a:pt x="1179806" y="151477"/>
                  <a:pt x="1177291" y="148501"/>
                  <a:pt x="1177291" y="133865"/>
                </a:cubicBezTo>
                <a:lnTo>
                  <a:pt x="1177291" y="73942"/>
                </a:lnTo>
                <a:cubicBezTo>
                  <a:pt x="1177291" y="68912"/>
                  <a:pt x="1177291" y="63652"/>
                  <a:pt x="1177748" y="51534"/>
                </a:cubicBezTo>
                <a:lnTo>
                  <a:pt x="1176835" y="50899"/>
                </a:lnTo>
                <a:cubicBezTo>
                  <a:pt x="1166775" y="52448"/>
                  <a:pt x="1160147" y="53132"/>
                  <a:pt x="1151001" y="53132"/>
                </a:cubicBezTo>
                <a:lnTo>
                  <a:pt x="1115112" y="53132"/>
                </a:lnTo>
                <a:lnTo>
                  <a:pt x="1115112" y="43330"/>
                </a:lnTo>
                <a:cubicBezTo>
                  <a:pt x="1115112" y="33301"/>
                  <a:pt x="1115799" y="26234"/>
                  <a:pt x="1116939" y="22359"/>
                </a:cubicBezTo>
                <a:cubicBezTo>
                  <a:pt x="1120141" y="12557"/>
                  <a:pt x="1129057" y="5717"/>
                  <a:pt x="1139344" y="5717"/>
                </a:cubicBezTo>
                <a:cubicBezTo>
                  <a:pt x="1145745" y="5717"/>
                  <a:pt x="1150087" y="8682"/>
                  <a:pt x="1155574" y="16433"/>
                </a:cubicBezTo>
                <a:cubicBezTo>
                  <a:pt x="1159917" y="22586"/>
                  <a:pt x="1162889" y="24867"/>
                  <a:pt x="1166775" y="24867"/>
                </a:cubicBezTo>
                <a:cubicBezTo>
                  <a:pt x="1171578" y="24867"/>
                  <a:pt x="1175007" y="20992"/>
                  <a:pt x="1175007" y="15976"/>
                </a:cubicBezTo>
                <a:cubicBezTo>
                  <a:pt x="1175007" y="6401"/>
                  <a:pt x="1163576" y="0"/>
                  <a:pt x="1145971" y="0"/>
                </a:cubicBezTo>
                <a:cubicBezTo>
                  <a:pt x="1128600" y="0"/>
                  <a:pt x="1115342" y="5944"/>
                  <a:pt x="1107110" y="17116"/>
                </a:cubicBezTo>
                <a:cubicBezTo>
                  <a:pt x="1100252" y="26461"/>
                  <a:pt x="1097737" y="34896"/>
                  <a:pt x="1096366" y="53132"/>
                </a:cubicBezTo>
                <a:lnTo>
                  <a:pt x="1080593" y="53132"/>
                </a:lnTo>
                <a:lnTo>
                  <a:pt x="1080593" y="60677"/>
                </a:lnTo>
                <a:close/>
                <a:moveTo>
                  <a:pt x="1258900" y="53132"/>
                </a:moveTo>
                <a:lnTo>
                  <a:pt x="1235812" y="53132"/>
                </a:lnTo>
                <a:lnTo>
                  <a:pt x="1235812" y="26615"/>
                </a:lnTo>
                <a:cubicBezTo>
                  <a:pt x="1235812" y="24330"/>
                  <a:pt x="1235586" y="23643"/>
                  <a:pt x="1234211" y="23643"/>
                </a:cubicBezTo>
                <a:cubicBezTo>
                  <a:pt x="1232614" y="25701"/>
                  <a:pt x="1231239" y="27759"/>
                  <a:pt x="1229642" y="30044"/>
                </a:cubicBezTo>
                <a:cubicBezTo>
                  <a:pt x="1220953" y="42618"/>
                  <a:pt x="1211123" y="53592"/>
                  <a:pt x="1207468" y="54506"/>
                </a:cubicBezTo>
                <a:cubicBezTo>
                  <a:pt x="1204953" y="56104"/>
                  <a:pt x="1203578" y="57705"/>
                  <a:pt x="1203578" y="58849"/>
                </a:cubicBezTo>
                <a:cubicBezTo>
                  <a:pt x="1203578" y="59536"/>
                  <a:pt x="1203808" y="59993"/>
                  <a:pt x="1204496" y="60450"/>
                </a:cubicBezTo>
                <a:lnTo>
                  <a:pt x="1216610" y="60450"/>
                </a:lnTo>
                <a:lnTo>
                  <a:pt x="1216610" y="129250"/>
                </a:lnTo>
                <a:cubicBezTo>
                  <a:pt x="1216610" y="148449"/>
                  <a:pt x="1223468" y="158279"/>
                  <a:pt x="1236956" y="158279"/>
                </a:cubicBezTo>
                <a:cubicBezTo>
                  <a:pt x="1248157" y="158279"/>
                  <a:pt x="1256842" y="152795"/>
                  <a:pt x="1264387" y="140908"/>
                </a:cubicBezTo>
                <a:lnTo>
                  <a:pt x="1261415" y="138393"/>
                </a:lnTo>
                <a:cubicBezTo>
                  <a:pt x="1256616" y="144106"/>
                  <a:pt x="1252730" y="146395"/>
                  <a:pt x="1247700" y="146395"/>
                </a:cubicBezTo>
                <a:cubicBezTo>
                  <a:pt x="1239241" y="146395"/>
                  <a:pt x="1235812" y="140221"/>
                  <a:pt x="1235812" y="125821"/>
                </a:cubicBezTo>
                <a:lnTo>
                  <a:pt x="1235812" y="60450"/>
                </a:lnTo>
                <a:lnTo>
                  <a:pt x="1258900" y="60450"/>
                </a:lnTo>
                <a:lnTo>
                  <a:pt x="1258900" y="53132"/>
                </a:lnTo>
                <a:close/>
                <a:moveTo>
                  <a:pt x="1322451" y="53132"/>
                </a:moveTo>
                <a:lnTo>
                  <a:pt x="1299363" y="53132"/>
                </a:lnTo>
                <a:lnTo>
                  <a:pt x="1299363" y="26615"/>
                </a:lnTo>
                <a:cubicBezTo>
                  <a:pt x="1299363" y="24330"/>
                  <a:pt x="1299136" y="23643"/>
                  <a:pt x="1297762" y="23643"/>
                </a:cubicBezTo>
                <a:cubicBezTo>
                  <a:pt x="1296164" y="25701"/>
                  <a:pt x="1294790" y="27759"/>
                  <a:pt x="1293192" y="30044"/>
                </a:cubicBezTo>
                <a:cubicBezTo>
                  <a:pt x="1284503" y="42618"/>
                  <a:pt x="1274674" y="53592"/>
                  <a:pt x="1271018" y="54506"/>
                </a:cubicBezTo>
                <a:cubicBezTo>
                  <a:pt x="1268503" y="56104"/>
                  <a:pt x="1267129" y="57705"/>
                  <a:pt x="1267129" y="58849"/>
                </a:cubicBezTo>
                <a:cubicBezTo>
                  <a:pt x="1267129" y="59536"/>
                  <a:pt x="1267359" y="59993"/>
                  <a:pt x="1268046" y="60450"/>
                </a:cubicBezTo>
                <a:lnTo>
                  <a:pt x="1280161" y="60450"/>
                </a:lnTo>
                <a:lnTo>
                  <a:pt x="1280161" y="129250"/>
                </a:lnTo>
                <a:cubicBezTo>
                  <a:pt x="1280161" y="148449"/>
                  <a:pt x="1287018" y="158279"/>
                  <a:pt x="1300507" y="158279"/>
                </a:cubicBezTo>
                <a:cubicBezTo>
                  <a:pt x="1311708" y="158279"/>
                  <a:pt x="1320393" y="152795"/>
                  <a:pt x="1327938" y="140908"/>
                </a:cubicBezTo>
                <a:lnTo>
                  <a:pt x="1324966" y="138393"/>
                </a:lnTo>
                <a:cubicBezTo>
                  <a:pt x="1320166" y="144106"/>
                  <a:pt x="1316281" y="146395"/>
                  <a:pt x="1311251" y="146395"/>
                </a:cubicBezTo>
                <a:cubicBezTo>
                  <a:pt x="1302792" y="146395"/>
                  <a:pt x="1299363" y="140221"/>
                  <a:pt x="1299363" y="125821"/>
                </a:cubicBezTo>
                <a:lnTo>
                  <a:pt x="1299363" y="60450"/>
                </a:lnTo>
                <a:lnTo>
                  <a:pt x="1322451" y="60450"/>
                </a:lnTo>
                <a:lnTo>
                  <a:pt x="1322451" y="53132"/>
                </a:lnTo>
                <a:close/>
                <a:moveTo>
                  <a:pt x="1367714" y="50899"/>
                </a:moveTo>
                <a:lnTo>
                  <a:pt x="1332281" y="63401"/>
                </a:lnTo>
                <a:lnTo>
                  <a:pt x="1332281" y="66833"/>
                </a:lnTo>
                <a:lnTo>
                  <a:pt x="1334112" y="66603"/>
                </a:lnTo>
                <a:cubicBezTo>
                  <a:pt x="1336854" y="66146"/>
                  <a:pt x="1339826" y="65916"/>
                  <a:pt x="1341884" y="65916"/>
                </a:cubicBezTo>
                <a:cubicBezTo>
                  <a:pt x="1347371" y="65916"/>
                  <a:pt x="1349425" y="69575"/>
                  <a:pt x="1349425" y="79642"/>
                </a:cubicBezTo>
                <a:lnTo>
                  <a:pt x="1349425" y="132717"/>
                </a:lnTo>
                <a:cubicBezTo>
                  <a:pt x="1349425" y="149189"/>
                  <a:pt x="1347140" y="151704"/>
                  <a:pt x="1331367" y="152617"/>
                </a:cubicBezTo>
                <a:lnTo>
                  <a:pt x="1331367" y="156046"/>
                </a:lnTo>
                <a:lnTo>
                  <a:pt x="1385545" y="156046"/>
                </a:lnTo>
                <a:lnTo>
                  <a:pt x="1385545" y="152617"/>
                </a:lnTo>
                <a:cubicBezTo>
                  <a:pt x="1370459" y="151477"/>
                  <a:pt x="1368627" y="149189"/>
                  <a:pt x="1368627" y="132717"/>
                </a:cubicBezTo>
                <a:lnTo>
                  <a:pt x="1368627" y="51586"/>
                </a:lnTo>
                <a:lnTo>
                  <a:pt x="1367714" y="50899"/>
                </a:lnTo>
                <a:moveTo>
                  <a:pt x="1356970" y="0"/>
                </a:moveTo>
                <a:cubicBezTo>
                  <a:pt x="1350799" y="0"/>
                  <a:pt x="1345539" y="5260"/>
                  <a:pt x="1345539" y="11661"/>
                </a:cubicBezTo>
                <a:cubicBezTo>
                  <a:pt x="1345539" y="18062"/>
                  <a:pt x="1350569" y="23318"/>
                  <a:pt x="1356970" y="23318"/>
                </a:cubicBezTo>
                <a:cubicBezTo>
                  <a:pt x="1363601" y="23318"/>
                  <a:pt x="1368858" y="18288"/>
                  <a:pt x="1368858" y="11661"/>
                </a:cubicBezTo>
                <a:cubicBezTo>
                  <a:pt x="1368858" y="5260"/>
                  <a:pt x="1363601" y="0"/>
                  <a:pt x="1356970" y="0"/>
                </a:cubicBezTo>
                <a:close/>
                <a:moveTo>
                  <a:pt x="1394918" y="65075"/>
                </a:moveTo>
                <a:cubicBezTo>
                  <a:pt x="1396289" y="64388"/>
                  <a:pt x="1398577" y="64161"/>
                  <a:pt x="1401092" y="64161"/>
                </a:cubicBezTo>
                <a:cubicBezTo>
                  <a:pt x="1407493" y="64161"/>
                  <a:pt x="1409547" y="67590"/>
                  <a:pt x="1409547" y="78787"/>
                </a:cubicBezTo>
                <a:lnTo>
                  <a:pt x="1409547" y="135477"/>
                </a:lnTo>
                <a:cubicBezTo>
                  <a:pt x="1409547" y="148505"/>
                  <a:pt x="1407032" y="151704"/>
                  <a:pt x="1395375" y="152617"/>
                </a:cubicBezTo>
                <a:lnTo>
                  <a:pt x="1395375" y="156046"/>
                </a:lnTo>
                <a:lnTo>
                  <a:pt x="1443839" y="156046"/>
                </a:lnTo>
                <a:lnTo>
                  <a:pt x="1443839" y="152617"/>
                </a:lnTo>
                <a:cubicBezTo>
                  <a:pt x="1432178" y="151704"/>
                  <a:pt x="1428749" y="148962"/>
                  <a:pt x="1428749" y="140733"/>
                </a:cubicBezTo>
                <a:lnTo>
                  <a:pt x="1428749" y="76502"/>
                </a:lnTo>
                <a:cubicBezTo>
                  <a:pt x="1439723" y="66216"/>
                  <a:pt x="1444753" y="63474"/>
                  <a:pt x="1452298" y="63474"/>
                </a:cubicBezTo>
                <a:cubicBezTo>
                  <a:pt x="1463498" y="63474"/>
                  <a:pt x="1468985" y="70558"/>
                  <a:pt x="1468985" y="85645"/>
                </a:cubicBezTo>
                <a:lnTo>
                  <a:pt x="1468985" y="133419"/>
                </a:lnTo>
                <a:cubicBezTo>
                  <a:pt x="1468985" y="147818"/>
                  <a:pt x="1466013" y="151704"/>
                  <a:pt x="1454583" y="152617"/>
                </a:cubicBezTo>
                <a:lnTo>
                  <a:pt x="1454583" y="156046"/>
                </a:lnTo>
                <a:lnTo>
                  <a:pt x="1502133" y="156046"/>
                </a:lnTo>
                <a:lnTo>
                  <a:pt x="1502133" y="152617"/>
                </a:lnTo>
                <a:cubicBezTo>
                  <a:pt x="1490929" y="151477"/>
                  <a:pt x="1488188" y="148732"/>
                  <a:pt x="1488188" y="137535"/>
                </a:cubicBezTo>
                <a:lnTo>
                  <a:pt x="1488188" y="85188"/>
                </a:lnTo>
                <a:cubicBezTo>
                  <a:pt x="1488188" y="63704"/>
                  <a:pt x="1478128" y="50899"/>
                  <a:pt x="1461214" y="50899"/>
                </a:cubicBezTo>
                <a:cubicBezTo>
                  <a:pt x="1450697" y="50899"/>
                  <a:pt x="1443609" y="54789"/>
                  <a:pt x="1428066" y="69418"/>
                </a:cubicBezTo>
                <a:lnTo>
                  <a:pt x="1428066" y="51360"/>
                </a:lnTo>
                <a:lnTo>
                  <a:pt x="1426465" y="50899"/>
                </a:lnTo>
                <a:cubicBezTo>
                  <a:pt x="1415264" y="55015"/>
                  <a:pt x="1407493" y="57530"/>
                  <a:pt x="1394918" y="61189"/>
                </a:cubicBezTo>
                <a:lnTo>
                  <a:pt x="1394918" y="65075"/>
                </a:lnTo>
                <a:close/>
                <a:moveTo>
                  <a:pt x="1613001" y="67405"/>
                </a:moveTo>
                <a:lnTo>
                  <a:pt x="1613001" y="58489"/>
                </a:lnTo>
                <a:lnTo>
                  <a:pt x="1595400" y="58489"/>
                </a:lnTo>
                <a:cubicBezTo>
                  <a:pt x="1590827" y="58489"/>
                  <a:pt x="1587398" y="57778"/>
                  <a:pt x="1582828" y="56159"/>
                </a:cubicBezTo>
                <a:lnTo>
                  <a:pt x="1577798" y="54332"/>
                </a:lnTo>
                <a:cubicBezTo>
                  <a:pt x="1571624" y="52043"/>
                  <a:pt x="1565454" y="50899"/>
                  <a:pt x="1559510" y="50899"/>
                </a:cubicBezTo>
                <a:cubicBezTo>
                  <a:pt x="1538250" y="50899"/>
                  <a:pt x="1521332" y="67405"/>
                  <a:pt x="1521332" y="88202"/>
                </a:cubicBezTo>
                <a:cubicBezTo>
                  <a:pt x="1521332" y="102601"/>
                  <a:pt x="1527506" y="111283"/>
                  <a:pt x="1542592" y="118824"/>
                </a:cubicBezTo>
                <a:cubicBezTo>
                  <a:pt x="1538250" y="122940"/>
                  <a:pt x="1534137" y="126819"/>
                  <a:pt x="1532763" y="127960"/>
                </a:cubicBezTo>
                <a:cubicBezTo>
                  <a:pt x="1525221" y="134577"/>
                  <a:pt x="1522249" y="139143"/>
                  <a:pt x="1522249" y="143705"/>
                </a:cubicBezTo>
                <a:cubicBezTo>
                  <a:pt x="1522249" y="148498"/>
                  <a:pt x="1524991" y="151236"/>
                  <a:pt x="1534364" y="155809"/>
                </a:cubicBezTo>
                <a:cubicBezTo>
                  <a:pt x="1518133" y="167707"/>
                  <a:pt x="1511963" y="175263"/>
                  <a:pt x="1511963" y="183728"/>
                </a:cubicBezTo>
                <a:cubicBezTo>
                  <a:pt x="1511963" y="195853"/>
                  <a:pt x="1529791" y="205913"/>
                  <a:pt x="1551508" y="205913"/>
                </a:cubicBezTo>
                <a:cubicBezTo>
                  <a:pt x="1568652" y="205913"/>
                  <a:pt x="1586484" y="199969"/>
                  <a:pt x="1598372" y="190366"/>
                </a:cubicBezTo>
                <a:cubicBezTo>
                  <a:pt x="1607061" y="183271"/>
                  <a:pt x="1610946" y="175946"/>
                  <a:pt x="1610946" y="167250"/>
                </a:cubicBezTo>
                <a:cubicBezTo>
                  <a:pt x="1610946" y="153064"/>
                  <a:pt x="1600199" y="143478"/>
                  <a:pt x="1583285" y="142795"/>
                </a:cubicBezTo>
                <a:lnTo>
                  <a:pt x="1553796" y="141424"/>
                </a:lnTo>
                <a:cubicBezTo>
                  <a:pt x="1541679" y="140967"/>
                  <a:pt x="1535965" y="138912"/>
                  <a:pt x="1535965" y="135264"/>
                </a:cubicBezTo>
                <a:cubicBezTo>
                  <a:pt x="1535965" y="130698"/>
                  <a:pt x="1543506" y="122710"/>
                  <a:pt x="1549680" y="120882"/>
                </a:cubicBezTo>
                <a:cubicBezTo>
                  <a:pt x="1551738" y="121112"/>
                  <a:pt x="1553339" y="121339"/>
                  <a:pt x="1554023" y="121339"/>
                </a:cubicBezTo>
                <a:cubicBezTo>
                  <a:pt x="1558366" y="121796"/>
                  <a:pt x="1561338" y="122026"/>
                  <a:pt x="1562712" y="122026"/>
                </a:cubicBezTo>
                <a:cubicBezTo>
                  <a:pt x="1571167" y="122026"/>
                  <a:pt x="1580313" y="118597"/>
                  <a:pt x="1587398" y="112427"/>
                </a:cubicBezTo>
                <a:cubicBezTo>
                  <a:pt x="1594943" y="106026"/>
                  <a:pt x="1598372" y="98028"/>
                  <a:pt x="1598372" y="86604"/>
                </a:cubicBezTo>
                <a:cubicBezTo>
                  <a:pt x="1598372" y="79977"/>
                  <a:pt x="1597227" y="74720"/>
                  <a:pt x="1594029" y="67405"/>
                </a:cubicBezTo>
                <a:lnTo>
                  <a:pt x="1613001" y="67405"/>
                </a:lnTo>
                <a:moveTo>
                  <a:pt x="1539164" y="156493"/>
                </a:moveTo>
                <a:cubicBezTo>
                  <a:pt x="1546708" y="158097"/>
                  <a:pt x="1564997" y="159468"/>
                  <a:pt x="1576197" y="159468"/>
                </a:cubicBezTo>
                <a:cubicBezTo>
                  <a:pt x="1597001" y="159468"/>
                  <a:pt x="1604546" y="162444"/>
                  <a:pt x="1604546" y="170683"/>
                </a:cubicBezTo>
                <a:cubicBezTo>
                  <a:pt x="1604546" y="183959"/>
                  <a:pt x="1587171" y="192881"/>
                  <a:pt x="1561338" y="192881"/>
                </a:cubicBezTo>
                <a:cubicBezTo>
                  <a:pt x="1541222" y="192881"/>
                  <a:pt x="1527963" y="186247"/>
                  <a:pt x="1527963" y="176176"/>
                </a:cubicBezTo>
                <a:cubicBezTo>
                  <a:pt x="1527963" y="170913"/>
                  <a:pt x="1529564" y="167937"/>
                  <a:pt x="1539164" y="156493"/>
                </a:cubicBezTo>
                <a:moveTo>
                  <a:pt x="1540308" y="78832"/>
                </a:moveTo>
                <a:cubicBezTo>
                  <a:pt x="1540308" y="65351"/>
                  <a:pt x="1546708" y="57303"/>
                  <a:pt x="1557225" y="57303"/>
                </a:cubicBezTo>
                <a:cubicBezTo>
                  <a:pt x="1564310" y="57303"/>
                  <a:pt x="1570254" y="61235"/>
                  <a:pt x="1573913" y="68092"/>
                </a:cubicBezTo>
                <a:cubicBezTo>
                  <a:pt x="1578025" y="76091"/>
                  <a:pt x="1580770" y="86604"/>
                  <a:pt x="1580770" y="95516"/>
                </a:cubicBezTo>
                <a:cubicBezTo>
                  <a:pt x="1580770" y="108311"/>
                  <a:pt x="1574139" y="116309"/>
                  <a:pt x="1563626" y="116309"/>
                </a:cubicBezTo>
                <a:cubicBezTo>
                  <a:pt x="1549911" y="116309"/>
                  <a:pt x="1540308" y="101457"/>
                  <a:pt x="1540308" y="79520"/>
                </a:cubicBezTo>
                <a:lnTo>
                  <a:pt x="1540308" y="78832"/>
                </a:lnTo>
                <a:close/>
                <a:moveTo>
                  <a:pt x="1638834" y="188270"/>
                </a:moveTo>
                <a:cubicBezTo>
                  <a:pt x="1654151" y="180725"/>
                  <a:pt x="1664437" y="166783"/>
                  <a:pt x="1664437" y="153064"/>
                </a:cubicBezTo>
                <a:cubicBezTo>
                  <a:pt x="1664437" y="141637"/>
                  <a:pt x="1656435" y="132721"/>
                  <a:pt x="1646149" y="132721"/>
                </a:cubicBezTo>
                <a:cubicBezTo>
                  <a:pt x="1638147" y="132721"/>
                  <a:pt x="1632664" y="137978"/>
                  <a:pt x="1632664" y="145749"/>
                </a:cubicBezTo>
                <a:cubicBezTo>
                  <a:pt x="1632664" y="153043"/>
                  <a:pt x="1637920" y="157386"/>
                  <a:pt x="1646149" y="157386"/>
                </a:cubicBezTo>
                <a:cubicBezTo>
                  <a:pt x="1647520" y="157386"/>
                  <a:pt x="1649121" y="157159"/>
                  <a:pt x="1650492" y="156929"/>
                </a:cubicBezTo>
                <a:cubicBezTo>
                  <a:pt x="1652093" y="156493"/>
                  <a:pt x="1652093" y="156493"/>
                  <a:pt x="1652323" y="156493"/>
                </a:cubicBezTo>
                <a:cubicBezTo>
                  <a:pt x="1654151" y="156493"/>
                  <a:pt x="1655522" y="157867"/>
                  <a:pt x="1655522" y="159695"/>
                </a:cubicBezTo>
                <a:cubicBezTo>
                  <a:pt x="1655522" y="167010"/>
                  <a:pt x="1649121" y="175468"/>
                  <a:pt x="1636776" y="183927"/>
                </a:cubicBezTo>
                <a:lnTo>
                  <a:pt x="1638834" y="188270"/>
                </a:lnTo>
                <a:close/>
                <a:moveTo>
                  <a:pt x="1743533" y="65075"/>
                </a:moveTo>
                <a:cubicBezTo>
                  <a:pt x="1744904" y="64388"/>
                  <a:pt x="1747192" y="64161"/>
                  <a:pt x="1749707" y="64161"/>
                </a:cubicBezTo>
                <a:cubicBezTo>
                  <a:pt x="1756108" y="64161"/>
                  <a:pt x="1758162" y="67590"/>
                  <a:pt x="1758162" y="78787"/>
                </a:cubicBezTo>
                <a:lnTo>
                  <a:pt x="1758162" y="135477"/>
                </a:lnTo>
                <a:cubicBezTo>
                  <a:pt x="1758162" y="148505"/>
                  <a:pt x="1755647" y="151704"/>
                  <a:pt x="1743990" y="152617"/>
                </a:cubicBezTo>
                <a:lnTo>
                  <a:pt x="1743990" y="156046"/>
                </a:lnTo>
                <a:lnTo>
                  <a:pt x="1792454" y="156046"/>
                </a:lnTo>
                <a:lnTo>
                  <a:pt x="1792454" y="152617"/>
                </a:lnTo>
                <a:cubicBezTo>
                  <a:pt x="1780793" y="151704"/>
                  <a:pt x="1777364" y="148962"/>
                  <a:pt x="1777364" y="140733"/>
                </a:cubicBezTo>
                <a:lnTo>
                  <a:pt x="1777364" y="76502"/>
                </a:lnTo>
                <a:cubicBezTo>
                  <a:pt x="1788338" y="66216"/>
                  <a:pt x="1793368" y="63474"/>
                  <a:pt x="1800913" y="63474"/>
                </a:cubicBezTo>
                <a:cubicBezTo>
                  <a:pt x="1812113" y="63474"/>
                  <a:pt x="1817600" y="70558"/>
                  <a:pt x="1817600" y="85645"/>
                </a:cubicBezTo>
                <a:lnTo>
                  <a:pt x="1817600" y="133419"/>
                </a:lnTo>
                <a:cubicBezTo>
                  <a:pt x="1817600" y="147818"/>
                  <a:pt x="1814628" y="151704"/>
                  <a:pt x="1803198" y="152617"/>
                </a:cubicBezTo>
                <a:lnTo>
                  <a:pt x="1803198" y="156046"/>
                </a:lnTo>
                <a:lnTo>
                  <a:pt x="1850748" y="156046"/>
                </a:lnTo>
                <a:lnTo>
                  <a:pt x="1850748" y="152617"/>
                </a:lnTo>
                <a:cubicBezTo>
                  <a:pt x="1839544" y="151477"/>
                  <a:pt x="1836803" y="148732"/>
                  <a:pt x="1836803" y="137535"/>
                </a:cubicBezTo>
                <a:lnTo>
                  <a:pt x="1836803" y="85188"/>
                </a:lnTo>
                <a:cubicBezTo>
                  <a:pt x="1836803" y="63704"/>
                  <a:pt x="1826743" y="50899"/>
                  <a:pt x="1809829" y="50899"/>
                </a:cubicBezTo>
                <a:cubicBezTo>
                  <a:pt x="1799312" y="50899"/>
                  <a:pt x="1792224" y="54789"/>
                  <a:pt x="1776681" y="69418"/>
                </a:cubicBezTo>
                <a:lnTo>
                  <a:pt x="1776681" y="51360"/>
                </a:lnTo>
                <a:lnTo>
                  <a:pt x="1775080" y="50899"/>
                </a:lnTo>
                <a:cubicBezTo>
                  <a:pt x="1763879" y="55015"/>
                  <a:pt x="1756108" y="57530"/>
                  <a:pt x="1743533" y="61189"/>
                </a:cubicBezTo>
                <a:lnTo>
                  <a:pt x="1743533" y="65075"/>
                </a:lnTo>
                <a:close/>
                <a:moveTo>
                  <a:pt x="1911327" y="50899"/>
                </a:moveTo>
                <a:cubicBezTo>
                  <a:pt x="1881608" y="50899"/>
                  <a:pt x="1860805" y="72836"/>
                  <a:pt x="1860805" y="104362"/>
                </a:cubicBezTo>
                <a:cubicBezTo>
                  <a:pt x="1860805" y="135201"/>
                  <a:pt x="1882065" y="158279"/>
                  <a:pt x="1910867" y="158279"/>
                </a:cubicBezTo>
                <a:cubicBezTo>
                  <a:pt x="1939672" y="158279"/>
                  <a:pt x="1961616" y="134060"/>
                  <a:pt x="1961616" y="102534"/>
                </a:cubicBezTo>
                <a:cubicBezTo>
                  <a:pt x="1961616" y="72606"/>
                  <a:pt x="1940586" y="50899"/>
                  <a:pt x="1911327" y="50899"/>
                </a:cubicBezTo>
                <a:moveTo>
                  <a:pt x="1908355" y="57303"/>
                </a:moveTo>
                <a:cubicBezTo>
                  <a:pt x="1927558" y="57303"/>
                  <a:pt x="1941043" y="79234"/>
                  <a:pt x="1941043" y="110529"/>
                </a:cubicBezTo>
                <a:cubicBezTo>
                  <a:pt x="1941043" y="136345"/>
                  <a:pt x="1930756" y="151878"/>
                  <a:pt x="1913612" y="151878"/>
                </a:cubicBezTo>
                <a:cubicBezTo>
                  <a:pt x="1904696" y="151878"/>
                  <a:pt x="1896237" y="146398"/>
                  <a:pt x="1891438" y="137259"/>
                </a:cubicBezTo>
                <a:cubicBezTo>
                  <a:pt x="1885037" y="125378"/>
                  <a:pt x="1881378" y="109389"/>
                  <a:pt x="1881378" y="93169"/>
                </a:cubicBezTo>
                <a:cubicBezTo>
                  <a:pt x="1881378" y="71465"/>
                  <a:pt x="1892121" y="57303"/>
                  <a:pt x="1908355" y="57303"/>
                </a:cubicBezTo>
                <a:close/>
                <a:moveTo>
                  <a:pt x="2035913" y="65075"/>
                </a:moveTo>
                <a:cubicBezTo>
                  <a:pt x="2038885" y="64388"/>
                  <a:pt x="2040713" y="64161"/>
                  <a:pt x="2043228" y="64161"/>
                </a:cubicBezTo>
                <a:cubicBezTo>
                  <a:pt x="2049172" y="64161"/>
                  <a:pt x="2051230" y="67817"/>
                  <a:pt x="2051230" y="78787"/>
                </a:cubicBezTo>
                <a:lnTo>
                  <a:pt x="2051230" y="136617"/>
                </a:lnTo>
                <a:cubicBezTo>
                  <a:pt x="2051230" y="148962"/>
                  <a:pt x="2048028" y="152391"/>
                  <a:pt x="2035226" y="152617"/>
                </a:cubicBezTo>
                <a:lnTo>
                  <a:pt x="2035226" y="156046"/>
                </a:lnTo>
                <a:lnTo>
                  <a:pt x="2085976" y="156046"/>
                </a:lnTo>
                <a:lnTo>
                  <a:pt x="2085976" y="152617"/>
                </a:lnTo>
                <a:cubicBezTo>
                  <a:pt x="2073861" y="152160"/>
                  <a:pt x="2070432" y="149649"/>
                  <a:pt x="2070432" y="140733"/>
                </a:cubicBezTo>
                <a:lnTo>
                  <a:pt x="2070432" y="76276"/>
                </a:lnTo>
                <a:cubicBezTo>
                  <a:pt x="2070432" y="75819"/>
                  <a:pt x="2072260" y="73530"/>
                  <a:pt x="2073861" y="71933"/>
                </a:cubicBezTo>
                <a:cubicBezTo>
                  <a:pt x="2079575" y="66673"/>
                  <a:pt x="2089404" y="62787"/>
                  <a:pt x="2097406" y="62787"/>
                </a:cubicBezTo>
                <a:cubicBezTo>
                  <a:pt x="2107463" y="62787"/>
                  <a:pt x="2112493" y="70789"/>
                  <a:pt x="2112493" y="86789"/>
                </a:cubicBezTo>
                <a:lnTo>
                  <a:pt x="2112493" y="136391"/>
                </a:lnTo>
                <a:cubicBezTo>
                  <a:pt x="2112493" y="149192"/>
                  <a:pt x="2109978" y="151704"/>
                  <a:pt x="2096949" y="152617"/>
                </a:cubicBezTo>
                <a:lnTo>
                  <a:pt x="2096949" y="156046"/>
                </a:lnTo>
                <a:lnTo>
                  <a:pt x="2148155" y="156046"/>
                </a:lnTo>
                <a:lnTo>
                  <a:pt x="2148155" y="152617"/>
                </a:lnTo>
                <a:cubicBezTo>
                  <a:pt x="2135124" y="152391"/>
                  <a:pt x="2131695" y="148505"/>
                  <a:pt x="2131695" y="134333"/>
                </a:cubicBezTo>
                <a:lnTo>
                  <a:pt x="2131695" y="76733"/>
                </a:lnTo>
                <a:cubicBezTo>
                  <a:pt x="2138553" y="66903"/>
                  <a:pt x="2146097" y="62787"/>
                  <a:pt x="2156614" y="62787"/>
                </a:cubicBezTo>
                <a:cubicBezTo>
                  <a:pt x="2169643" y="62787"/>
                  <a:pt x="2173759" y="68961"/>
                  <a:pt x="2173759" y="87933"/>
                </a:cubicBezTo>
                <a:lnTo>
                  <a:pt x="2173759" y="136160"/>
                </a:lnTo>
                <a:cubicBezTo>
                  <a:pt x="2173759" y="149192"/>
                  <a:pt x="2171931" y="151020"/>
                  <a:pt x="2158672" y="152617"/>
                </a:cubicBezTo>
                <a:lnTo>
                  <a:pt x="2158672" y="156046"/>
                </a:lnTo>
                <a:lnTo>
                  <a:pt x="2208734" y="156046"/>
                </a:lnTo>
                <a:lnTo>
                  <a:pt x="2208734" y="152617"/>
                </a:lnTo>
                <a:lnTo>
                  <a:pt x="2202790" y="152160"/>
                </a:lnTo>
                <a:cubicBezTo>
                  <a:pt x="2195933" y="151704"/>
                  <a:pt x="2192961" y="147591"/>
                  <a:pt x="2192961" y="138675"/>
                </a:cubicBezTo>
                <a:lnTo>
                  <a:pt x="2192961" y="91589"/>
                </a:lnTo>
                <a:cubicBezTo>
                  <a:pt x="2192961" y="64618"/>
                  <a:pt x="2184045" y="50899"/>
                  <a:pt x="2166444" y="50899"/>
                </a:cubicBezTo>
                <a:cubicBezTo>
                  <a:pt x="2153185" y="50899"/>
                  <a:pt x="2141524" y="56843"/>
                  <a:pt x="2129180" y="70102"/>
                </a:cubicBezTo>
                <a:cubicBezTo>
                  <a:pt x="2125067" y="57073"/>
                  <a:pt x="2117296" y="50899"/>
                  <a:pt x="2104951" y="50899"/>
                </a:cubicBezTo>
                <a:cubicBezTo>
                  <a:pt x="2094891" y="50899"/>
                  <a:pt x="2088490" y="54101"/>
                  <a:pt x="2069515" y="68504"/>
                </a:cubicBezTo>
                <a:lnTo>
                  <a:pt x="2069515" y="51360"/>
                </a:lnTo>
                <a:lnTo>
                  <a:pt x="2067917" y="50899"/>
                </a:lnTo>
                <a:cubicBezTo>
                  <a:pt x="2056256" y="55245"/>
                  <a:pt x="2048485" y="57760"/>
                  <a:pt x="2035913" y="61189"/>
                </a:cubicBezTo>
                <a:lnTo>
                  <a:pt x="2035913" y="65075"/>
                </a:lnTo>
                <a:close/>
                <a:moveTo>
                  <a:pt x="2302688" y="118493"/>
                </a:moveTo>
                <a:cubicBezTo>
                  <a:pt x="2291718" y="135874"/>
                  <a:pt x="2281885" y="142509"/>
                  <a:pt x="2267255" y="142509"/>
                </a:cubicBezTo>
                <a:cubicBezTo>
                  <a:pt x="2254227" y="142509"/>
                  <a:pt x="2244397" y="135874"/>
                  <a:pt x="2237766" y="122839"/>
                </a:cubicBezTo>
                <a:cubicBezTo>
                  <a:pt x="2233650" y="114147"/>
                  <a:pt x="2232053" y="106598"/>
                  <a:pt x="2231596" y="92646"/>
                </a:cubicBezTo>
                <a:lnTo>
                  <a:pt x="2302004" y="92646"/>
                </a:lnTo>
                <a:cubicBezTo>
                  <a:pt x="2300173" y="77814"/>
                  <a:pt x="2297888" y="71207"/>
                  <a:pt x="2292175" y="63917"/>
                </a:cubicBezTo>
                <a:cubicBezTo>
                  <a:pt x="2285313" y="55702"/>
                  <a:pt x="2274800" y="50899"/>
                  <a:pt x="2262912" y="50899"/>
                </a:cubicBezTo>
                <a:cubicBezTo>
                  <a:pt x="2251482" y="50899"/>
                  <a:pt x="2240738" y="55015"/>
                  <a:pt x="2232053" y="62776"/>
                </a:cubicBezTo>
                <a:cubicBezTo>
                  <a:pt x="2221306" y="72118"/>
                  <a:pt x="2215135" y="88303"/>
                  <a:pt x="2215135" y="107055"/>
                </a:cubicBezTo>
                <a:cubicBezTo>
                  <a:pt x="2215135" y="138619"/>
                  <a:pt x="2231596" y="158279"/>
                  <a:pt x="2257882" y="158279"/>
                </a:cubicBezTo>
                <a:cubicBezTo>
                  <a:pt x="2279600" y="158279"/>
                  <a:pt x="2296744" y="144793"/>
                  <a:pt x="2306347" y="120094"/>
                </a:cubicBezTo>
                <a:lnTo>
                  <a:pt x="2302688" y="118493"/>
                </a:lnTo>
                <a:moveTo>
                  <a:pt x="2232053" y="85331"/>
                </a:moveTo>
                <a:cubicBezTo>
                  <a:pt x="2234564" y="67562"/>
                  <a:pt x="2242339" y="59131"/>
                  <a:pt x="2256281" y="59131"/>
                </a:cubicBezTo>
                <a:cubicBezTo>
                  <a:pt x="2270227" y="59131"/>
                  <a:pt x="2275714" y="65511"/>
                  <a:pt x="2278686" y="85331"/>
                </a:cubicBezTo>
                <a:lnTo>
                  <a:pt x="2232053" y="85331"/>
                </a:lnTo>
                <a:close/>
                <a:moveTo>
                  <a:pt x="2315263" y="65075"/>
                </a:moveTo>
                <a:cubicBezTo>
                  <a:pt x="2318235" y="64388"/>
                  <a:pt x="2320062" y="64161"/>
                  <a:pt x="2322577" y="64161"/>
                </a:cubicBezTo>
                <a:cubicBezTo>
                  <a:pt x="2328521" y="64161"/>
                  <a:pt x="2330579" y="67817"/>
                  <a:pt x="2330579" y="78787"/>
                </a:cubicBezTo>
                <a:lnTo>
                  <a:pt x="2330579" y="136617"/>
                </a:lnTo>
                <a:cubicBezTo>
                  <a:pt x="2330579" y="148962"/>
                  <a:pt x="2327377" y="152391"/>
                  <a:pt x="2314576" y="152617"/>
                </a:cubicBezTo>
                <a:lnTo>
                  <a:pt x="2314576" y="156046"/>
                </a:lnTo>
                <a:lnTo>
                  <a:pt x="2365325" y="156046"/>
                </a:lnTo>
                <a:lnTo>
                  <a:pt x="2365325" y="152617"/>
                </a:lnTo>
                <a:cubicBezTo>
                  <a:pt x="2353210" y="152160"/>
                  <a:pt x="2349781" y="149649"/>
                  <a:pt x="2349781" y="140733"/>
                </a:cubicBezTo>
                <a:lnTo>
                  <a:pt x="2349781" y="76276"/>
                </a:lnTo>
                <a:cubicBezTo>
                  <a:pt x="2349781" y="75819"/>
                  <a:pt x="2351609" y="73530"/>
                  <a:pt x="2353210" y="71933"/>
                </a:cubicBezTo>
                <a:cubicBezTo>
                  <a:pt x="2358924" y="66673"/>
                  <a:pt x="2368754" y="62787"/>
                  <a:pt x="2376755" y="62787"/>
                </a:cubicBezTo>
                <a:cubicBezTo>
                  <a:pt x="2386812" y="62787"/>
                  <a:pt x="2391842" y="70789"/>
                  <a:pt x="2391842" y="86789"/>
                </a:cubicBezTo>
                <a:lnTo>
                  <a:pt x="2391842" y="136391"/>
                </a:lnTo>
                <a:cubicBezTo>
                  <a:pt x="2391842" y="149192"/>
                  <a:pt x="2389327" y="151704"/>
                  <a:pt x="2376298" y="152617"/>
                </a:cubicBezTo>
                <a:lnTo>
                  <a:pt x="2376298" y="156046"/>
                </a:lnTo>
                <a:lnTo>
                  <a:pt x="2427505" y="156046"/>
                </a:lnTo>
                <a:lnTo>
                  <a:pt x="2427505" y="152617"/>
                </a:lnTo>
                <a:cubicBezTo>
                  <a:pt x="2414473" y="152391"/>
                  <a:pt x="2411044" y="148505"/>
                  <a:pt x="2411044" y="134333"/>
                </a:cubicBezTo>
                <a:lnTo>
                  <a:pt x="2411044" y="76733"/>
                </a:lnTo>
                <a:cubicBezTo>
                  <a:pt x="2417902" y="66903"/>
                  <a:pt x="2425447" y="62787"/>
                  <a:pt x="2435963" y="62787"/>
                </a:cubicBezTo>
                <a:cubicBezTo>
                  <a:pt x="2448992" y="62787"/>
                  <a:pt x="2453108" y="68961"/>
                  <a:pt x="2453108" y="87933"/>
                </a:cubicBezTo>
                <a:lnTo>
                  <a:pt x="2453108" y="136160"/>
                </a:lnTo>
                <a:cubicBezTo>
                  <a:pt x="2453108" y="149192"/>
                  <a:pt x="2451280" y="151020"/>
                  <a:pt x="2438021" y="152617"/>
                </a:cubicBezTo>
                <a:lnTo>
                  <a:pt x="2438021" y="156046"/>
                </a:lnTo>
                <a:lnTo>
                  <a:pt x="2488084" y="156046"/>
                </a:lnTo>
                <a:lnTo>
                  <a:pt x="2488084" y="152617"/>
                </a:lnTo>
                <a:lnTo>
                  <a:pt x="2482140" y="152160"/>
                </a:lnTo>
                <a:cubicBezTo>
                  <a:pt x="2475282" y="151704"/>
                  <a:pt x="2472310" y="147591"/>
                  <a:pt x="2472310" y="138675"/>
                </a:cubicBezTo>
                <a:lnTo>
                  <a:pt x="2472310" y="91589"/>
                </a:lnTo>
                <a:cubicBezTo>
                  <a:pt x="2472310" y="64618"/>
                  <a:pt x="2463394" y="50899"/>
                  <a:pt x="2445793" y="50899"/>
                </a:cubicBezTo>
                <a:cubicBezTo>
                  <a:pt x="2432535" y="50899"/>
                  <a:pt x="2420874" y="56843"/>
                  <a:pt x="2408529" y="70102"/>
                </a:cubicBezTo>
                <a:cubicBezTo>
                  <a:pt x="2404417" y="57073"/>
                  <a:pt x="2396645" y="50899"/>
                  <a:pt x="2384300" y="50899"/>
                </a:cubicBezTo>
                <a:cubicBezTo>
                  <a:pt x="2374240" y="50899"/>
                  <a:pt x="2367840" y="54101"/>
                  <a:pt x="2348864" y="68504"/>
                </a:cubicBezTo>
                <a:lnTo>
                  <a:pt x="2348864" y="51360"/>
                </a:lnTo>
                <a:lnTo>
                  <a:pt x="2347267" y="50899"/>
                </a:lnTo>
                <a:cubicBezTo>
                  <a:pt x="2335606" y="55245"/>
                  <a:pt x="2327834" y="57760"/>
                  <a:pt x="2315263" y="61189"/>
                </a:cubicBezTo>
                <a:lnTo>
                  <a:pt x="2315263" y="65075"/>
                </a:lnTo>
                <a:close/>
                <a:moveTo>
                  <a:pt x="2545921" y="50899"/>
                </a:moveTo>
                <a:cubicBezTo>
                  <a:pt x="2516202" y="50899"/>
                  <a:pt x="2495398" y="72836"/>
                  <a:pt x="2495398" y="104362"/>
                </a:cubicBezTo>
                <a:cubicBezTo>
                  <a:pt x="2495398" y="135201"/>
                  <a:pt x="2516659" y="158279"/>
                  <a:pt x="2545460" y="158279"/>
                </a:cubicBezTo>
                <a:cubicBezTo>
                  <a:pt x="2574266" y="158279"/>
                  <a:pt x="2596210" y="134060"/>
                  <a:pt x="2596210" y="102534"/>
                </a:cubicBezTo>
                <a:cubicBezTo>
                  <a:pt x="2596210" y="72606"/>
                  <a:pt x="2575179" y="50899"/>
                  <a:pt x="2545921" y="50899"/>
                </a:cubicBezTo>
                <a:moveTo>
                  <a:pt x="2542949" y="57303"/>
                </a:moveTo>
                <a:cubicBezTo>
                  <a:pt x="2562151" y="57303"/>
                  <a:pt x="2575636" y="79234"/>
                  <a:pt x="2575636" y="110529"/>
                </a:cubicBezTo>
                <a:cubicBezTo>
                  <a:pt x="2575636" y="136345"/>
                  <a:pt x="2565350" y="151878"/>
                  <a:pt x="2548205" y="151878"/>
                </a:cubicBezTo>
                <a:cubicBezTo>
                  <a:pt x="2539290" y="151878"/>
                  <a:pt x="2530831" y="146398"/>
                  <a:pt x="2526031" y="137259"/>
                </a:cubicBezTo>
                <a:cubicBezTo>
                  <a:pt x="2519630" y="125378"/>
                  <a:pt x="2515971" y="109389"/>
                  <a:pt x="2515971" y="93169"/>
                </a:cubicBezTo>
                <a:cubicBezTo>
                  <a:pt x="2515971" y="71465"/>
                  <a:pt x="2526715" y="57303"/>
                  <a:pt x="2542949" y="57303"/>
                </a:cubicBezTo>
                <a:close/>
                <a:moveTo>
                  <a:pt x="2604668" y="66903"/>
                </a:moveTo>
                <a:cubicBezTo>
                  <a:pt x="2607870" y="66216"/>
                  <a:pt x="2609928" y="65986"/>
                  <a:pt x="2612670" y="65986"/>
                </a:cubicBezTo>
                <a:cubicBezTo>
                  <a:pt x="2618384" y="65986"/>
                  <a:pt x="2620442" y="69645"/>
                  <a:pt x="2620442" y="79701"/>
                </a:cubicBezTo>
                <a:lnTo>
                  <a:pt x="2620442" y="136847"/>
                </a:lnTo>
                <a:cubicBezTo>
                  <a:pt x="2620442" y="148275"/>
                  <a:pt x="2618841" y="149876"/>
                  <a:pt x="2604211" y="152617"/>
                </a:cubicBezTo>
                <a:lnTo>
                  <a:pt x="2604211" y="156046"/>
                </a:lnTo>
                <a:lnTo>
                  <a:pt x="2659077" y="156046"/>
                </a:lnTo>
                <a:lnTo>
                  <a:pt x="2659077" y="152617"/>
                </a:lnTo>
                <a:cubicBezTo>
                  <a:pt x="2643530" y="151934"/>
                  <a:pt x="2639644" y="148505"/>
                  <a:pt x="2639644" y="135477"/>
                </a:cubicBezTo>
                <a:lnTo>
                  <a:pt x="2639644" y="84044"/>
                </a:lnTo>
                <a:cubicBezTo>
                  <a:pt x="2639644" y="76729"/>
                  <a:pt x="2649474" y="65302"/>
                  <a:pt x="2655648" y="65302"/>
                </a:cubicBezTo>
                <a:cubicBezTo>
                  <a:pt x="2657019" y="65302"/>
                  <a:pt x="2659077" y="66446"/>
                  <a:pt x="2661592" y="68731"/>
                </a:cubicBezTo>
                <a:cubicBezTo>
                  <a:pt x="2665247" y="71929"/>
                  <a:pt x="2667762" y="73300"/>
                  <a:pt x="2670734" y="73300"/>
                </a:cubicBezTo>
                <a:cubicBezTo>
                  <a:pt x="2676221" y="73300"/>
                  <a:pt x="2679650" y="69414"/>
                  <a:pt x="2679650" y="63017"/>
                </a:cubicBezTo>
                <a:cubicBezTo>
                  <a:pt x="2679650" y="55472"/>
                  <a:pt x="2674850" y="50899"/>
                  <a:pt x="2667078" y="50899"/>
                </a:cubicBezTo>
                <a:cubicBezTo>
                  <a:pt x="2657476" y="50899"/>
                  <a:pt x="2650848" y="56159"/>
                  <a:pt x="2639644" y="72386"/>
                </a:cubicBezTo>
                <a:lnTo>
                  <a:pt x="2639644" y="51360"/>
                </a:lnTo>
                <a:lnTo>
                  <a:pt x="2638503" y="50899"/>
                </a:lnTo>
                <a:cubicBezTo>
                  <a:pt x="2626386" y="55929"/>
                  <a:pt x="2618157" y="58901"/>
                  <a:pt x="2604668" y="63244"/>
                </a:cubicBezTo>
                <a:lnTo>
                  <a:pt x="2604668" y="66903"/>
                </a:lnTo>
                <a:close/>
                <a:moveTo>
                  <a:pt x="2719197" y="50899"/>
                </a:moveTo>
                <a:lnTo>
                  <a:pt x="2683764" y="63401"/>
                </a:lnTo>
                <a:lnTo>
                  <a:pt x="2683764" y="66833"/>
                </a:lnTo>
                <a:lnTo>
                  <a:pt x="2685595" y="66603"/>
                </a:lnTo>
                <a:cubicBezTo>
                  <a:pt x="2688337" y="66146"/>
                  <a:pt x="2691309" y="65916"/>
                  <a:pt x="2693367" y="65916"/>
                </a:cubicBezTo>
                <a:cubicBezTo>
                  <a:pt x="2698854" y="65916"/>
                  <a:pt x="2700908" y="69575"/>
                  <a:pt x="2700908" y="79642"/>
                </a:cubicBezTo>
                <a:lnTo>
                  <a:pt x="2700908" y="132717"/>
                </a:lnTo>
                <a:cubicBezTo>
                  <a:pt x="2700908" y="149189"/>
                  <a:pt x="2698624" y="151704"/>
                  <a:pt x="2682850" y="152617"/>
                </a:cubicBezTo>
                <a:lnTo>
                  <a:pt x="2682850" y="156046"/>
                </a:lnTo>
                <a:lnTo>
                  <a:pt x="2737028" y="156046"/>
                </a:lnTo>
                <a:lnTo>
                  <a:pt x="2737028" y="152617"/>
                </a:lnTo>
                <a:cubicBezTo>
                  <a:pt x="2721942" y="151477"/>
                  <a:pt x="2720111" y="149189"/>
                  <a:pt x="2720111" y="132717"/>
                </a:cubicBezTo>
                <a:lnTo>
                  <a:pt x="2720111" y="51586"/>
                </a:lnTo>
                <a:lnTo>
                  <a:pt x="2719197" y="50899"/>
                </a:lnTo>
                <a:moveTo>
                  <a:pt x="2708453" y="0"/>
                </a:moveTo>
                <a:cubicBezTo>
                  <a:pt x="2702283" y="0"/>
                  <a:pt x="2697022" y="5260"/>
                  <a:pt x="2697022" y="11661"/>
                </a:cubicBezTo>
                <a:cubicBezTo>
                  <a:pt x="2697022" y="18062"/>
                  <a:pt x="2702052" y="23318"/>
                  <a:pt x="2708453" y="23318"/>
                </a:cubicBezTo>
                <a:cubicBezTo>
                  <a:pt x="2715084" y="23318"/>
                  <a:pt x="2720341" y="18288"/>
                  <a:pt x="2720341" y="11661"/>
                </a:cubicBezTo>
                <a:cubicBezTo>
                  <a:pt x="2720341" y="5260"/>
                  <a:pt x="2715084" y="0"/>
                  <a:pt x="2708453" y="0"/>
                </a:cubicBezTo>
                <a:close/>
                <a:moveTo>
                  <a:pt x="2838300" y="125176"/>
                </a:moveTo>
                <a:lnTo>
                  <a:pt x="2834184" y="124259"/>
                </a:lnTo>
                <a:cubicBezTo>
                  <a:pt x="2831899" y="135696"/>
                  <a:pt x="2830525" y="139355"/>
                  <a:pt x="2827553" y="143245"/>
                </a:cubicBezTo>
                <a:cubicBezTo>
                  <a:pt x="2824354" y="147131"/>
                  <a:pt x="2816583" y="149189"/>
                  <a:pt x="2804922" y="149189"/>
                </a:cubicBezTo>
                <a:lnTo>
                  <a:pt x="2773375" y="149189"/>
                </a:lnTo>
                <a:lnTo>
                  <a:pt x="2834871" y="56564"/>
                </a:lnTo>
                <a:lnTo>
                  <a:pt x="2834871" y="53132"/>
                </a:lnTo>
                <a:lnTo>
                  <a:pt x="2755547" y="53132"/>
                </a:lnTo>
                <a:lnTo>
                  <a:pt x="2754860" y="80120"/>
                </a:lnTo>
                <a:lnTo>
                  <a:pt x="2758976" y="80120"/>
                </a:lnTo>
                <a:cubicBezTo>
                  <a:pt x="2761030" y="63422"/>
                  <a:pt x="2764459" y="59993"/>
                  <a:pt x="2778178" y="59993"/>
                </a:cubicBezTo>
                <a:lnTo>
                  <a:pt x="2809725" y="59993"/>
                </a:lnTo>
                <a:lnTo>
                  <a:pt x="2748916" y="152617"/>
                </a:lnTo>
                <a:lnTo>
                  <a:pt x="2748916" y="156046"/>
                </a:lnTo>
                <a:lnTo>
                  <a:pt x="2835098" y="156046"/>
                </a:lnTo>
                <a:lnTo>
                  <a:pt x="2838300" y="125176"/>
                </a:lnTo>
                <a:close/>
                <a:moveTo>
                  <a:pt x="2945282" y="140911"/>
                </a:moveTo>
                <a:cubicBezTo>
                  <a:pt x="2941396" y="144106"/>
                  <a:pt x="2938654" y="145250"/>
                  <a:pt x="2935225" y="145250"/>
                </a:cubicBezTo>
                <a:cubicBezTo>
                  <a:pt x="2929969" y="145250"/>
                  <a:pt x="2928368" y="142052"/>
                  <a:pt x="2928368" y="132002"/>
                </a:cubicBezTo>
                <a:lnTo>
                  <a:pt x="2928368" y="87455"/>
                </a:lnTo>
                <a:cubicBezTo>
                  <a:pt x="2928368" y="75574"/>
                  <a:pt x="2927224" y="68950"/>
                  <a:pt x="2923795" y="63467"/>
                </a:cubicBezTo>
                <a:cubicBezTo>
                  <a:pt x="2918765" y="55245"/>
                  <a:pt x="2908935" y="50899"/>
                  <a:pt x="2895450" y="50899"/>
                </a:cubicBezTo>
                <a:cubicBezTo>
                  <a:pt x="2873959" y="50899"/>
                  <a:pt x="2857045" y="62096"/>
                  <a:pt x="2857045" y="76488"/>
                </a:cubicBezTo>
                <a:cubicBezTo>
                  <a:pt x="2857045" y="81745"/>
                  <a:pt x="2861615" y="86311"/>
                  <a:pt x="2866875" y="86311"/>
                </a:cubicBezTo>
                <a:cubicBezTo>
                  <a:pt x="2872358" y="86311"/>
                  <a:pt x="2877161" y="81745"/>
                  <a:pt x="2877161" y="76719"/>
                </a:cubicBezTo>
                <a:cubicBezTo>
                  <a:pt x="2877161" y="75805"/>
                  <a:pt x="2876931" y="74661"/>
                  <a:pt x="2876705" y="73063"/>
                </a:cubicBezTo>
                <a:cubicBezTo>
                  <a:pt x="2876248" y="71008"/>
                  <a:pt x="2876017" y="69181"/>
                  <a:pt x="2876017" y="67580"/>
                </a:cubicBezTo>
                <a:cubicBezTo>
                  <a:pt x="2876017" y="61413"/>
                  <a:pt x="2883332" y="56386"/>
                  <a:pt x="2892478" y="56386"/>
                </a:cubicBezTo>
                <a:cubicBezTo>
                  <a:pt x="2903678" y="56386"/>
                  <a:pt x="2909849" y="63010"/>
                  <a:pt x="2909849" y="75348"/>
                </a:cubicBezTo>
                <a:lnTo>
                  <a:pt x="2909849" y="89283"/>
                </a:lnTo>
                <a:cubicBezTo>
                  <a:pt x="2874647" y="103445"/>
                  <a:pt x="2870761" y="105273"/>
                  <a:pt x="2860931" y="113955"/>
                </a:cubicBezTo>
                <a:cubicBezTo>
                  <a:pt x="2855901" y="118524"/>
                  <a:pt x="2852699" y="126289"/>
                  <a:pt x="2852699" y="133827"/>
                </a:cubicBezTo>
                <a:cubicBezTo>
                  <a:pt x="2852699" y="148222"/>
                  <a:pt x="2862759" y="158279"/>
                  <a:pt x="2876705" y="158279"/>
                </a:cubicBezTo>
                <a:cubicBezTo>
                  <a:pt x="2886761" y="158279"/>
                  <a:pt x="2896134" y="153479"/>
                  <a:pt x="2910079" y="141591"/>
                </a:cubicBezTo>
                <a:cubicBezTo>
                  <a:pt x="2911223" y="153479"/>
                  <a:pt x="2915336" y="158279"/>
                  <a:pt x="2924709" y="158279"/>
                </a:cubicBezTo>
                <a:cubicBezTo>
                  <a:pt x="2932480" y="158279"/>
                  <a:pt x="2937283" y="155537"/>
                  <a:pt x="2945282" y="146852"/>
                </a:cubicBezTo>
                <a:lnTo>
                  <a:pt x="2945282" y="140911"/>
                </a:lnTo>
                <a:moveTo>
                  <a:pt x="2909849" y="127876"/>
                </a:moveTo>
                <a:cubicBezTo>
                  <a:pt x="2909849" y="134964"/>
                  <a:pt x="2908708" y="137022"/>
                  <a:pt x="2903905" y="139764"/>
                </a:cubicBezTo>
                <a:cubicBezTo>
                  <a:pt x="2898422" y="142966"/>
                  <a:pt x="2892021" y="145020"/>
                  <a:pt x="2887218" y="145020"/>
                </a:cubicBezTo>
                <a:cubicBezTo>
                  <a:pt x="2879219" y="145020"/>
                  <a:pt x="2872819" y="137249"/>
                  <a:pt x="2872819" y="127419"/>
                </a:cubicBezTo>
                <a:lnTo>
                  <a:pt x="2872819" y="126505"/>
                </a:lnTo>
                <a:cubicBezTo>
                  <a:pt x="2872819" y="113016"/>
                  <a:pt x="2882188" y="104788"/>
                  <a:pt x="2909849" y="94728"/>
                </a:cubicBezTo>
                <a:lnTo>
                  <a:pt x="2909849" y="127876"/>
                </a:lnTo>
                <a:close/>
                <a:moveTo>
                  <a:pt x="3004033" y="53132"/>
                </a:moveTo>
                <a:lnTo>
                  <a:pt x="2980945" y="53132"/>
                </a:lnTo>
                <a:lnTo>
                  <a:pt x="2980945" y="26615"/>
                </a:lnTo>
                <a:cubicBezTo>
                  <a:pt x="2980945" y="24330"/>
                  <a:pt x="2980718" y="23643"/>
                  <a:pt x="2979344" y="23643"/>
                </a:cubicBezTo>
                <a:cubicBezTo>
                  <a:pt x="2977746" y="25701"/>
                  <a:pt x="2976372" y="27759"/>
                  <a:pt x="2974774" y="30044"/>
                </a:cubicBezTo>
                <a:cubicBezTo>
                  <a:pt x="2966085" y="42618"/>
                  <a:pt x="2956255" y="53592"/>
                  <a:pt x="2952600" y="54506"/>
                </a:cubicBezTo>
                <a:cubicBezTo>
                  <a:pt x="2950085" y="56104"/>
                  <a:pt x="2948711" y="57705"/>
                  <a:pt x="2948711" y="58849"/>
                </a:cubicBezTo>
                <a:cubicBezTo>
                  <a:pt x="2948711" y="59536"/>
                  <a:pt x="2948941" y="59993"/>
                  <a:pt x="2949628" y="60450"/>
                </a:cubicBezTo>
                <a:lnTo>
                  <a:pt x="2961742" y="60450"/>
                </a:lnTo>
                <a:lnTo>
                  <a:pt x="2961742" y="129250"/>
                </a:lnTo>
                <a:cubicBezTo>
                  <a:pt x="2961742" y="148449"/>
                  <a:pt x="2968600" y="158279"/>
                  <a:pt x="2982089" y="158279"/>
                </a:cubicBezTo>
                <a:cubicBezTo>
                  <a:pt x="2993289" y="158279"/>
                  <a:pt x="3001975" y="152795"/>
                  <a:pt x="3009520" y="140908"/>
                </a:cubicBezTo>
                <a:lnTo>
                  <a:pt x="3006548" y="138393"/>
                </a:lnTo>
                <a:cubicBezTo>
                  <a:pt x="3001748" y="144106"/>
                  <a:pt x="2997862" y="146395"/>
                  <a:pt x="2992832" y="146395"/>
                </a:cubicBezTo>
                <a:cubicBezTo>
                  <a:pt x="2984373" y="146395"/>
                  <a:pt x="2980945" y="140221"/>
                  <a:pt x="2980945" y="125821"/>
                </a:cubicBezTo>
                <a:lnTo>
                  <a:pt x="2980945" y="60450"/>
                </a:lnTo>
                <a:lnTo>
                  <a:pt x="3004033" y="60450"/>
                </a:lnTo>
                <a:lnTo>
                  <a:pt x="3004033" y="53132"/>
                </a:lnTo>
                <a:close/>
                <a:moveTo>
                  <a:pt x="3049295" y="50899"/>
                </a:moveTo>
                <a:lnTo>
                  <a:pt x="3013862" y="63401"/>
                </a:lnTo>
                <a:lnTo>
                  <a:pt x="3013862" y="66833"/>
                </a:lnTo>
                <a:lnTo>
                  <a:pt x="3015694" y="66603"/>
                </a:lnTo>
                <a:cubicBezTo>
                  <a:pt x="3018435" y="66146"/>
                  <a:pt x="3021407" y="65916"/>
                  <a:pt x="3023465" y="65916"/>
                </a:cubicBezTo>
                <a:cubicBezTo>
                  <a:pt x="3028952" y="65916"/>
                  <a:pt x="3031007" y="69575"/>
                  <a:pt x="3031007" y="79642"/>
                </a:cubicBezTo>
                <a:lnTo>
                  <a:pt x="3031007" y="132717"/>
                </a:lnTo>
                <a:cubicBezTo>
                  <a:pt x="3031007" y="149189"/>
                  <a:pt x="3028722" y="151704"/>
                  <a:pt x="3012949" y="152617"/>
                </a:cubicBezTo>
                <a:lnTo>
                  <a:pt x="3012949" y="156046"/>
                </a:lnTo>
                <a:lnTo>
                  <a:pt x="3067127" y="156046"/>
                </a:lnTo>
                <a:lnTo>
                  <a:pt x="3067127" y="152617"/>
                </a:lnTo>
                <a:cubicBezTo>
                  <a:pt x="3052040" y="151477"/>
                  <a:pt x="3050209" y="149189"/>
                  <a:pt x="3050209" y="132717"/>
                </a:cubicBezTo>
                <a:lnTo>
                  <a:pt x="3050209" y="51586"/>
                </a:lnTo>
                <a:lnTo>
                  <a:pt x="3049295" y="50899"/>
                </a:lnTo>
                <a:moveTo>
                  <a:pt x="3038552" y="0"/>
                </a:moveTo>
                <a:cubicBezTo>
                  <a:pt x="3032381" y="0"/>
                  <a:pt x="3027121" y="5260"/>
                  <a:pt x="3027121" y="11661"/>
                </a:cubicBezTo>
                <a:cubicBezTo>
                  <a:pt x="3027121" y="18062"/>
                  <a:pt x="3032151" y="23318"/>
                  <a:pt x="3038552" y="23318"/>
                </a:cubicBezTo>
                <a:cubicBezTo>
                  <a:pt x="3045183" y="23318"/>
                  <a:pt x="3050439" y="18288"/>
                  <a:pt x="3050439" y="11661"/>
                </a:cubicBezTo>
                <a:cubicBezTo>
                  <a:pt x="3050439" y="5260"/>
                  <a:pt x="3045183" y="0"/>
                  <a:pt x="3038552" y="0"/>
                </a:cubicBezTo>
                <a:close/>
                <a:moveTo>
                  <a:pt x="3129994" y="50899"/>
                </a:moveTo>
                <a:cubicBezTo>
                  <a:pt x="3100275" y="50899"/>
                  <a:pt x="3079471" y="72836"/>
                  <a:pt x="3079471" y="104362"/>
                </a:cubicBezTo>
                <a:cubicBezTo>
                  <a:pt x="3079471" y="135201"/>
                  <a:pt x="3100732" y="158279"/>
                  <a:pt x="3129533" y="158279"/>
                </a:cubicBezTo>
                <a:cubicBezTo>
                  <a:pt x="3158339" y="158279"/>
                  <a:pt x="3180283" y="134060"/>
                  <a:pt x="3180283" y="102534"/>
                </a:cubicBezTo>
                <a:cubicBezTo>
                  <a:pt x="3180283" y="72606"/>
                  <a:pt x="3159252" y="50899"/>
                  <a:pt x="3129994" y="50899"/>
                </a:cubicBezTo>
                <a:moveTo>
                  <a:pt x="3127022" y="57303"/>
                </a:moveTo>
                <a:cubicBezTo>
                  <a:pt x="3146224" y="57303"/>
                  <a:pt x="3159709" y="79234"/>
                  <a:pt x="3159709" y="110529"/>
                </a:cubicBezTo>
                <a:cubicBezTo>
                  <a:pt x="3159709" y="136345"/>
                  <a:pt x="3149423" y="151878"/>
                  <a:pt x="3132278" y="151878"/>
                </a:cubicBezTo>
                <a:cubicBezTo>
                  <a:pt x="3123363" y="151878"/>
                  <a:pt x="3114904" y="146398"/>
                  <a:pt x="3110104" y="137259"/>
                </a:cubicBezTo>
                <a:cubicBezTo>
                  <a:pt x="3103703" y="125378"/>
                  <a:pt x="3100044" y="109389"/>
                  <a:pt x="3100044" y="93169"/>
                </a:cubicBezTo>
                <a:cubicBezTo>
                  <a:pt x="3100044" y="71465"/>
                  <a:pt x="3110788" y="57303"/>
                  <a:pt x="3127022" y="57303"/>
                </a:cubicBezTo>
                <a:close/>
                <a:moveTo>
                  <a:pt x="3190799" y="65075"/>
                </a:moveTo>
                <a:cubicBezTo>
                  <a:pt x="3192170" y="64388"/>
                  <a:pt x="3194458" y="64161"/>
                  <a:pt x="3196973" y="64161"/>
                </a:cubicBezTo>
                <a:cubicBezTo>
                  <a:pt x="3203374" y="64161"/>
                  <a:pt x="3205429" y="67590"/>
                  <a:pt x="3205429" y="78787"/>
                </a:cubicBezTo>
                <a:lnTo>
                  <a:pt x="3205429" y="135477"/>
                </a:lnTo>
                <a:cubicBezTo>
                  <a:pt x="3205429" y="148505"/>
                  <a:pt x="3202914" y="151704"/>
                  <a:pt x="3191256" y="152617"/>
                </a:cubicBezTo>
                <a:lnTo>
                  <a:pt x="3191256" y="156046"/>
                </a:lnTo>
                <a:lnTo>
                  <a:pt x="3239721" y="156046"/>
                </a:lnTo>
                <a:lnTo>
                  <a:pt x="3239721" y="152617"/>
                </a:lnTo>
                <a:cubicBezTo>
                  <a:pt x="3228060" y="151704"/>
                  <a:pt x="3224631" y="148962"/>
                  <a:pt x="3224631" y="140733"/>
                </a:cubicBezTo>
                <a:lnTo>
                  <a:pt x="3224631" y="76502"/>
                </a:lnTo>
                <a:cubicBezTo>
                  <a:pt x="3235605" y="66216"/>
                  <a:pt x="3240635" y="63474"/>
                  <a:pt x="3248180" y="63474"/>
                </a:cubicBezTo>
                <a:cubicBezTo>
                  <a:pt x="3259380" y="63474"/>
                  <a:pt x="3264867" y="70558"/>
                  <a:pt x="3264867" y="85645"/>
                </a:cubicBezTo>
                <a:lnTo>
                  <a:pt x="3264867" y="133419"/>
                </a:lnTo>
                <a:cubicBezTo>
                  <a:pt x="3264867" y="147818"/>
                  <a:pt x="3261895" y="151704"/>
                  <a:pt x="3250464" y="152617"/>
                </a:cubicBezTo>
                <a:lnTo>
                  <a:pt x="3250464" y="156046"/>
                </a:lnTo>
                <a:lnTo>
                  <a:pt x="3298015" y="156046"/>
                </a:lnTo>
                <a:lnTo>
                  <a:pt x="3298015" y="152617"/>
                </a:lnTo>
                <a:cubicBezTo>
                  <a:pt x="3286811" y="151477"/>
                  <a:pt x="3284069" y="148732"/>
                  <a:pt x="3284069" y="137535"/>
                </a:cubicBezTo>
                <a:lnTo>
                  <a:pt x="3284069" y="85188"/>
                </a:lnTo>
                <a:cubicBezTo>
                  <a:pt x="3284069" y="63704"/>
                  <a:pt x="3274009" y="50899"/>
                  <a:pt x="3257095" y="50899"/>
                </a:cubicBezTo>
                <a:cubicBezTo>
                  <a:pt x="3246578" y="50899"/>
                  <a:pt x="3239491" y="54789"/>
                  <a:pt x="3223947" y="69418"/>
                </a:cubicBezTo>
                <a:lnTo>
                  <a:pt x="3223947" y="51360"/>
                </a:lnTo>
                <a:lnTo>
                  <a:pt x="3222346" y="50899"/>
                </a:lnTo>
                <a:cubicBezTo>
                  <a:pt x="3211146" y="55015"/>
                  <a:pt x="3203374" y="57530"/>
                  <a:pt x="3190799" y="61189"/>
                </a:cubicBezTo>
                <a:lnTo>
                  <a:pt x="3190799" y="650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D9B52-097F-456B-B625-360FE6B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60340"/>
            <a:ext cx="3312307" cy="2481235"/>
          </a:xfrm>
          <a:custGeom xmlns:a="http://schemas.openxmlformats.org/drawingml/2006/main">
            <a:pathLst>
              <a:path w="3312307" h="2481235">
                <a:moveTo>
                  <a:pt x="0" y="2481235"/>
                </a:moveTo>
                <a:lnTo>
                  <a:pt x="3312307" y="2481235"/>
                </a:lnTo>
                <a:lnTo>
                  <a:pt x="3312307" y="0"/>
                </a:lnTo>
                <a:lnTo>
                  <a:pt x="0" y="0"/>
                </a:lnTo>
                <a:lnTo>
                  <a:pt x="0" y="24812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8FFBF-5C32-48D8-A497-5FF99C4A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60340"/>
            <a:ext cx="3261168" cy="2430096"/>
          </a:xfrm>
          <a:custGeom xmlns:a="http://schemas.openxmlformats.org/drawingml/2006/main">
            <a:pathLst>
              <a:path w="3261168" h="2430096">
                <a:moveTo>
                  <a:pt x="0" y="2430096"/>
                </a:moveTo>
                <a:lnTo>
                  <a:pt x="3261168" y="2430096"/>
                </a:lnTo>
                <a:lnTo>
                  <a:pt x="3261168" y="0"/>
                </a:lnTo>
                <a:lnTo>
                  <a:pt x="0" y="0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C2D6B-6064-4692-8465-5B074621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60340"/>
            <a:ext cx="3261168" cy="1962737"/>
          </a:xfrm>
          <a:custGeom xmlns:a="http://schemas.openxmlformats.org/drawingml/2006/main">
            <a:pathLst>
              <a:path w="3261168" h="1962737">
                <a:moveTo>
                  <a:pt x="14366" y="1956675"/>
                </a:moveTo>
                <a:lnTo>
                  <a:pt x="18065" y="1955159"/>
                </a:lnTo>
                <a:lnTo>
                  <a:pt x="28733" y="1950630"/>
                </a:lnTo>
                <a:lnTo>
                  <a:pt x="36998" y="1947243"/>
                </a:lnTo>
                <a:lnTo>
                  <a:pt x="43099" y="1944652"/>
                </a:lnTo>
                <a:lnTo>
                  <a:pt x="56099" y="1939328"/>
                </a:lnTo>
                <a:lnTo>
                  <a:pt x="57466" y="1938747"/>
                </a:lnTo>
                <a:lnTo>
                  <a:pt x="71832" y="1932711"/>
                </a:lnTo>
                <a:lnTo>
                  <a:pt x="75002" y="1931412"/>
                </a:lnTo>
                <a:lnTo>
                  <a:pt x="86198" y="1926658"/>
                </a:lnTo>
                <a:lnTo>
                  <a:pt x="93915" y="1923496"/>
                </a:lnTo>
                <a:lnTo>
                  <a:pt x="100565" y="1920672"/>
                </a:lnTo>
                <a:lnTo>
                  <a:pt x="112996" y="1915581"/>
                </a:lnTo>
                <a:lnTo>
                  <a:pt x="114931" y="1914759"/>
                </a:lnTo>
                <a:lnTo>
                  <a:pt x="129297" y="1908748"/>
                </a:lnTo>
                <a:lnTo>
                  <a:pt x="131940" y="1907665"/>
                </a:lnTo>
                <a:lnTo>
                  <a:pt x="143664" y="1902688"/>
                </a:lnTo>
                <a:lnTo>
                  <a:pt x="150835" y="1899750"/>
                </a:lnTo>
                <a:lnTo>
                  <a:pt x="158030" y="1896694"/>
                </a:lnTo>
                <a:lnTo>
                  <a:pt x="169895" y="1891834"/>
                </a:lnTo>
                <a:lnTo>
                  <a:pt x="172397" y="1890771"/>
                </a:lnTo>
                <a:lnTo>
                  <a:pt x="186763" y="1884786"/>
                </a:lnTo>
                <a:lnTo>
                  <a:pt x="188880" y="1883918"/>
                </a:lnTo>
                <a:lnTo>
                  <a:pt x="201129" y="1878718"/>
                </a:lnTo>
                <a:lnTo>
                  <a:pt x="207756" y="1876003"/>
                </a:lnTo>
                <a:lnTo>
                  <a:pt x="215496" y="1872716"/>
                </a:lnTo>
                <a:lnTo>
                  <a:pt x="226796" y="1868087"/>
                </a:lnTo>
                <a:lnTo>
                  <a:pt x="229862" y="1866785"/>
                </a:lnTo>
                <a:lnTo>
                  <a:pt x="244228" y="1860825"/>
                </a:lnTo>
                <a:lnTo>
                  <a:pt x="245823" y="1860171"/>
                </a:lnTo>
                <a:lnTo>
                  <a:pt x="258595" y="1854750"/>
                </a:lnTo>
                <a:lnTo>
                  <a:pt x="264680" y="1852256"/>
                </a:lnTo>
                <a:lnTo>
                  <a:pt x="272961" y="1848739"/>
                </a:lnTo>
                <a:lnTo>
                  <a:pt x="283700" y="1844340"/>
                </a:lnTo>
                <a:lnTo>
                  <a:pt x="287328" y="1842799"/>
                </a:lnTo>
                <a:lnTo>
                  <a:pt x="301694" y="1836865"/>
                </a:lnTo>
                <a:lnTo>
                  <a:pt x="302768" y="1836425"/>
                </a:lnTo>
                <a:lnTo>
                  <a:pt x="316060" y="1830782"/>
                </a:lnTo>
                <a:lnTo>
                  <a:pt x="321607" y="1828509"/>
                </a:lnTo>
                <a:lnTo>
                  <a:pt x="330427" y="1824764"/>
                </a:lnTo>
                <a:lnTo>
                  <a:pt x="340607" y="1820593"/>
                </a:lnTo>
                <a:lnTo>
                  <a:pt x="344793" y="1818815"/>
                </a:lnTo>
                <a:lnTo>
                  <a:pt x="359160" y="1812905"/>
                </a:lnTo>
                <a:lnTo>
                  <a:pt x="359715" y="1812678"/>
                </a:lnTo>
                <a:lnTo>
                  <a:pt x="373526" y="1806815"/>
                </a:lnTo>
                <a:lnTo>
                  <a:pt x="378535" y="1804762"/>
                </a:lnTo>
                <a:lnTo>
                  <a:pt x="387892" y="1800789"/>
                </a:lnTo>
                <a:lnTo>
                  <a:pt x="397515" y="1796846"/>
                </a:lnTo>
                <a:lnTo>
                  <a:pt x="402259" y="1794832"/>
                </a:lnTo>
                <a:lnTo>
                  <a:pt x="416625" y="1788947"/>
                </a:lnTo>
                <a:lnTo>
                  <a:pt x="416663" y="1788931"/>
                </a:lnTo>
                <a:lnTo>
                  <a:pt x="430991" y="1782849"/>
                </a:lnTo>
                <a:lnTo>
                  <a:pt x="435466" y="1781015"/>
                </a:lnTo>
                <a:lnTo>
                  <a:pt x="445358" y="1776815"/>
                </a:lnTo>
                <a:lnTo>
                  <a:pt x="454427" y="1773100"/>
                </a:lnTo>
                <a:lnTo>
                  <a:pt x="459724" y="1770850"/>
                </a:lnTo>
                <a:lnTo>
                  <a:pt x="473558" y="1765184"/>
                </a:lnTo>
                <a:lnTo>
                  <a:pt x="474091" y="1764958"/>
                </a:lnTo>
                <a:lnTo>
                  <a:pt x="488457" y="1758884"/>
                </a:lnTo>
                <a:lnTo>
                  <a:pt x="492399" y="1757268"/>
                </a:lnTo>
                <a:lnTo>
                  <a:pt x="502823" y="1752842"/>
                </a:lnTo>
                <a:lnTo>
                  <a:pt x="511340" y="1749353"/>
                </a:lnTo>
                <a:lnTo>
                  <a:pt x="517190" y="1746868"/>
                </a:lnTo>
                <a:lnTo>
                  <a:pt x="530451" y="1741437"/>
                </a:lnTo>
                <a:lnTo>
                  <a:pt x="531556" y="1740968"/>
                </a:lnTo>
                <a:lnTo>
                  <a:pt x="545922" y="1734920"/>
                </a:lnTo>
                <a:lnTo>
                  <a:pt x="549334" y="1733521"/>
                </a:lnTo>
                <a:lnTo>
                  <a:pt x="560289" y="1728870"/>
                </a:lnTo>
                <a:lnTo>
                  <a:pt x="568256" y="1725606"/>
                </a:lnTo>
                <a:lnTo>
                  <a:pt x="574655" y="1722888"/>
                </a:lnTo>
                <a:lnTo>
                  <a:pt x="587346" y="1717690"/>
                </a:lnTo>
                <a:lnTo>
                  <a:pt x="589022" y="1716979"/>
                </a:lnTo>
                <a:lnTo>
                  <a:pt x="603388" y="1710956"/>
                </a:lnTo>
                <a:lnTo>
                  <a:pt x="606271" y="1709775"/>
                </a:lnTo>
                <a:lnTo>
                  <a:pt x="617754" y="1704899"/>
                </a:lnTo>
                <a:lnTo>
                  <a:pt x="625175" y="1701859"/>
                </a:lnTo>
                <a:lnTo>
                  <a:pt x="632121" y="1698909"/>
                </a:lnTo>
                <a:lnTo>
                  <a:pt x="644244" y="1693943"/>
                </a:lnTo>
                <a:lnTo>
                  <a:pt x="646487" y="1692991"/>
                </a:lnTo>
                <a:lnTo>
                  <a:pt x="660854" y="1686994"/>
                </a:lnTo>
                <a:lnTo>
                  <a:pt x="663211" y="1686028"/>
                </a:lnTo>
                <a:lnTo>
                  <a:pt x="675220" y="1680929"/>
                </a:lnTo>
                <a:lnTo>
                  <a:pt x="682095" y="1678112"/>
                </a:lnTo>
                <a:lnTo>
                  <a:pt x="689586" y="1674931"/>
                </a:lnTo>
                <a:lnTo>
                  <a:pt x="701144" y="1670197"/>
                </a:lnTo>
                <a:lnTo>
                  <a:pt x="703953" y="1669004"/>
                </a:lnTo>
                <a:lnTo>
                  <a:pt x="718319" y="1662880"/>
                </a:lnTo>
                <a:lnTo>
                  <a:pt x="719729" y="1662281"/>
                </a:lnTo>
                <a:lnTo>
                  <a:pt x="732685" y="1656597"/>
                </a:lnTo>
                <a:lnTo>
                  <a:pt x="737936" y="1654365"/>
                </a:lnTo>
                <a:lnTo>
                  <a:pt x="747052" y="1650365"/>
                </a:lnTo>
                <a:lnTo>
                  <a:pt x="756267" y="1646450"/>
                </a:lnTo>
                <a:lnTo>
                  <a:pt x="761418" y="1644189"/>
                </a:lnTo>
                <a:lnTo>
                  <a:pt x="774730" y="1638534"/>
                </a:lnTo>
                <a:lnTo>
                  <a:pt x="775785" y="1638071"/>
                </a:lnTo>
                <a:lnTo>
                  <a:pt x="790151" y="1631821"/>
                </a:lnTo>
                <a:lnTo>
                  <a:pt x="792979" y="1630618"/>
                </a:lnTo>
                <a:lnTo>
                  <a:pt x="804517" y="1625556"/>
                </a:lnTo>
                <a:lnTo>
                  <a:pt x="811232" y="1622703"/>
                </a:lnTo>
                <a:lnTo>
                  <a:pt x="818884" y="1619345"/>
                </a:lnTo>
                <a:lnTo>
                  <a:pt x="829796" y="1614787"/>
                </a:lnTo>
                <a:lnTo>
                  <a:pt x="833250" y="1613347"/>
                </a:lnTo>
                <a:lnTo>
                  <a:pt x="847616" y="1607591"/>
                </a:lnTo>
                <a:lnTo>
                  <a:pt x="849437" y="1606871"/>
                </a:lnTo>
                <a:lnTo>
                  <a:pt x="861983" y="1601709"/>
                </a:lnTo>
                <a:lnTo>
                  <a:pt x="868953" y="1598956"/>
                </a:lnTo>
                <a:lnTo>
                  <a:pt x="876349" y="1595911"/>
                </a:lnTo>
                <a:lnTo>
                  <a:pt x="888686" y="1591040"/>
                </a:lnTo>
                <a:lnTo>
                  <a:pt x="890715" y="1590204"/>
                </a:lnTo>
                <a:lnTo>
                  <a:pt x="905082" y="1584384"/>
                </a:lnTo>
                <a:lnTo>
                  <a:pt x="908200" y="1583125"/>
                </a:lnTo>
                <a:lnTo>
                  <a:pt x="919448" y="1578417"/>
                </a:lnTo>
                <a:lnTo>
                  <a:pt x="927311" y="1575209"/>
                </a:lnTo>
                <a:lnTo>
                  <a:pt x="933815" y="1572453"/>
                </a:lnTo>
                <a:lnTo>
                  <a:pt x="946465" y="1567293"/>
                </a:lnTo>
                <a:lnTo>
                  <a:pt x="948181" y="1566566"/>
                </a:lnTo>
                <a:lnTo>
                  <a:pt x="962547" y="1560562"/>
                </a:lnTo>
                <a:lnTo>
                  <a:pt x="965449" y="1559378"/>
                </a:lnTo>
                <a:lnTo>
                  <a:pt x="976914" y="1554520"/>
                </a:lnTo>
                <a:lnTo>
                  <a:pt x="984410" y="1551462"/>
                </a:lnTo>
                <a:lnTo>
                  <a:pt x="991280" y="1548550"/>
                </a:lnTo>
                <a:lnTo>
                  <a:pt x="1003549" y="1543547"/>
                </a:lnTo>
                <a:lnTo>
                  <a:pt x="1005647" y="1542657"/>
                </a:lnTo>
                <a:lnTo>
                  <a:pt x="1020013" y="1536671"/>
                </a:lnTo>
                <a:lnTo>
                  <a:pt x="1022562" y="1535631"/>
                </a:lnTo>
                <a:lnTo>
                  <a:pt x="1034379" y="1530625"/>
                </a:lnTo>
                <a:lnTo>
                  <a:pt x="1041510" y="1527715"/>
                </a:lnTo>
                <a:lnTo>
                  <a:pt x="1048746" y="1524649"/>
                </a:lnTo>
                <a:lnTo>
                  <a:pt x="1060635" y="1519800"/>
                </a:lnTo>
                <a:lnTo>
                  <a:pt x="1063112" y="1518749"/>
                </a:lnTo>
                <a:lnTo>
                  <a:pt x="1077478" y="1512781"/>
                </a:lnTo>
                <a:lnTo>
                  <a:pt x="1079676" y="1511884"/>
                </a:lnTo>
                <a:lnTo>
                  <a:pt x="1091845" y="1506729"/>
                </a:lnTo>
                <a:lnTo>
                  <a:pt x="1098611" y="1503968"/>
                </a:lnTo>
                <a:lnTo>
                  <a:pt x="1106211" y="1500746"/>
                </a:lnTo>
                <a:lnTo>
                  <a:pt x="1117483" y="1496053"/>
                </a:lnTo>
                <a:lnTo>
                  <a:pt x="1120578" y="1494716"/>
                </a:lnTo>
                <a:lnTo>
                  <a:pt x="1134944" y="1488666"/>
                </a:lnTo>
                <a:lnTo>
                  <a:pt x="1136212" y="1488137"/>
                </a:lnTo>
                <a:lnTo>
                  <a:pt x="1149310" y="1482483"/>
                </a:lnTo>
                <a:lnTo>
                  <a:pt x="1154736" y="1480221"/>
                </a:lnTo>
                <a:lnTo>
                  <a:pt x="1163677" y="1476361"/>
                </a:lnTo>
                <a:lnTo>
                  <a:pt x="1173408" y="1472306"/>
                </a:lnTo>
                <a:lnTo>
                  <a:pt x="1178043" y="1470304"/>
                </a:lnTo>
                <a:lnTo>
                  <a:pt x="1192240" y="1464390"/>
                </a:lnTo>
                <a:lnTo>
                  <a:pt x="1192410" y="1464317"/>
                </a:lnTo>
                <a:lnTo>
                  <a:pt x="1206776" y="1458125"/>
                </a:lnTo>
                <a:lnTo>
                  <a:pt x="1210734" y="1456475"/>
                </a:lnTo>
                <a:lnTo>
                  <a:pt x="1221142" y="1451981"/>
                </a:lnTo>
                <a:lnTo>
                  <a:pt x="1229353" y="1448559"/>
                </a:lnTo>
                <a:lnTo>
                  <a:pt x="1235509" y="1445901"/>
                </a:lnTo>
                <a:lnTo>
                  <a:pt x="1248128" y="1440643"/>
                </a:lnTo>
                <a:lnTo>
                  <a:pt x="1249875" y="1439889"/>
                </a:lnTo>
                <a:lnTo>
                  <a:pt x="1264241" y="1433774"/>
                </a:lnTo>
                <a:lnTo>
                  <a:pt x="1266750" y="1432728"/>
                </a:lnTo>
                <a:lnTo>
                  <a:pt x="1278608" y="1427609"/>
                </a:lnTo>
                <a:lnTo>
                  <a:pt x="1285317" y="1424812"/>
                </a:lnTo>
                <a:lnTo>
                  <a:pt x="1292974" y="1421506"/>
                </a:lnTo>
                <a:lnTo>
                  <a:pt x="1304036" y="1416897"/>
                </a:lnTo>
                <a:lnTo>
                  <a:pt x="1307341" y="1415469"/>
                </a:lnTo>
                <a:lnTo>
                  <a:pt x="1321707" y="1409429"/>
                </a:lnTo>
                <a:lnTo>
                  <a:pt x="1322782" y="1408981"/>
                </a:lnTo>
                <a:lnTo>
                  <a:pt x="1336073" y="1403244"/>
                </a:lnTo>
                <a:lnTo>
                  <a:pt x="1341299" y="1401065"/>
                </a:lnTo>
                <a:lnTo>
                  <a:pt x="1350440" y="1397119"/>
                </a:lnTo>
                <a:lnTo>
                  <a:pt x="1359964" y="1393150"/>
                </a:lnTo>
                <a:lnTo>
                  <a:pt x="1364806" y="1391058"/>
                </a:lnTo>
                <a:lnTo>
                  <a:pt x="1378789" y="1385234"/>
                </a:lnTo>
                <a:lnTo>
                  <a:pt x="1379172" y="1385068"/>
                </a:lnTo>
                <a:lnTo>
                  <a:pt x="1393539" y="1378886"/>
                </a:lnTo>
                <a:lnTo>
                  <a:pt x="1397300" y="1377318"/>
                </a:lnTo>
                <a:lnTo>
                  <a:pt x="1407905" y="1372740"/>
                </a:lnTo>
                <a:lnTo>
                  <a:pt x="1415912" y="1369403"/>
                </a:lnTo>
                <a:lnTo>
                  <a:pt x="1422272" y="1366656"/>
                </a:lnTo>
                <a:lnTo>
                  <a:pt x="1434679" y="1361487"/>
                </a:lnTo>
                <a:lnTo>
                  <a:pt x="1436638" y="1360641"/>
                </a:lnTo>
                <a:lnTo>
                  <a:pt x="1451004" y="1354536"/>
                </a:lnTo>
                <a:lnTo>
                  <a:pt x="1453318" y="1353572"/>
                </a:lnTo>
                <a:lnTo>
                  <a:pt x="1465371" y="1348368"/>
                </a:lnTo>
                <a:lnTo>
                  <a:pt x="1471878" y="1345656"/>
                </a:lnTo>
                <a:lnTo>
                  <a:pt x="1479737" y="1342262"/>
                </a:lnTo>
                <a:lnTo>
                  <a:pt x="1490590" y="1337740"/>
                </a:lnTo>
                <a:lnTo>
                  <a:pt x="1494104" y="1336223"/>
                </a:lnTo>
                <a:lnTo>
                  <a:pt x="1508470" y="1330303"/>
                </a:lnTo>
                <a:lnTo>
                  <a:pt x="1509754" y="1329825"/>
                </a:lnTo>
                <a:lnTo>
                  <a:pt x="1522836" y="1324715"/>
                </a:lnTo>
                <a:lnTo>
                  <a:pt x="1530372" y="1321909"/>
                </a:lnTo>
                <a:lnTo>
                  <a:pt x="1537203" y="1319240"/>
                </a:lnTo>
                <a:lnTo>
                  <a:pt x="1551298" y="1313993"/>
                </a:lnTo>
                <a:lnTo>
                  <a:pt x="1551569" y="1313888"/>
                </a:lnTo>
                <a:lnTo>
                  <a:pt x="1565935" y="1308289"/>
                </a:lnTo>
                <a:lnTo>
                  <a:pt x="1571871" y="1306078"/>
                </a:lnTo>
                <a:lnTo>
                  <a:pt x="1580302" y="1302784"/>
                </a:lnTo>
                <a:lnTo>
                  <a:pt x="1592717" y="1298162"/>
                </a:lnTo>
                <a:lnTo>
                  <a:pt x="1594668" y="1297399"/>
                </a:lnTo>
                <a:lnTo>
                  <a:pt x="1609035" y="1291869"/>
                </a:lnTo>
                <a:lnTo>
                  <a:pt x="1613388" y="1290247"/>
                </a:lnTo>
                <a:lnTo>
                  <a:pt x="1623401" y="1286335"/>
                </a:lnTo>
                <a:lnTo>
                  <a:pt x="1634156" y="1282331"/>
                </a:lnTo>
                <a:lnTo>
                  <a:pt x="1637767" y="1280919"/>
                </a:lnTo>
                <a:lnTo>
                  <a:pt x="1652134" y="1275455"/>
                </a:lnTo>
                <a:lnTo>
                  <a:pt x="1654925" y="1274415"/>
                </a:lnTo>
                <a:lnTo>
                  <a:pt x="1666500" y="1269894"/>
                </a:lnTo>
                <a:lnTo>
                  <a:pt x="1675616" y="1266500"/>
                </a:lnTo>
                <a:lnTo>
                  <a:pt x="1680866" y="1264448"/>
                </a:lnTo>
                <a:lnTo>
                  <a:pt x="1695233" y="1259049"/>
                </a:lnTo>
                <a:lnTo>
                  <a:pt x="1696480" y="1258584"/>
                </a:lnTo>
                <a:lnTo>
                  <a:pt x="1709599" y="1253460"/>
                </a:lnTo>
                <a:lnTo>
                  <a:pt x="1717095" y="1250668"/>
                </a:lnTo>
                <a:lnTo>
                  <a:pt x="1723966" y="1247984"/>
                </a:lnTo>
                <a:lnTo>
                  <a:pt x="1738020" y="1242753"/>
                </a:lnTo>
                <a:lnTo>
                  <a:pt x="1738332" y="1242631"/>
                </a:lnTo>
                <a:lnTo>
                  <a:pt x="1752698" y="1237033"/>
                </a:lnTo>
                <a:lnTo>
                  <a:pt x="1758595" y="1234837"/>
                </a:lnTo>
                <a:lnTo>
                  <a:pt x="1767065" y="1231528"/>
                </a:lnTo>
                <a:lnTo>
                  <a:pt x="1779439" y="1226922"/>
                </a:lnTo>
                <a:lnTo>
                  <a:pt x="1781431" y="1226143"/>
                </a:lnTo>
                <a:lnTo>
                  <a:pt x="1795798" y="1220614"/>
                </a:lnTo>
                <a:lnTo>
                  <a:pt x="1800113" y="1219006"/>
                </a:lnTo>
                <a:lnTo>
                  <a:pt x="1810164" y="1215079"/>
                </a:lnTo>
                <a:lnTo>
                  <a:pt x="1820878" y="1211090"/>
                </a:lnTo>
                <a:lnTo>
                  <a:pt x="1824530" y="1209663"/>
                </a:lnTo>
                <a:lnTo>
                  <a:pt x="1838897" y="1204201"/>
                </a:lnTo>
                <a:lnTo>
                  <a:pt x="1841650" y="1203175"/>
                </a:lnTo>
                <a:lnTo>
                  <a:pt x="1853263" y="1198639"/>
                </a:lnTo>
                <a:lnTo>
                  <a:pt x="1862339" y="1195259"/>
                </a:lnTo>
                <a:lnTo>
                  <a:pt x="1867629" y="1193191"/>
                </a:lnTo>
                <a:lnTo>
                  <a:pt x="1881996" y="1187794"/>
                </a:lnTo>
                <a:lnTo>
                  <a:pt x="1883205" y="1187344"/>
                </a:lnTo>
                <a:lnTo>
                  <a:pt x="1896362" y="1182205"/>
                </a:lnTo>
                <a:lnTo>
                  <a:pt x="1903819" y="1179428"/>
                </a:lnTo>
                <a:lnTo>
                  <a:pt x="1910729" y="1176728"/>
                </a:lnTo>
                <a:lnTo>
                  <a:pt x="1924742" y="1171512"/>
                </a:lnTo>
                <a:lnTo>
                  <a:pt x="1925095" y="1171374"/>
                </a:lnTo>
                <a:lnTo>
                  <a:pt x="1939461" y="1165778"/>
                </a:lnTo>
                <a:lnTo>
                  <a:pt x="1945319" y="1163597"/>
                </a:lnTo>
                <a:lnTo>
                  <a:pt x="1953828" y="1160272"/>
                </a:lnTo>
                <a:lnTo>
                  <a:pt x="1966161" y="1155681"/>
                </a:lnTo>
                <a:lnTo>
                  <a:pt x="1968194" y="1154886"/>
                </a:lnTo>
                <a:lnTo>
                  <a:pt x="1982560" y="1149359"/>
                </a:lnTo>
                <a:lnTo>
                  <a:pt x="1986838" y="1147765"/>
                </a:lnTo>
                <a:lnTo>
                  <a:pt x="1996927" y="1143824"/>
                </a:lnTo>
                <a:lnTo>
                  <a:pt x="2007601" y="1139850"/>
                </a:lnTo>
                <a:lnTo>
                  <a:pt x="2011293" y="1138407"/>
                </a:lnTo>
                <a:lnTo>
                  <a:pt x="2025660" y="1132946"/>
                </a:lnTo>
                <a:lnTo>
                  <a:pt x="2028375" y="1131934"/>
                </a:lnTo>
                <a:lnTo>
                  <a:pt x="2040026" y="1127383"/>
                </a:lnTo>
                <a:lnTo>
                  <a:pt x="2049062" y="1124018"/>
                </a:lnTo>
                <a:lnTo>
                  <a:pt x="2054392" y="1121935"/>
                </a:lnTo>
                <a:lnTo>
                  <a:pt x="2068759" y="1116540"/>
                </a:lnTo>
                <a:lnTo>
                  <a:pt x="2069931" y="1116103"/>
                </a:lnTo>
                <a:lnTo>
                  <a:pt x="2083125" y="1110950"/>
                </a:lnTo>
                <a:lnTo>
                  <a:pt x="2090543" y="1108187"/>
                </a:lnTo>
                <a:lnTo>
                  <a:pt x="2097492" y="1105472"/>
                </a:lnTo>
                <a:lnTo>
                  <a:pt x="2111463" y="1100272"/>
                </a:lnTo>
                <a:lnTo>
                  <a:pt x="2111858" y="1100117"/>
                </a:lnTo>
                <a:lnTo>
                  <a:pt x="2126224" y="1094523"/>
                </a:lnTo>
                <a:lnTo>
                  <a:pt x="2132043" y="1092356"/>
                </a:lnTo>
                <a:lnTo>
                  <a:pt x="2140591" y="1089016"/>
                </a:lnTo>
                <a:lnTo>
                  <a:pt x="2152883" y="1084440"/>
                </a:lnTo>
                <a:lnTo>
                  <a:pt x="2154957" y="1083630"/>
                </a:lnTo>
                <a:lnTo>
                  <a:pt x="2169323" y="1078104"/>
                </a:lnTo>
                <a:lnTo>
                  <a:pt x="2173562" y="1076525"/>
                </a:lnTo>
                <a:lnTo>
                  <a:pt x="2183690" y="1072568"/>
                </a:lnTo>
                <a:lnTo>
                  <a:pt x="2194324" y="1068609"/>
                </a:lnTo>
                <a:lnTo>
                  <a:pt x="2198056" y="1067150"/>
                </a:lnTo>
                <a:lnTo>
                  <a:pt x="2212423" y="1061691"/>
                </a:lnTo>
                <a:lnTo>
                  <a:pt x="2215100" y="1060694"/>
                </a:lnTo>
                <a:lnTo>
                  <a:pt x="2226789" y="1056128"/>
                </a:lnTo>
                <a:lnTo>
                  <a:pt x="2235785" y="1052778"/>
                </a:lnTo>
                <a:lnTo>
                  <a:pt x="2241155" y="1050679"/>
                </a:lnTo>
                <a:lnTo>
                  <a:pt x="2255522" y="1045285"/>
                </a:lnTo>
                <a:lnTo>
                  <a:pt x="2256656" y="1044862"/>
                </a:lnTo>
                <a:lnTo>
                  <a:pt x="2269888" y="1039694"/>
                </a:lnTo>
                <a:lnTo>
                  <a:pt x="2277266" y="1036947"/>
                </a:lnTo>
                <a:lnTo>
                  <a:pt x="2284255" y="1033911"/>
                </a:lnTo>
                <a:lnTo>
                  <a:pt x="2294936" y="1029031"/>
                </a:lnTo>
                <a:lnTo>
                  <a:pt x="2298621" y="1027281"/>
                </a:lnTo>
                <a:lnTo>
                  <a:pt x="2311870" y="1021115"/>
                </a:lnTo>
                <a:lnTo>
                  <a:pt x="2312987" y="1020585"/>
                </a:lnTo>
                <a:lnTo>
                  <a:pt x="2327353" y="1013823"/>
                </a:lnTo>
                <a:lnTo>
                  <a:pt x="2328692" y="1013200"/>
                </a:lnTo>
                <a:lnTo>
                  <a:pt x="2341720" y="1007014"/>
                </a:lnTo>
                <a:lnTo>
                  <a:pt x="2345436" y="1005284"/>
                </a:lnTo>
                <a:lnTo>
                  <a:pt x="2356086" y="1000227"/>
                </a:lnTo>
                <a:lnTo>
                  <a:pt x="2362227" y="997369"/>
                </a:lnTo>
                <a:lnTo>
                  <a:pt x="2370453" y="993462"/>
                </a:lnTo>
                <a:lnTo>
                  <a:pt x="2379067" y="989453"/>
                </a:lnTo>
                <a:lnTo>
                  <a:pt x="2384819" y="986721"/>
                </a:lnTo>
                <a:lnTo>
                  <a:pt x="2395958" y="981537"/>
                </a:lnTo>
                <a:lnTo>
                  <a:pt x="2399185" y="980004"/>
                </a:lnTo>
                <a:lnTo>
                  <a:pt x="2412901" y="973622"/>
                </a:lnTo>
                <a:lnTo>
                  <a:pt x="2413552" y="973313"/>
                </a:lnTo>
                <a:lnTo>
                  <a:pt x="2427918" y="966526"/>
                </a:lnTo>
                <a:lnTo>
                  <a:pt x="2429680" y="965706"/>
                </a:lnTo>
                <a:lnTo>
                  <a:pt x="2442285" y="959721"/>
                </a:lnTo>
                <a:lnTo>
                  <a:pt x="2446432" y="957790"/>
                </a:lnTo>
                <a:lnTo>
                  <a:pt x="2456651" y="952938"/>
                </a:lnTo>
                <a:lnTo>
                  <a:pt x="2463232" y="949875"/>
                </a:lnTo>
                <a:lnTo>
                  <a:pt x="2471017" y="946178"/>
                </a:lnTo>
                <a:lnTo>
                  <a:pt x="2480081" y="941959"/>
                </a:lnTo>
                <a:lnTo>
                  <a:pt x="2485384" y="939441"/>
                </a:lnTo>
                <a:lnTo>
                  <a:pt x="2496981" y="934044"/>
                </a:lnTo>
                <a:lnTo>
                  <a:pt x="2499750" y="932728"/>
                </a:lnTo>
                <a:lnTo>
                  <a:pt x="2513934" y="926128"/>
                </a:lnTo>
                <a:lnTo>
                  <a:pt x="2514116" y="926041"/>
                </a:lnTo>
                <a:lnTo>
                  <a:pt x="2528483" y="919230"/>
                </a:lnTo>
                <a:lnTo>
                  <a:pt x="2530670" y="918212"/>
                </a:lnTo>
                <a:lnTo>
                  <a:pt x="2542849" y="912429"/>
                </a:lnTo>
                <a:lnTo>
                  <a:pt x="2547430" y="910297"/>
                </a:lnTo>
                <a:lnTo>
                  <a:pt x="2557216" y="905650"/>
                </a:lnTo>
                <a:lnTo>
                  <a:pt x="2564239" y="902381"/>
                </a:lnTo>
                <a:lnTo>
                  <a:pt x="2571582" y="898894"/>
                </a:lnTo>
                <a:lnTo>
                  <a:pt x="2581096" y="894465"/>
                </a:lnTo>
                <a:lnTo>
                  <a:pt x="2585949" y="892161"/>
                </a:lnTo>
                <a:lnTo>
                  <a:pt x="2598006" y="886550"/>
                </a:lnTo>
                <a:lnTo>
                  <a:pt x="2600315" y="885453"/>
                </a:lnTo>
                <a:lnTo>
                  <a:pt x="2614681" y="878753"/>
                </a:lnTo>
                <a:lnTo>
                  <a:pt x="2614937" y="878634"/>
                </a:lnTo>
                <a:lnTo>
                  <a:pt x="2629048" y="871935"/>
                </a:lnTo>
                <a:lnTo>
                  <a:pt x="2631661" y="870718"/>
                </a:lnTo>
                <a:lnTo>
                  <a:pt x="2643414" y="865138"/>
                </a:lnTo>
                <a:lnTo>
                  <a:pt x="2648430" y="862803"/>
                </a:lnTo>
                <a:lnTo>
                  <a:pt x="2657780" y="858363"/>
                </a:lnTo>
                <a:lnTo>
                  <a:pt x="2665247" y="854887"/>
                </a:lnTo>
                <a:lnTo>
                  <a:pt x="2672147" y="851610"/>
                </a:lnTo>
                <a:lnTo>
                  <a:pt x="2682114" y="846972"/>
                </a:lnTo>
                <a:lnTo>
                  <a:pt x="2686513" y="844882"/>
                </a:lnTo>
                <a:lnTo>
                  <a:pt x="2699033" y="839056"/>
                </a:lnTo>
                <a:lnTo>
                  <a:pt x="2700879" y="838179"/>
                </a:lnTo>
                <a:lnTo>
                  <a:pt x="2715246" y="831455"/>
                </a:lnTo>
                <a:lnTo>
                  <a:pt x="2715922" y="831140"/>
                </a:lnTo>
                <a:lnTo>
                  <a:pt x="2729612" y="824640"/>
                </a:lnTo>
                <a:lnTo>
                  <a:pt x="2732724" y="823225"/>
                </a:lnTo>
                <a:lnTo>
                  <a:pt x="2743979" y="817898"/>
                </a:lnTo>
                <a:lnTo>
                  <a:pt x="2749750" y="815309"/>
                </a:lnTo>
                <a:lnTo>
                  <a:pt x="2758345" y="811330"/>
                </a:lnTo>
                <a:lnTo>
                  <a:pt x="2767138" y="807394"/>
                </a:lnTo>
                <a:lnTo>
                  <a:pt x="2772711" y="804838"/>
                </a:lnTo>
                <a:lnTo>
                  <a:pt x="2784687" y="799478"/>
                </a:lnTo>
                <a:lnTo>
                  <a:pt x="2787078" y="798382"/>
                </a:lnTo>
                <a:lnTo>
                  <a:pt x="2801444" y="791912"/>
                </a:lnTo>
                <a:lnTo>
                  <a:pt x="2802225" y="791562"/>
                </a:lnTo>
                <a:lnTo>
                  <a:pt x="2815811" y="785336"/>
                </a:lnTo>
                <a:lnTo>
                  <a:pt x="2819584" y="783647"/>
                </a:lnTo>
                <a:lnTo>
                  <a:pt x="2830177" y="778791"/>
                </a:lnTo>
                <a:lnTo>
                  <a:pt x="2837012" y="775731"/>
                </a:lnTo>
                <a:lnTo>
                  <a:pt x="2844543" y="772278"/>
                </a:lnTo>
                <a:lnTo>
                  <a:pt x="2854513" y="767815"/>
                </a:lnTo>
                <a:lnTo>
                  <a:pt x="2858910" y="765800"/>
                </a:lnTo>
                <a:lnTo>
                  <a:pt x="2872092" y="759900"/>
                </a:lnTo>
                <a:lnTo>
                  <a:pt x="2873276" y="759357"/>
                </a:lnTo>
                <a:lnTo>
                  <a:pt x="2887642" y="752830"/>
                </a:lnTo>
                <a:lnTo>
                  <a:pt x="2889531" y="751984"/>
                </a:lnTo>
                <a:lnTo>
                  <a:pt x="2902009" y="746265"/>
                </a:lnTo>
                <a:lnTo>
                  <a:pt x="2906915" y="744069"/>
                </a:lnTo>
                <a:lnTo>
                  <a:pt x="2916375" y="739732"/>
                </a:lnTo>
                <a:lnTo>
                  <a:pt x="2924370" y="736153"/>
                </a:lnTo>
                <a:lnTo>
                  <a:pt x="2930742" y="733232"/>
                </a:lnTo>
                <a:lnTo>
                  <a:pt x="2941900" y="728237"/>
                </a:lnTo>
                <a:lnTo>
                  <a:pt x="2945108" y="726766"/>
                </a:lnTo>
                <a:lnTo>
                  <a:pt x="2959474" y="720335"/>
                </a:lnTo>
                <a:lnTo>
                  <a:pt x="2959504" y="720322"/>
                </a:lnTo>
                <a:lnTo>
                  <a:pt x="2973841" y="713752"/>
                </a:lnTo>
                <a:lnTo>
                  <a:pt x="2976846" y="712406"/>
                </a:lnTo>
                <a:lnTo>
                  <a:pt x="2988207" y="707199"/>
                </a:lnTo>
                <a:lnTo>
                  <a:pt x="2994256" y="704490"/>
                </a:lnTo>
                <a:lnTo>
                  <a:pt x="3002574" y="700677"/>
                </a:lnTo>
                <a:lnTo>
                  <a:pt x="3011738" y="696575"/>
                </a:lnTo>
                <a:lnTo>
                  <a:pt x="3016940" y="694190"/>
                </a:lnTo>
                <a:lnTo>
                  <a:pt x="3029297" y="688659"/>
                </a:lnTo>
                <a:lnTo>
                  <a:pt x="3031306" y="687738"/>
                </a:lnTo>
                <a:lnTo>
                  <a:pt x="3045673" y="681250"/>
                </a:lnTo>
                <a:lnTo>
                  <a:pt x="3046803" y="680744"/>
                </a:lnTo>
                <a:lnTo>
                  <a:pt x="3060039" y="674678"/>
                </a:lnTo>
                <a:lnTo>
                  <a:pt x="3064170" y="672828"/>
                </a:lnTo>
                <a:lnTo>
                  <a:pt x="3074405" y="668137"/>
                </a:lnTo>
                <a:lnTo>
                  <a:pt x="3081607" y="664912"/>
                </a:lnTo>
                <a:lnTo>
                  <a:pt x="3088772" y="661628"/>
                </a:lnTo>
                <a:lnTo>
                  <a:pt x="3099117" y="656997"/>
                </a:lnTo>
                <a:lnTo>
                  <a:pt x="3103138" y="655153"/>
                </a:lnTo>
                <a:lnTo>
                  <a:pt x="3116705" y="649081"/>
                </a:lnTo>
                <a:lnTo>
                  <a:pt x="3117504" y="648715"/>
                </a:lnTo>
                <a:lnTo>
                  <a:pt x="3131871" y="642169"/>
                </a:lnTo>
                <a:lnTo>
                  <a:pt x="3134112" y="641166"/>
                </a:lnTo>
                <a:lnTo>
                  <a:pt x="3146237" y="635608"/>
                </a:lnTo>
                <a:lnTo>
                  <a:pt x="3151504" y="633250"/>
                </a:lnTo>
                <a:lnTo>
                  <a:pt x="3160604" y="629079"/>
                </a:lnTo>
                <a:lnTo>
                  <a:pt x="3168968" y="625334"/>
                </a:lnTo>
                <a:lnTo>
                  <a:pt x="3174970" y="622583"/>
                </a:lnTo>
                <a:lnTo>
                  <a:pt x="3186507" y="617419"/>
                </a:lnTo>
                <a:lnTo>
                  <a:pt x="3189336" y="616121"/>
                </a:lnTo>
                <a:lnTo>
                  <a:pt x="3203703" y="609672"/>
                </a:lnTo>
                <a:lnTo>
                  <a:pt x="3204081" y="609503"/>
                </a:lnTo>
                <a:lnTo>
                  <a:pt x="3218069" y="603092"/>
                </a:lnTo>
                <a:lnTo>
                  <a:pt x="3221430" y="601587"/>
                </a:lnTo>
                <a:lnTo>
                  <a:pt x="3232436" y="596543"/>
                </a:lnTo>
                <a:lnTo>
                  <a:pt x="3238849" y="593672"/>
                </a:lnTo>
                <a:lnTo>
                  <a:pt x="3246802" y="590026"/>
                </a:lnTo>
                <a:lnTo>
                  <a:pt x="3256340" y="585756"/>
                </a:lnTo>
                <a:lnTo>
                  <a:pt x="3261168" y="583542"/>
                </a:lnTo>
                <a:lnTo>
                  <a:pt x="3261168" y="577841"/>
                </a:lnTo>
                <a:lnTo>
                  <a:pt x="3261168" y="569925"/>
                </a:lnTo>
                <a:lnTo>
                  <a:pt x="3261168" y="562009"/>
                </a:lnTo>
                <a:lnTo>
                  <a:pt x="3261168" y="554094"/>
                </a:lnTo>
                <a:lnTo>
                  <a:pt x="3261168" y="546178"/>
                </a:lnTo>
                <a:lnTo>
                  <a:pt x="3261168" y="538262"/>
                </a:lnTo>
                <a:lnTo>
                  <a:pt x="3261168" y="530347"/>
                </a:lnTo>
                <a:lnTo>
                  <a:pt x="3261168" y="522431"/>
                </a:lnTo>
                <a:lnTo>
                  <a:pt x="3261168" y="514515"/>
                </a:lnTo>
                <a:lnTo>
                  <a:pt x="3261168" y="506600"/>
                </a:lnTo>
                <a:lnTo>
                  <a:pt x="3261168" y="498684"/>
                </a:lnTo>
                <a:lnTo>
                  <a:pt x="3261168" y="490769"/>
                </a:lnTo>
                <a:lnTo>
                  <a:pt x="3261168" y="482853"/>
                </a:lnTo>
                <a:lnTo>
                  <a:pt x="3261168" y="474937"/>
                </a:lnTo>
                <a:lnTo>
                  <a:pt x="3261168" y="467022"/>
                </a:lnTo>
                <a:lnTo>
                  <a:pt x="3261168" y="459106"/>
                </a:lnTo>
                <a:lnTo>
                  <a:pt x="3261168" y="451190"/>
                </a:lnTo>
                <a:lnTo>
                  <a:pt x="3261168" y="443275"/>
                </a:lnTo>
                <a:lnTo>
                  <a:pt x="3261168" y="435359"/>
                </a:lnTo>
                <a:lnTo>
                  <a:pt x="3261168" y="427444"/>
                </a:lnTo>
                <a:lnTo>
                  <a:pt x="3261168" y="419528"/>
                </a:lnTo>
                <a:lnTo>
                  <a:pt x="3261168" y="411612"/>
                </a:lnTo>
                <a:lnTo>
                  <a:pt x="3261168" y="403697"/>
                </a:lnTo>
                <a:lnTo>
                  <a:pt x="3261168" y="395781"/>
                </a:lnTo>
                <a:lnTo>
                  <a:pt x="3261168" y="387866"/>
                </a:lnTo>
                <a:lnTo>
                  <a:pt x="3261168" y="379950"/>
                </a:lnTo>
                <a:lnTo>
                  <a:pt x="3261168" y="372034"/>
                </a:lnTo>
                <a:lnTo>
                  <a:pt x="3261168" y="364118"/>
                </a:lnTo>
                <a:lnTo>
                  <a:pt x="3261168" y="356203"/>
                </a:lnTo>
                <a:lnTo>
                  <a:pt x="3261168" y="348288"/>
                </a:lnTo>
                <a:lnTo>
                  <a:pt x="3261168" y="340372"/>
                </a:lnTo>
                <a:lnTo>
                  <a:pt x="3261168" y="332456"/>
                </a:lnTo>
                <a:lnTo>
                  <a:pt x="3261168" y="324541"/>
                </a:lnTo>
                <a:lnTo>
                  <a:pt x="3261168" y="316625"/>
                </a:lnTo>
                <a:lnTo>
                  <a:pt x="3261168" y="308709"/>
                </a:lnTo>
                <a:lnTo>
                  <a:pt x="3261168" y="300794"/>
                </a:lnTo>
                <a:lnTo>
                  <a:pt x="3261168" y="292878"/>
                </a:lnTo>
                <a:lnTo>
                  <a:pt x="3261168" y="284962"/>
                </a:lnTo>
                <a:lnTo>
                  <a:pt x="3261168" y="277047"/>
                </a:lnTo>
                <a:lnTo>
                  <a:pt x="3261168" y="269131"/>
                </a:lnTo>
                <a:lnTo>
                  <a:pt x="3261168" y="261215"/>
                </a:lnTo>
                <a:lnTo>
                  <a:pt x="3261168" y="253300"/>
                </a:lnTo>
                <a:lnTo>
                  <a:pt x="3261168" y="245384"/>
                </a:lnTo>
                <a:lnTo>
                  <a:pt x="3261168" y="237469"/>
                </a:lnTo>
                <a:lnTo>
                  <a:pt x="3261168" y="229553"/>
                </a:lnTo>
                <a:lnTo>
                  <a:pt x="3261168" y="221638"/>
                </a:lnTo>
                <a:lnTo>
                  <a:pt x="3261168" y="213722"/>
                </a:lnTo>
                <a:lnTo>
                  <a:pt x="3261168" y="205806"/>
                </a:lnTo>
                <a:lnTo>
                  <a:pt x="3261168" y="197891"/>
                </a:lnTo>
                <a:lnTo>
                  <a:pt x="3261168" y="189975"/>
                </a:lnTo>
                <a:lnTo>
                  <a:pt x="3261168" y="182059"/>
                </a:lnTo>
                <a:lnTo>
                  <a:pt x="3261168" y="174144"/>
                </a:lnTo>
                <a:lnTo>
                  <a:pt x="3261168" y="166228"/>
                </a:lnTo>
                <a:lnTo>
                  <a:pt x="3261168" y="158312"/>
                </a:lnTo>
                <a:lnTo>
                  <a:pt x="3261168" y="150397"/>
                </a:lnTo>
                <a:lnTo>
                  <a:pt x="3261168" y="142481"/>
                </a:lnTo>
                <a:lnTo>
                  <a:pt x="3261168" y="134566"/>
                </a:lnTo>
                <a:lnTo>
                  <a:pt x="3261168" y="126650"/>
                </a:lnTo>
                <a:lnTo>
                  <a:pt x="3261168" y="118734"/>
                </a:lnTo>
                <a:lnTo>
                  <a:pt x="3261168" y="110819"/>
                </a:lnTo>
                <a:lnTo>
                  <a:pt x="3261168" y="102903"/>
                </a:lnTo>
                <a:lnTo>
                  <a:pt x="3261168" y="94987"/>
                </a:lnTo>
                <a:lnTo>
                  <a:pt x="3261168" y="87072"/>
                </a:lnTo>
                <a:lnTo>
                  <a:pt x="3261168" y="79156"/>
                </a:lnTo>
                <a:lnTo>
                  <a:pt x="3261168" y="71241"/>
                </a:lnTo>
                <a:lnTo>
                  <a:pt x="3261168" y="63325"/>
                </a:lnTo>
                <a:lnTo>
                  <a:pt x="3261168" y="55409"/>
                </a:lnTo>
                <a:lnTo>
                  <a:pt x="3261168" y="47494"/>
                </a:lnTo>
                <a:lnTo>
                  <a:pt x="3261168" y="39578"/>
                </a:lnTo>
                <a:lnTo>
                  <a:pt x="3261168" y="31662"/>
                </a:lnTo>
                <a:lnTo>
                  <a:pt x="3261168" y="23747"/>
                </a:lnTo>
                <a:lnTo>
                  <a:pt x="3261168" y="15831"/>
                </a:lnTo>
                <a:lnTo>
                  <a:pt x="3261168" y="7915"/>
                </a:lnTo>
                <a:lnTo>
                  <a:pt x="3261168" y="0"/>
                </a:lnTo>
                <a:lnTo>
                  <a:pt x="3246802" y="0"/>
                </a:lnTo>
                <a:lnTo>
                  <a:pt x="3232436" y="0"/>
                </a:lnTo>
                <a:lnTo>
                  <a:pt x="3218069" y="0"/>
                </a:lnTo>
                <a:lnTo>
                  <a:pt x="3203703" y="0"/>
                </a:lnTo>
                <a:lnTo>
                  <a:pt x="3189336" y="0"/>
                </a:lnTo>
                <a:lnTo>
                  <a:pt x="3174970" y="0"/>
                </a:lnTo>
                <a:lnTo>
                  <a:pt x="3160604" y="0"/>
                </a:lnTo>
                <a:lnTo>
                  <a:pt x="3146237" y="0"/>
                </a:lnTo>
                <a:lnTo>
                  <a:pt x="3131871" y="0"/>
                </a:lnTo>
                <a:lnTo>
                  <a:pt x="3117504" y="0"/>
                </a:lnTo>
                <a:lnTo>
                  <a:pt x="3103138" y="0"/>
                </a:lnTo>
                <a:lnTo>
                  <a:pt x="3088772" y="0"/>
                </a:lnTo>
                <a:lnTo>
                  <a:pt x="3074405" y="0"/>
                </a:lnTo>
                <a:lnTo>
                  <a:pt x="3060039" y="0"/>
                </a:lnTo>
                <a:lnTo>
                  <a:pt x="3045673" y="0"/>
                </a:lnTo>
                <a:lnTo>
                  <a:pt x="3031306" y="0"/>
                </a:lnTo>
                <a:lnTo>
                  <a:pt x="3016940" y="0"/>
                </a:lnTo>
                <a:lnTo>
                  <a:pt x="3002574" y="0"/>
                </a:lnTo>
                <a:lnTo>
                  <a:pt x="2988207" y="0"/>
                </a:lnTo>
                <a:lnTo>
                  <a:pt x="2973841" y="0"/>
                </a:lnTo>
                <a:lnTo>
                  <a:pt x="2959474" y="0"/>
                </a:lnTo>
                <a:lnTo>
                  <a:pt x="2945108" y="0"/>
                </a:lnTo>
                <a:lnTo>
                  <a:pt x="2930742" y="0"/>
                </a:lnTo>
                <a:lnTo>
                  <a:pt x="2916375" y="0"/>
                </a:lnTo>
                <a:lnTo>
                  <a:pt x="2902009" y="0"/>
                </a:lnTo>
                <a:lnTo>
                  <a:pt x="2887642" y="0"/>
                </a:lnTo>
                <a:lnTo>
                  <a:pt x="2873276" y="0"/>
                </a:lnTo>
                <a:lnTo>
                  <a:pt x="2858910" y="0"/>
                </a:lnTo>
                <a:lnTo>
                  <a:pt x="2844543" y="0"/>
                </a:lnTo>
                <a:lnTo>
                  <a:pt x="2830177" y="0"/>
                </a:lnTo>
                <a:lnTo>
                  <a:pt x="2815811" y="0"/>
                </a:lnTo>
                <a:lnTo>
                  <a:pt x="2801444" y="0"/>
                </a:lnTo>
                <a:lnTo>
                  <a:pt x="2787078" y="0"/>
                </a:lnTo>
                <a:lnTo>
                  <a:pt x="2772711" y="0"/>
                </a:lnTo>
                <a:lnTo>
                  <a:pt x="2758345" y="0"/>
                </a:lnTo>
                <a:lnTo>
                  <a:pt x="2743979" y="0"/>
                </a:lnTo>
                <a:lnTo>
                  <a:pt x="2729612" y="0"/>
                </a:lnTo>
                <a:lnTo>
                  <a:pt x="2715246" y="0"/>
                </a:lnTo>
                <a:lnTo>
                  <a:pt x="2700879" y="0"/>
                </a:lnTo>
                <a:lnTo>
                  <a:pt x="2686513" y="0"/>
                </a:lnTo>
                <a:lnTo>
                  <a:pt x="2672147" y="0"/>
                </a:lnTo>
                <a:lnTo>
                  <a:pt x="2657780" y="0"/>
                </a:lnTo>
                <a:lnTo>
                  <a:pt x="2643414" y="0"/>
                </a:lnTo>
                <a:lnTo>
                  <a:pt x="2629048" y="0"/>
                </a:lnTo>
                <a:lnTo>
                  <a:pt x="2614681" y="0"/>
                </a:lnTo>
                <a:lnTo>
                  <a:pt x="2600315" y="0"/>
                </a:lnTo>
                <a:lnTo>
                  <a:pt x="2585949" y="0"/>
                </a:lnTo>
                <a:lnTo>
                  <a:pt x="2571582" y="0"/>
                </a:lnTo>
                <a:lnTo>
                  <a:pt x="2557216" y="0"/>
                </a:lnTo>
                <a:lnTo>
                  <a:pt x="2542849" y="0"/>
                </a:lnTo>
                <a:lnTo>
                  <a:pt x="2528483" y="0"/>
                </a:lnTo>
                <a:lnTo>
                  <a:pt x="2514116" y="0"/>
                </a:lnTo>
                <a:lnTo>
                  <a:pt x="2499750" y="0"/>
                </a:lnTo>
                <a:lnTo>
                  <a:pt x="2485384" y="0"/>
                </a:lnTo>
                <a:lnTo>
                  <a:pt x="2471017" y="0"/>
                </a:lnTo>
                <a:lnTo>
                  <a:pt x="2456651" y="0"/>
                </a:lnTo>
                <a:lnTo>
                  <a:pt x="2442285" y="0"/>
                </a:lnTo>
                <a:lnTo>
                  <a:pt x="2427918" y="0"/>
                </a:lnTo>
                <a:lnTo>
                  <a:pt x="2413552" y="0"/>
                </a:lnTo>
                <a:lnTo>
                  <a:pt x="2399185" y="0"/>
                </a:lnTo>
                <a:lnTo>
                  <a:pt x="2384819" y="0"/>
                </a:lnTo>
                <a:lnTo>
                  <a:pt x="2370453" y="0"/>
                </a:lnTo>
                <a:lnTo>
                  <a:pt x="2356086" y="0"/>
                </a:lnTo>
                <a:lnTo>
                  <a:pt x="2341720" y="0"/>
                </a:lnTo>
                <a:lnTo>
                  <a:pt x="2327353" y="0"/>
                </a:lnTo>
                <a:lnTo>
                  <a:pt x="2312987" y="0"/>
                </a:lnTo>
                <a:lnTo>
                  <a:pt x="2298621" y="0"/>
                </a:lnTo>
                <a:lnTo>
                  <a:pt x="2284255" y="0"/>
                </a:lnTo>
                <a:lnTo>
                  <a:pt x="2269888" y="0"/>
                </a:lnTo>
                <a:lnTo>
                  <a:pt x="2255522" y="0"/>
                </a:lnTo>
                <a:lnTo>
                  <a:pt x="2241155" y="0"/>
                </a:lnTo>
                <a:lnTo>
                  <a:pt x="2226789" y="0"/>
                </a:lnTo>
                <a:lnTo>
                  <a:pt x="2212423" y="0"/>
                </a:lnTo>
                <a:lnTo>
                  <a:pt x="2198056" y="0"/>
                </a:lnTo>
                <a:lnTo>
                  <a:pt x="2183690" y="0"/>
                </a:lnTo>
                <a:lnTo>
                  <a:pt x="2169323" y="0"/>
                </a:lnTo>
                <a:lnTo>
                  <a:pt x="2154957" y="0"/>
                </a:lnTo>
                <a:lnTo>
                  <a:pt x="2140591" y="0"/>
                </a:lnTo>
                <a:lnTo>
                  <a:pt x="2126224" y="0"/>
                </a:lnTo>
                <a:lnTo>
                  <a:pt x="2111858" y="0"/>
                </a:lnTo>
                <a:lnTo>
                  <a:pt x="2097492" y="0"/>
                </a:lnTo>
                <a:lnTo>
                  <a:pt x="2083125" y="0"/>
                </a:lnTo>
                <a:lnTo>
                  <a:pt x="2068759" y="0"/>
                </a:lnTo>
                <a:lnTo>
                  <a:pt x="2054392" y="0"/>
                </a:lnTo>
                <a:lnTo>
                  <a:pt x="2040026" y="0"/>
                </a:lnTo>
                <a:lnTo>
                  <a:pt x="2025660" y="0"/>
                </a:lnTo>
                <a:lnTo>
                  <a:pt x="2011293" y="0"/>
                </a:lnTo>
                <a:lnTo>
                  <a:pt x="1996927" y="0"/>
                </a:lnTo>
                <a:lnTo>
                  <a:pt x="1982560" y="0"/>
                </a:lnTo>
                <a:lnTo>
                  <a:pt x="1968194" y="0"/>
                </a:lnTo>
                <a:lnTo>
                  <a:pt x="1953828" y="0"/>
                </a:lnTo>
                <a:lnTo>
                  <a:pt x="1939461" y="0"/>
                </a:lnTo>
                <a:lnTo>
                  <a:pt x="1925095" y="0"/>
                </a:lnTo>
                <a:lnTo>
                  <a:pt x="1910729" y="0"/>
                </a:lnTo>
                <a:lnTo>
                  <a:pt x="1896362" y="0"/>
                </a:lnTo>
                <a:lnTo>
                  <a:pt x="1881996" y="0"/>
                </a:lnTo>
                <a:lnTo>
                  <a:pt x="1867629" y="0"/>
                </a:lnTo>
                <a:lnTo>
                  <a:pt x="1853263" y="0"/>
                </a:lnTo>
                <a:lnTo>
                  <a:pt x="1838897" y="0"/>
                </a:lnTo>
                <a:lnTo>
                  <a:pt x="1824530" y="0"/>
                </a:lnTo>
                <a:lnTo>
                  <a:pt x="1810164" y="0"/>
                </a:lnTo>
                <a:lnTo>
                  <a:pt x="1795798" y="0"/>
                </a:lnTo>
                <a:lnTo>
                  <a:pt x="1781431" y="0"/>
                </a:lnTo>
                <a:lnTo>
                  <a:pt x="1767065" y="0"/>
                </a:lnTo>
                <a:lnTo>
                  <a:pt x="1752698" y="0"/>
                </a:lnTo>
                <a:lnTo>
                  <a:pt x="1738332" y="0"/>
                </a:lnTo>
                <a:lnTo>
                  <a:pt x="1723966" y="0"/>
                </a:lnTo>
                <a:lnTo>
                  <a:pt x="1709599" y="0"/>
                </a:lnTo>
                <a:lnTo>
                  <a:pt x="1695233" y="0"/>
                </a:lnTo>
                <a:lnTo>
                  <a:pt x="1680866" y="0"/>
                </a:lnTo>
                <a:lnTo>
                  <a:pt x="1666500" y="0"/>
                </a:lnTo>
                <a:lnTo>
                  <a:pt x="1652134" y="0"/>
                </a:lnTo>
                <a:lnTo>
                  <a:pt x="1637767" y="0"/>
                </a:lnTo>
                <a:lnTo>
                  <a:pt x="1623401" y="0"/>
                </a:lnTo>
                <a:lnTo>
                  <a:pt x="1609035" y="0"/>
                </a:lnTo>
                <a:lnTo>
                  <a:pt x="1594668" y="0"/>
                </a:lnTo>
                <a:lnTo>
                  <a:pt x="1580302" y="0"/>
                </a:lnTo>
                <a:lnTo>
                  <a:pt x="1565935" y="0"/>
                </a:lnTo>
                <a:lnTo>
                  <a:pt x="1551569" y="0"/>
                </a:lnTo>
                <a:lnTo>
                  <a:pt x="1537203" y="0"/>
                </a:lnTo>
                <a:lnTo>
                  <a:pt x="1522836" y="0"/>
                </a:lnTo>
                <a:lnTo>
                  <a:pt x="1508470" y="0"/>
                </a:lnTo>
                <a:lnTo>
                  <a:pt x="1494104" y="0"/>
                </a:lnTo>
                <a:lnTo>
                  <a:pt x="1479737" y="0"/>
                </a:lnTo>
                <a:lnTo>
                  <a:pt x="1465371" y="0"/>
                </a:lnTo>
                <a:lnTo>
                  <a:pt x="1451004" y="0"/>
                </a:lnTo>
                <a:lnTo>
                  <a:pt x="1436638" y="0"/>
                </a:lnTo>
                <a:lnTo>
                  <a:pt x="1422272" y="0"/>
                </a:lnTo>
                <a:lnTo>
                  <a:pt x="1407905" y="0"/>
                </a:lnTo>
                <a:lnTo>
                  <a:pt x="1393539" y="0"/>
                </a:lnTo>
                <a:lnTo>
                  <a:pt x="1379172" y="0"/>
                </a:lnTo>
                <a:lnTo>
                  <a:pt x="1364806" y="0"/>
                </a:lnTo>
                <a:lnTo>
                  <a:pt x="1350440" y="0"/>
                </a:lnTo>
                <a:lnTo>
                  <a:pt x="1336073" y="0"/>
                </a:lnTo>
                <a:lnTo>
                  <a:pt x="1321707" y="0"/>
                </a:lnTo>
                <a:lnTo>
                  <a:pt x="1307341" y="0"/>
                </a:lnTo>
                <a:lnTo>
                  <a:pt x="1292974" y="0"/>
                </a:lnTo>
                <a:lnTo>
                  <a:pt x="1278608" y="0"/>
                </a:lnTo>
                <a:lnTo>
                  <a:pt x="1264241" y="0"/>
                </a:lnTo>
                <a:lnTo>
                  <a:pt x="1249875" y="0"/>
                </a:lnTo>
                <a:lnTo>
                  <a:pt x="1235509" y="0"/>
                </a:lnTo>
                <a:lnTo>
                  <a:pt x="1221142" y="0"/>
                </a:lnTo>
                <a:lnTo>
                  <a:pt x="1206776" y="0"/>
                </a:lnTo>
                <a:lnTo>
                  <a:pt x="1192410" y="0"/>
                </a:lnTo>
                <a:lnTo>
                  <a:pt x="1178043" y="0"/>
                </a:lnTo>
                <a:lnTo>
                  <a:pt x="1163677" y="0"/>
                </a:lnTo>
                <a:lnTo>
                  <a:pt x="1149310" y="0"/>
                </a:lnTo>
                <a:lnTo>
                  <a:pt x="1134944" y="0"/>
                </a:lnTo>
                <a:lnTo>
                  <a:pt x="1120578" y="0"/>
                </a:lnTo>
                <a:lnTo>
                  <a:pt x="1106211" y="0"/>
                </a:lnTo>
                <a:lnTo>
                  <a:pt x="1091845" y="0"/>
                </a:lnTo>
                <a:lnTo>
                  <a:pt x="1077478" y="0"/>
                </a:lnTo>
                <a:lnTo>
                  <a:pt x="1063112" y="0"/>
                </a:lnTo>
                <a:lnTo>
                  <a:pt x="1048746" y="0"/>
                </a:lnTo>
                <a:lnTo>
                  <a:pt x="1034379" y="0"/>
                </a:lnTo>
                <a:lnTo>
                  <a:pt x="1020013" y="0"/>
                </a:lnTo>
                <a:lnTo>
                  <a:pt x="1005647" y="0"/>
                </a:lnTo>
                <a:lnTo>
                  <a:pt x="991280" y="0"/>
                </a:lnTo>
                <a:lnTo>
                  <a:pt x="976914" y="0"/>
                </a:lnTo>
                <a:lnTo>
                  <a:pt x="962547" y="0"/>
                </a:lnTo>
                <a:lnTo>
                  <a:pt x="948181" y="0"/>
                </a:lnTo>
                <a:lnTo>
                  <a:pt x="933815" y="0"/>
                </a:lnTo>
                <a:lnTo>
                  <a:pt x="919448" y="0"/>
                </a:lnTo>
                <a:lnTo>
                  <a:pt x="905082" y="0"/>
                </a:lnTo>
                <a:lnTo>
                  <a:pt x="890715" y="0"/>
                </a:lnTo>
                <a:lnTo>
                  <a:pt x="876349" y="0"/>
                </a:lnTo>
                <a:lnTo>
                  <a:pt x="861983" y="0"/>
                </a:lnTo>
                <a:lnTo>
                  <a:pt x="847616" y="0"/>
                </a:lnTo>
                <a:lnTo>
                  <a:pt x="833250" y="0"/>
                </a:lnTo>
                <a:lnTo>
                  <a:pt x="818884" y="0"/>
                </a:lnTo>
                <a:lnTo>
                  <a:pt x="804517" y="0"/>
                </a:lnTo>
                <a:lnTo>
                  <a:pt x="790151" y="0"/>
                </a:lnTo>
                <a:lnTo>
                  <a:pt x="775785" y="0"/>
                </a:lnTo>
                <a:lnTo>
                  <a:pt x="761418" y="0"/>
                </a:lnTo>
                <a:lnTo>
                  <a:pt x="747052" y="0"/>
                </a:lnTo>
                <a:lnTo>
                  <a:pt x="732685" y="0"/>
                </a:lnTo>
                <a:lnTo>
                  <a:pt x="718319" y="0"/>
                </a:lnTo>
                <a:lnTo>
                  <a:pt x="703953" y="0"/>
                </a:lnTo>
                <a:lnTo>
                  <a:pt x="689586" y="0"/>
                </a:lnTo>
                <a:lnTo>
                  <a:pt x="675220" y="0"/>
                </a:lnTo>
                <a:lnTo>
                  <a:pt x="660854" y="0"/>
                </a:lnTo>
                <a:lnTo>
                  <a:pt x="646487" y="0"/>
                </a:lnTo>
                <a:lnTo>
                  <a:pt x="632121" y="0"/>
                </a:lnTo>
                <a:lnTo>
                  <a:pt x="617754" y="0"/>
                </a:lnTo>
                <a:lnTo>
                  <a:pt x="603388" y="0"/>
                </a:lnTo>
                <a:lnTo>
                  <a:pt x="589022" y="0"/>
                </a:lnTo>
                <a:lnTo>
                  <a:pt x="574655" y="0"/>
                </a:lnTo>
                <a:lnTo>
                  <a:pt x="560289" y="0"/>
                </a:lnTo>
                <a:lnTo>
                  <a:pt x="545922" y="0"/>
                </a:lnTo>
                <a:lnTo>
                  <a:pt x="531556" y="0"/>
                </a:lnTo>
                <a:lnTo>
                  <a:pt x="517190" y="0"/>
                </a:lnTo>
                <a:lnTo>
                  <a:pt x="502823" y="0"/>
                </a:lnTo>
                <a:lnTo>
                  <a:pt x="488457" y="0"/>
                </a:lnTo>
                <a:lnTo>
                  <a:pt x="474091" y="0"/>
                </a:lnTo>
                <a:lnTo>
                  <a:pt x="459724" y="0"/>
                </a:lnTo>
                <a:lnTo>
                  <a:pt x="445358" y="0"/>
                </a:lnTo>
                <a:lnTo>
                  <a:pt x="430991" y="0"/>
                </a:lnTo>
                <a:lnTo>
                  <a:pt x="416625" y="0"/>
                </a:lnTo>
                <a:lnTo>
                  <a:pt x="402259" y="0"/>
                </a:lnTo>
                <a:lnTo>
                  <a:pt x="387892" y="0"/>
                </a:lnTo>
                <a:lnTo>
                  <a:pt x="373526" y="0"/>
                </a:lnTo>
                <a:lnTo>
                  <a:pt x="359160" y="0"/>
                </a:lnTo>
                <a:lnTo>
                  <a:pt x="344793" y="0"/>
                </a:lnTo>
                <a:lnTo>
                  <a:pt x="330427" y="0"/>
                </a:lnTo>
                <a:lnTo>
                  <a:pt x="316060" y="0"/>
                </a:lnTo>
                <a:lnTo>
                  <a:pt x="301694" y="0"/>
                </a:lnTo>
                <a:lnTo>
                  <a:pt x="287328" y="0"/>
                </a:lnTo>
                <a:lnTo>
                  <a:pt x="272961" y="0"/>
                </a:lnTo>
                <a:lnTo>
                  <a:pt x="258595" y="0"/>
                </a:lnTo>
                <a:lnTo>
                  <a:pt x="244228" y="0"/>
                </a:lnTo>
                <a:lnTo>
                  <a:pt x="229862" y="0"/>
                </a:lnTo>
                <a:lnTo>
                  <a:pt x="215496" y="0"/>
                </a:lnTo>
                <a:lnTo>
                  <a:pt x="201129" y="0"/>
                </a:lnTo>
                <a:lnTo>
                  <a:pt x="186763" y="0"/>
                </a:lnTo>
                <a:lnTo>
                  <a:pt x="172397" y="0"/>
                </a:lnTo>
                <a:lnTo>
                  <a:pt x="158030" y="0"/>
                </a:lnTo>
                <a:lnTo>
                  <a:pt x="143664" y="0"/>
                </a:lnTo>
                <a:lnTo>
                  <a:pt x="129297" y="0"/>
                </a:lnTo>
                <a:lnTo>
                  <a:pt x="114931" y="0"/>
                </a:lnTo>
                <a:lnTo>
                  <a:pt x="100565" y="0"/>
                </a:lnTo>
                <a:lnTo>
                  <a:pt x="86198" y="0"/>
                </a:lnTo>
                <a:lnTo>
                  <a:pt x="71832" y="0"/>
                </a:lnTo>
                <a:lnTo>
                  <a:pt x="57466" y="0"/>
                </a:lnTo>
                <a:lnTo>
                  <a:pt x="43099" y="0"/>
                </a:lnTo>
                <a:lnTo>
                  <a:pt x="28733" y="0"/>
                </a:lnTo>
                <a:lnTo>
                  <a:pt x="14366" y="0"/>
                </a:lnTo>
                <a:lnTo>
                  <a:pt x="0" y="0"/>
                </a:lnTo>
                <a:lnTo>
                  <a:pt x="0" y="7915"/>
                </a:lnTo>
                <a:lnTo>
                  <a:pt x="0" y="15831"/>
                </a:lnTo>
                <a:lnTo>
                  <a:pt x="0" y="23747"/>
                </a:lnTo>
                <a:lnTo>
                  <a:pt x="0" y="31662"/>
                </a:lnTo>
                <a:lnTo>
                  <a:pt x="0" y="39578"/>
                </a:lnTo>
                <a:lnTo>
                  <a:pt x="0" y="47494"/>
                </a:lnTo>
                <a:lnTo>
                  <a:pt x="0" y="55409"/>
                </a:lnTo>
                <a:lnTo>
                  <a:pt x="0" y="63325"/>
                </a:lnTo>
                <a:lnTo>
                  <a:pt x="0" y="71241"/>
                </a:lnTo>
                <a:lnTo>
                  <a:pt x="0" y="79156"/>
                </a:lnTo>
                <a:lnTo>
                  <a:pt x="0" y="87072"/>
                </a:lnTo>
                <a:lnTo>
                  <a:pt x="0" y="94987"/>
                </a:lnTo>
                <a:lnTo>
                  <a:pt x="0" y="102903"/>
                </a:lnTo>
                <a:lnTo>
                  <a:pt x="0" y="110819"/>
                </a:lnTo>
                <a:lnTo>
                  <a:pt x="0" y="118734"/>
                </a:lnTo>
                <a:lnTo>
                  <a:pt x="0" y="126650"/>
                </a:lnTo>
                <a:lnTo>
                  <a:pt x="0" y="134566"/>
                </a:lnTo>
                <a:lnTo>
                  <a:pt x="0" y="142481"/>
                </a:lnTo>
                <a:lnTo>
                  <a:pt x="0" y="150397"/>
                </a:lnTo>
                <a:lnTo>
                  <a:pt x="0" y="158312"/>
                </a:lnTo>
                <a:lnTo>
                  <a:pt x="0" y="166228"/>
                </a:lnTo>
                <a:lnTo>
                  <a:pt x="0" y="174144"/>
                </a:lnTo>
                <a:lnTo>
                  <a:pt x="0" y="182059"/>
                </a:lnTo>
                <a:lnTo>
                  <a:pt x="0" y="189975"/>
                </a:lnTo>
                <a:lnTo>
                  <a:pt x="0" y="197891"/>
                </a:lnTo>
                <a:lnTo>
                  <a:pt x="0" y="205806"/>
                </a:lnTo>
                <a:lnTo>
                  <a:pt x="0" y="213722"/>
                </a:lnTo>
                <a:lnTo>
                  <a:pt x="0" y="221638"/>
                </a:lnTo>
                <a:lnTo>
                  <a:pt x="0" y="229553"/>
                </a:lnTo>
                <a:lnTo>
                  <a:pt x="0" y="237469"/>
                </a:lnTo>
                <a:lnTo>
                  <a:pt x="0" y="245384"/>
                </a:lnTo>
                <a:lnTo>
                  <a:pt x="0" y="253300"/>
                </a:lnTo>
                <a:lnTo>
                  <a:pt x="0" y="261215"/>
                </a:lnTo>
                <a:lnTo>
                  <a:pt x="0" y="269131"/>
                </a:lnTo>
                <a:lnTo>
                  <a:pt x="0" y="277047"/>
                </a:lnTo>
                <a:lnTo>
                  <a:pt x="0" y="284962"/>
                </a:lnTo>
                <a:lnTo>
                  <a:pt x="0" y="292878"/>
                </a:lnTo>
                <a:lnTo>
                  <a:pt x="0" y="300794"/>
                </a:lnTo>
                <a:lnTo>
                  <a:pt x="0" y="308709"/>
                </a:lnTo>
                <a:lnTo>
                  <a:pt x="0" y="316625"/>
                </a:lnTo>
                <a:lnTo>
                  <a:pt x="0" y="324541"/>
                </a:lnTo>
                <a:lnTo>
                  <a:pt x="0" y="332456"/>
                </a:lnTo>
                <a:lnTo>
                  <a:pt x="0" y="340372"/>
                </a:lnTo>
                <a:lnTo>
                  <a:pt x="0" y="348288"/>
                </a:lnTo>
                <a:lnTo>
                  <a:pt x="0" y="356203"/>
                </a:lnTo>
                <a:lnTo>
                  <a:pt x="0" y="364118"/>
                </a:lnTo>
                <a:lnTo>
                  <a:pt x="0" y="372034"/>
                </a:lnTo>
                <a:lnTo>
                  <a:pt x="0" y="379950"/>
                </a:lnTo>
                <a:lnTo>
                  <a:pt x="0" y="387866"/>
                </a:lnTo>
                <a:lnTo>
                  <a:pt x="0" y="395781"/>
                </a:lnTo>
                <a:lnTo>
                  <a:pt x="0" y="403697"/>
                </a:lnTo>
                <a:lnTo>
                  <a:pt x="0" y="411612"/>
                </a:lnTo>
                <a:lnTo>
                  <a:pt x="0" y="419528"/>
                </a:lnTo>
                <a:lnTo>
                  <a:pt x="0" y="427444"/>
                </a:lnTo>
                <a:lnTo>
                  <a:pt x="0" y="435359"/>
                </a:lnTo>
                <a:lnTo>
                  <a:pt x="0" y="443275"/>
                </a:lnTo>
                <a:lnTo>
                  <a:pt x="0" y="451190"/>
                </a:lnTo>
                <a:lnTo>
                  <a:pt x="0" y="459106"/>
                </a:lnTo>
                <a:lnTo>
                  <a:pt x="0" y="467022"/>
                </a:lnTo>
                <a:lnTo>
                  <a:pt x="0" y="474937"/>
                </a:lnTo>
                <a:lnTo>
                  <a:pt x="0" y="482853"/>
                </a:lnTo>
                <a:lnTo>
                  <a:pt x="0" y="490769"/>
                </a:lnTo>
                <a:lnTo>
                  <a:pt x="0" y="498684"/>
                </a:lnTo>
                <a:lnTo>
                  <a:pt x="0" y="506600"/>
                </a:lnTo>
                <a:lnTo>
                  <a:pt x="0" y="514515"/>
                </a:lnTo>
                <a:lnTo>
                  <a:pt x="0" y="522431"/>
                </a:lnTo>
                <a:lnTo>
                  <a:pt x="0" y="530347"/>
                </a:lnTo>
                <a:lnTo>
                  <a:pt x="0" y="538262"/>
                </a:lnTo>
                <a:lnTo>
                  <a:pt x="0" y="546178"/>
                </a:lnTo>
                <a:lnTo>
                  <a:pt x="0" y="554094"/>
                </a:lnTo>
                <a:lnTo>
                  <a:pt x="0" y="562009"/>
                </a:lnTo>
                <a:lnTo>
                  <a:pt x="0" y="569925"/>
                </a:lnTo>
                <a:lnTo>
                  <a:pt x="0" y="577841"/>
                </a:lnTo>
                <a:lnTo>
                  <a:pt x="0" y="585756"/>
                </a:lnTo>
                <a:lnTo>
                  <a:pt x="0" y="593672"/>
                </a:lnTo>
                <a:lnTo>
                  <a:pt x="0" y="601587"/>
                </a:lnTo>
                <a:lnTo>
                  <a:pt x="0" y="609503"/>
                </a:lnTo>
                <a:lnTo>
                  <a:pt x="0" y="617419"/>
                </a:lnTo>
                <a:lnTo>
                  <a:pt x="0" y="625334"/>
                </a:lnTo>
                <a:lnTo>
                  <a:pt x="0" y="633250"/>
                </a:lnTo>
                <a:lnTo>
                  <a:pt x="0" y="641166"/>
                </a:lnTo>
                <a:lnTo>
                  <a:pt x="0" y="649081"/>
                </a:lnTo>
                <a:lnTo>
                  <a:pt x="0" y="656997"/>
                </a:lnTo>
                <a:lnTo>
                  <a:pt x="0" y="664912"/>
                </a:lnTo>
                <a:lnTo>
                  <a:pt x="0" y="672828"/>
                </a:lnTo>
                <a:lnTo>
                  <a:pt x="0" y="680744"/>
                </a:lnTo>
                <a:lnTo>
                  <a:pt x="0" y="688659"/>
                </a:lnTo>
                <a:lnTo>
                  <a:pt x="0" y="696575"/>
                </a:lnTo>
                <a:lnTo>
                  <a:pt x="0" y="704490"/>
                </a:lnTo>
                <a:lnTo>
                  <a:pt x="0" y="712406"/>
                </a:lnTo>
                <a:lnTo>
                  <a:pt x="0" y="720322"/>
                </a:lnTo>
                <a:lnTo>
                  <a:pt x="0" y="728237"/>
                </a:lnTo>
                <a:lnTo>
                  <a:pt x="0" y="736153"/>
                </a:lnTo>
                <a:lnTo>
                  <a:pt x="0" y="744069"/>
                </a:lnTo>
                <a:lnTo>
                  <a:pt x="0" y="751984"/>
                </a:lnTo>
                <a:lnTo>
                  <a:pt x="0" y="759900"/>
                </a:lnTo>
                <a:lnTo>
                  <a:pt x="0" y="767815"/>
                </a:lnTo>
                <a:lnTo>
                  <a:pt x="0" y="775731"/>
                </a:lnTo>
                <a:lnTo>
                  <a:pt x="0" y="783647"/>
                </a:lnTo>
                <a:lnTo>
                  <a:pt x="0" y="791562"/>
                </a:lnTo>
                <a:lnTo>
                  <a:pt x="0" y="799478"/>
                </a:lnTo>
                <a:lnTo>
                  <a:pt x="0" y="807394"/>
                </a:lnTo>
                <a:lnTo>
                  <a:pt x="0" y="815309"/>
                </a:lnTo>
                <a:lnTo>
                  <a:pt x="0" y="823225"/>
                </a:lnTo>
                <a:lnTo>
                  <a:pt x="0" y="831140"/>
                </a:lnTo>
                <a:lnTo>
                  <a:pt x="0" y="839056"/>
                </a:lnTo>
                <a:lnTo>
                  <a:pt x="0" y="846972"/>
                </a:lnTo>
                <a:lnTo>
                  <a:pt x="0" y="854887"/>
                </a:lnTo>
                <a:lnTo>
                  <a:pt x="0" y="862803"/>
                </a:lnTo>
                <a:lnTo>
                  <a:pt x="0" y="870718"/>
                </a:lnTo>
                <a:lnTo>
                  <a:pt x="0" y="878634"/>
                </a:lnTo>
                <a:lnTo>
                  <a:pt x="0" y="886550"/>
                </a:lnTo>
                <a:lnTo>
                  <a:pt x="0" y="894465"/>
                </a:lnTo>
                <a:lnTo>
                  <a:pt x="0" y="902381"/>
                </a:lnTo>
                <a:lnTo>
                  <a:pt x="0" y="910297"/>
                </a:lnTo>
                <a:lnTo>
                  <a:pt x="0" y="918212"/>
                </a:lnTo>
                <a:lnTo>
                  <a:pt x="0" y="926128"/>
                </a:lnTo>
                <a:lnTo>
                  <a:pt x="0" y="934044"/>
                </a:lnTo>
                <a:lnTo>
                  <a:pt x="0" y="941959"/>
                </a:lnTo>
                <a:lnTo>
                  <a:pt x="0" y="949875"/>
                </a:lnTo>
                <a:lnTo>
                  <a:pt x="0" y="957790"/>
                </a:lnTo>
                <a:lnTo>
                  <a:pt x="0" y="965706"/>
                </a:lnTo>
                <a:lnTo>
                  <a:pt x="0" y="973622"/>
                </a:lnTo>
                <a:lnTo>
                  <a:pt x="0" y="981537"/>
                </a:lnTo>
                <a:lnTo>
                  <a:pt x="0" y="989453"/>
                </a:lnTo>
                <a:lnTo>
                  <a:pt x="0" y="997369"/>
                </a:lnTo>
                <a:lnTo>
                  <a:pt x="0" y="1005284"/>
                </a:lnTo>
                <a:lnTo>
                  <a:pt x="0" y="1013200"/>
                </a:lnTo>
                <a:lnTo>
                  <a:pt x="0" y="1021115"/>
                </a:lnTo>
                <a:lnTo>
                  <a:pt x="0" y="1029031"/>
                </a:lnTo>
                <a:lnTo>
                  <a:pt x="0" y="1036947"/>
                </a:lnTo>
                <a:lnTo>
                  <a:pt x="0" y="1044862"/>
                </a:lnTo>
                <a:lnTo>
                  <a:pt x="0" y="1052778"/>
                </a:lnTo>
                <a:lnTo>
                  <a:pt x="0" y="1060694"/>
                </a:lnTo>
                <a:lnTo>
                  <a:pt x="0" y="1068609"/>
                </a:lnTo>
                <a:lnTo>
                  <a:pt x="0" y="1076525"/>
                </a:lnTo>
                <a:lnTo>
                  <a:pt x="0" y="1084440"/>
                </a:lnTo>
                <a:lnTo>
                  <a:pt x="0" y="1092356"/>
                </a:lnTo>
                <a:lnTo>
                  <a:pt x="0" y="1100272"/>
                </a:lnTo>
                <a:lnTo>
                  <a:pt x="0" y="1108187"/>
                </a:lnTo>
                <a:lnTo>
                  <a:pt x="0" y="1116103"/>
                </a:lnTo>
                <a:lnTo>
                  <a:pt x="0" y="1124018"/>
                </a:lnTo>
                <a:lnTo>
                  <a:pt x="0" y="1131934"/>
                </a:lnTo>
                <a:lnTo>
                  <a:pt x="0" y="1139850"/>
                </a:lnTo>
                <a:lnTo>
                  <a:pt x="0" y="1147765"/>
                </a:lnTo>
                <a:lnTo>
                  <a:pt x="0" y="1155681"/>
                </a:lnTo>
                <a:lnTo>
                  <a:pt x="0" y="1163597"/>
                </a:lnTo>
                <a:lnTo>
                  <a:pt x="0" y="1171512"/>
                </a:lnTo>
                <a:lnTo>
                  <a:pt x="0" y="1179428"/>
                </a:lnTo>
                <a:lnTo>
                  <a:pt x="0" y="1187344"/>
                </a:lnTo>
                <a:lnTo>
                  <a:pt x="0" y="1195259"/>
                </a:lnTo>
                <a:lnTo>
                  <a:pt x="0" y="1203175"/>
                </a:lnTo>
                <a:lnTo>
                  <a:pt x="0" y="1211090"/>
                </a:lnTo>
                <a:lnTo>
                  <a:pt x="0" y="1219006"/>
                </a:lnTo>
                <a:lnTo>
                  <a:pt x="0" y="1226922"/>
                </a:lnTo>
                <a:lnTo>
                  <a:pt x="0" y="1234837"/>
                </a:lnTo>
                <a:lnTo>
                  <a:pt x="0" y="1242753"/>
                </a:lnTo>
                <a:lnTo>
                  <a:pt x="0" y="1250668"/>
                </a:lnTo>
                <a:lnTo>
                  <a:pt x="0" y="1258584"/>
                </a:lnTo>
                <a:lnTo>
                  <a:pt x="0" y="1266500"/>
                </a:lnTo>
                <a:lnTo>
                  <a:pt x="0" y="1274415"/>
                </a:lnTo>
                <a:lnTo>
                  <a:pt x="0" y="1282331"/>
                </a:lnTo>
                <a:lnTo>
                  <a:pt x="0" y="1290247"/>
                </a:lnTo>
                <a:lnTo>
                  <a:pt x="0" y="1298162"/>
                </a:lnTo>
                <a:lnTo>
                  <a:pt x="0" y="1306078"/>
                </a:lnTo>
                <a:lnTo>
                  <a:pt x="0" y="1313993"/>
                </a:lnTo>
                <a:lnTo>
                  <a:pt x="0" y="1321909"/>
                </a:lnTo>
                <a:lnTo>
                  <a:pt x="0" y="1329825"/>
                </a:lnTo>
                <a:lnTo>
                  <a:pt x="0" y="1337740"/>
                </a:lnTo>
                <a:lnTo>
                  <a:pt x="0" y="1345656"/>
                </a:lnTo>
                <a:lnTo>
                  <a:pt x="0" y="1353572"/>
                </a:lnTo>
                <a:lnTo>
                  <a:pt x="0" y="1361487"/>
                </a:lnTo>
                <a:lnTo>
                  <a:pt x="0" y="1369403"/>
                </a:lnTo>
                <a:lnTo>
                  <a:pt x="0" y="1377318"/>
                </a:lnTo>
                <a:lnTo>
                  <a:pt x="0" y="1385234"/>
                </a:lnTo>
                <a:lnTo>
                  <a:pt x="0" y="1393150"/>
                </a:lnTo>
                <a:lnTo>
                  <a:pt x="0" y="1401065"/>
                </a:lnTo>
                <a:lnTo>
                  <a:pt x="0" y="1408981"/>
                </a:lnTo>
                <a:lnTo>
                  <a:pt x="0" y="1416897"/>
                </a:lnTo>
                <a:lnTo>
                  <a:pt x="0" y="1424812"/>
                </a:lnTo>
                <a:lnTo>
                  <a:pt x="0" y="1432728"/>
                </a:lnTo>
                <a:lnTo>
                  <a:pt x="0" y="1440643"/>
                </a:lnTo>
                <a:lnTo>
                  <a:pt x="0" y="1448559"/>
                </a:lnTo>
                <a:lnTo>
                  <a:pt x="0" y="1456475"/>
                </a:lnTo>
                <a:lnTo>
                  <a:pt x="0" y="1464390"/>
                </a:lnTo>
                <a:lnTo>
                  <a:pt x="0" y="1472306"/>
                </a:lnTo>
                <a:lnTo>
                  <a:pt x="0" y="1480221"/>
                </a:lnTo>
                <a:lnTo>
                  <a:pt x="0" y="1488137"/>
                </a:lnTo>
                <a:lnTo>
                  <a:pt x="0" y="1496053"/>
                </a:lnTo>
                <a:lnTo>
                  <a:pt x="0" y="1503968"/>
                </a:lnTo>
                <a:lnTo>
                  <a:pt x="0" y="1511884"/>
                </a:lnTo>
                <a:lnTo>
                  <a:pt x="0" y="1519800"/>
                </a:lnTo>
                <a:lnTo>
                  <a:pt x="0" y="1527715"/>
                </a:lnTo>
                <a:lnTo>
                  <a:pt x="0" y="1535631"/>
                </a:lnTo>
                <a:lnTo>
                  <a:pt x="0" y="1543547"/>
                </a:lnTo>
                <a:lnTo>
                  <a:pt x="0" y="1551462"/>
                </a:lnTo>
                <a:lnTo>
                  <a:pt x="0" y="1559378"/>
                </a:lnTo>
                <a:lnTo>
                  <a:pt x="0" y="1567293"/>
                </a:lnTo>
                <a:lnTo>
                  <a:pt x="0" y="1575209"/>
                </a:lnTo>
                <a:lnTo>
                  <a:pt x="0" y="1583125"/>
                </a:lnTo>
                <a:lnTo>
                  <a:pt x="0" y="1591040"/>
                </a:lnTo>
                <a:lnTo>
                  <a:pt x="0" y="1598956"/>
                </a:lnTo>
                <a:lnTo>
                  <a:pt x="0" y="1606871"/>
                </a:lnTo>
                <a:lnTo>
                  <a:pt x="0" y="1614787"/>
                </a:lnTo>
                <a:lnTo>
                  <a:pt x="0" y="1622703"/>
                </a:lnTo>
                <a:lnTo>
                  <a:pt x="0" y="1630618"/>
                </a:lnTo>
                <a:lnTo>
                  <a:pt x="0" y="1638534"/>
                </a:lnTo>
                <a:lnTo>
                  <a:pt x="0" y="1646450"/>
                </a:lnTo>
                <a:lnTo>
                  <a:pt x="0" y="1654365"/>
                </a:lnTo>
                <a:lnTo>
                  <a:pt x="0" y="1662281"/>
                </a:lnTo>
                <a:lnTo>
                  <a:pt x="0" y="1670197"/>
                </a:lnTo>
                <a:lnTo>
                  <a:pt x="0" y="1678112"/>
                </a:lnTo>
                <a:lnTo>
                  <a:pt x="0" y="1686028"/>
                </a:lnTo>
                <a:lnTo>
                  <a:pt x="0" y="1693943"/>
                </a:lnTo>
                <a:lnTo>
                  <a:pt x="0" y="1701859"/>
                </a:lnTo>
                <a:lnTo>
                  <a:pt x="0" y="1709775"/>
                </a:lnTo>
                <a:lnTo>
                  <a:pt x="0" y="1717690"/>
                </a:lnTo>
                <a:lnTo>
                  <a:pt x="0" y="1725606"/>
                </a:lnTo>
                <a:lnTo>
                  <a:pt x="0" y="1733521"/>
                </a:lnTo>
                <a:lnTo>
                  <a:pt x="0" y="1741437"/>
                </a:lnTo>
                <a:lnTo>
                  <a:pt x="0" y="1749353"/>
                </a:lnTo>
                <a:lnTo>
                  <a:pt x="0" y="1757268"/>
                </a:lnTo>
                <a:lnTo>
                  <a:pt x="0" y="1765184"/>
                </a:lnTo>
                <a:lnTo>
                  <a:pt x="0" y="1773100"/>
                </a:lnTo>
                <a:lnTo>
                  <a:pt x="0" y="1781015"/>
                </a:lnTo>
                <a:lnTo>
                  <a:pt x="0" y="1788931"/>
                </a:lnTo>
                <a:lnTo>
                  <a:pt x="0" y="1796846"/>
                </a:lnTo>
                <a:lnTo>
                  <a:pt x="0" y="1804762"/>
                </a:lnTo>
                <a:lnTo>
                  <a:pt x="0" y="1812678"/>
                </a:lnTo>
                <a:lnTo>
                  <a:pt x="0" y="1820593"/>
                </a:lnTo>
                <a:lnTo>
                  <a:pt x="0" y="1828509"/>
                </a:lnTo>
                <a:lnTo>
                  <a:pt x="0" y="1836425"/>
                </a:lnTo>
                <a:lnTo>
                  <a:pt x="0" y="1844340"/>
                </a:lnTo>
                <a:lnTo>
                  <a:pt x="0" y="1852256"/>
                </a:lnTo>
                <a:lnTo>
                  <a:pt x="0" y="1860171"/>
                </a:lnTo>
                <a:lnTo>
                  <a:pt x="0" y="1868087"/>
                </a:lnTo>
                <a:lnTo>
                  <a:pt x="0" y="1876003"/>
                </a:lnTo>
                <a:lnTo>
                  <a:pt x="0" y="1883918"/>
                </a:lnTo>
                <a:lnTo>
                  <a:pt x="0" y="1891834"/>
                </a:lnTo>
                <a:lnTo>
                  <a:pt x="0" y="1899750"/>
                </a:lnTo>
                <a:lnTo>
                  <a:pt x="0" y="1907665"/>
                </a:lnTo>
                <a:lnTo>
                  <a:pt x="0" y="1915581"/>
                </a:lnTo>
                <a:lnTo>
                  <a:pt x="0" y="1923496"/>
                </a:lnTo>
                <a:lnTo>
                  <a:pt x="0" y="1931412"/>
                </a:lnTo>
                <a:lnTo>
                  <a:pt x="0" y="1939328"/>
                </a:lnTo>
                <a:lnTo>
                  <a:pt x="0" y="1947243"/>
                </a:lnTo>
                <a:lnTo>
                  <a:pt x="0" y="1955159"/>
                </a:lnTo>
                <a:lnTo>
                  <a:pt x="0" y="1962737"/>
                </a:lnTo>
                <a:lnTo>
                  <a:pt x="14366" y="1956675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97AAA-78EE-46DE-86E9-E08F0836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643882"/>
            <a:ext cx="3261168" cy="1412461"/>
          </a:xfrm>
          <a:custGeom xmlns:a="http://schemas.openxmlformats.org/drawingml/2006/main">
            <a:pathLst>
              <a:path w="3261168" h="1412461">
                <a:moveTo>
                  <a:pt x="3063" y="1411195"/>
                </a:moveTo>
                <a:lnTo>
                  <a:pt x="14366" y="1406431"/>
                </a:lnTo>
                <a:lnTo>
                  <a:pt x="21998" y="1403279"/>
                </a:lnTo>
                <a:lnTo>
                  <a:pt x="28733" y="1400439"/>
                </a:lnTo>
                <a:lnTo>
                  <a:pt x="41028" y="1395363"/>
                </a:lnTo>
                <a:lnTo>
                  <a:pt x="43099" y="1394490"/>
                </a:lnTo>
                <a:lnTo>
                  <a:pt x="57466" y="1388493"/>
                </a:lnTo>
                <a:lnTo>
                  <a:pt x="59995" y="1387448"/>
                </a:lnTo>
                <a:lnTo>
                  <a:pt x="71832" y="1382460"/>
                </a:lnTo>
                <a:lnTo>
                  <a:pt x="78919" y="1379532"/>
                </a:lnTo>
                <a:lnTo>
                  <a:pt x="86198" y="1376463"/>
                </a:lnTo>
                <a:lnTo>
                  <a:pt x="97937" y="1371617"/>
                </a:lnTo>
                <a:lnTo>
                  <a:pt x="100565" y="1370508"/>
                </a:lnTo>
                <a:lnTo>
                  <a:pt x="114931" y="1364526"/>
                </a:lnTo>
                <a:lnTo>
                  <a:pt x="116927" y="1363701"/>
                </a:lnTo>
                <a:lnTo>
                  <a:pt x="129297" y="1358488"/>
                </a:lnTo>
                <a:lnTo>
                  <a:pt x="135840" y="1355785"/>
                </a:lnTo>
                <a:lnTo>
                  <a:pt x="143664" y="1352487"/>
                </a:lnTo>
                <a:lnTo>
                  <a:pt x="154847" y="1347870"/>
                </a:lnTo>
                <a:lnTo>
                  <a:pt x="158030" y="1346527"/>
                </a:lnTo>
                <a:lnTo>
                  <a:pt x="172397" y="1340559"/>
                </a:lnTo>
                <a:lnTo>
                  <a:pt x="173860" y="1339954"/>
                </a:lnTo>
                <a:lnTo>
                  <a:pt x="186763" y="1334518"/>
                </a:lnTo>
                <a:lnTo>
                  <a:pt x="192764" y="1332038"/>
                </a:lnTo>
                <a:lnTo>
                  <a:pt x="201129" y="1328512"/>
                </a:lnTo>
                <a:lnTo>
                  <a:pt x="211759" y="1324123"/>
                </a:lnTo>
                <a:lnTo>
                  <a:pt x="215496" y="1322547"/>
                </a:lnTo>
                <a:lnTo>
                  <a:pt x="229862" y="1316593"/>
                </a:lnTo>
                <a:lnTo>
                  <a:pt x="230795" y="1316207"/>
                </a:lnTo>
                <a:lnTo>
                  <a:pt x="244228" y="1310547"/>
                </a:lnTo>
                <a:lnTo>
                  <a:pt x="249688" y="1308292"/>
                </a:lnTo>
                <a:lnTo>
                  <a:pt x="258595" y="1304537"/>
                </a:lnTo>
                <a:lnTo>
                  <a:pt x="268672" y="1300376"/>
                </a:lnTo>
                <a:lnTo>
                  <a:pt x="272961" y="1298567"/>
                </a:lnTo>
                <a:lnTo>
                  <a:pt x="287328" y="1292627"/>
                </a:lnTo>
                <a:lnTo>
                  <a:pt x="287731" y="1292460"/>
                </a:lnTo>
                <a:lnTo>
                  <a:pt x="301694" y="1286578"/>
                </a:lnTo>
                <a:lnTo>
                  <a:pt x="306614" y="1284545"/>
                </a:lnTo>
                <a:lnTo>
                  <a:pt x="316060" y="1280563"/>
                </a:lnTo>
                <a:lnTo>
                  <a:pt x="325586" y="1276629"/>
                </a:lnTo>
                <a:lnTo>
                  <a:pt x="330427" y="1274588"/>
                </a:lnTo>
                <a:lnTo>
                  <a:pt x="344659" y="1268713"/>
                </a:lnTo>
                <a:lnTo>
                  <a:pt x="344793" y="1268657"/>
                </a:lnTo>
                <a:lnTo>
                  <a:pt x="359160" y="1262608"/>
                </a:lnTo>
                <a:lnTo>
                  <a:pt x="363541" y="1260798"/>
                </a:lnTo>
                <a:lnTo>
                  <a:pt x="373526" y="1256589"/>
                </a:lnTo>
                <a:lnTo>
                  <a:pt x="382502" y="1252882"/>
                </a:lnTo>
                <a:lnTo>
                  <a:pt x="387892" y="1250609"/>
                </a:lnTo>
                <a:lnTo>
                  <a:pt x="401562" y="1244967"/>
                </a:lnTo>
                <a:lnTo>
                  <a:pt x="402259" y="1244673"/>
                </a:lnTo>
                <a:lnTo>
                  <a:pt x="416625" y="1238640"/>
                </a:lnTo>
                <a:lnTo>
                  <a:pt x="420469" y="1237051"/>
                </a:lnTo>
                <a:lnTo>
                  <a:pt x="430991" y="1232616"/>
                </a:lnTo>
                <a:lnTo>
                  <a:pt x="439419" y="1229135"/>
                </a:lnTo>
                <a:lnTo>
                  <a:pt x="445358" y="1226631"/>
                </a:lnTo>
                <a:lnTo>
                  <a:pt x="458467" y="1221220"/>
                </a:lnTo>
                <a:lnTo>
                  <a:pt x="459724" y="1220689"/>
                </a:lnTo>
                <a:lnTo>
                  <a:pt x="474091" y="1214671"/>
                </a:lnTo>
                <a:lnTo>
                  <a:pt x="477399" y="1213304"/>
                </a:lnTo>
                <a:lnTo>
                  <a:pt x="488457" y="1208644"/>
                </a:lnTo>
                <a:lnTo>
                  <a:pt x="496338" y="1205388"/>
                </a:lnTo>
                <a:lnTo>
                  <a:pt x="502823" y="1202654"/>
                </a:lnTo>
                <a:lnTo>
                  <a:pt x="515374" y="1197473"/>
                </a:lnTo>
                <a:lnTo>
                  <a:pt x="517190" y="1196707"/>
                </a:lnTo>
                <a:lnTo>
                  <a:pt x="531556" y="1190703"/>
                </a:lnTo>
                <a:lnTo>
                  <a:pt x="534329" y="1189557"/>
                </a:lnTo>
                <a:lnTo>
                  <a:pt x="545922" y="1184672"/>
                </a:lnTo>
                <a:lnTo>
                  <a:pt x="553258" y="1181642"/>
                </a:lnTo>
                <a:lnTo>
                  <a:pt x="560289" y="1178677"/>
                </a:lnTo>
                <a:lnTo>
                  <a:pt x="572282" y="1173726"/>
                </a:lnTo>
                <a:lnTo>
                  <a:pt x="574655" y="1172725"/>
                </a:lnTo>
                <a:lnTo>
                  <a:pt x="589022" y="1166736"/>
                </a:lnTo>
                <a:lnTo>
                  <a:pt x="591261" y="1165810"/>
                </a:lnTo>
                <a:lnTo>
                  <a:pt x="603388" y="1160700"/>
                </a:lnTo>
                <a:lnTo>
                  <a:pt x="610179" y="1157895"/>
                </a:lnTo>
                <a:lnTo>
                  <a:pt x="617754" y="1154701"/>
                </a:lnTo>
                <a:lnTo>
                  <a:pt x="629191" y="1149979"/>
                </a:lnTo>
                <a:lnTo>
                  <a:pt x="632121" y="1148743"/>
                </a:lnTo>
                <a:lnTo>
                  <a:pt x="646487" y="1142769"/>
                </a:lnTo>
                <a:lnTo>
                  <a:pt x="648194" y="1142064"/>
                </a:lnTo>
                <a:lnTo>
                  <a:pt x="660854" y="1136729"/>
                </a:lnTo>
                <a:lnTo>
                  <a:pt x="667102" y="1134148"/>
                </a:lnTo>
                <a:lnTo>
                  <a:pt x="675220" y="1130726"/>
                </a:lnTo>
                <a:lnTo>
                  <a:pt x="686102" y="1126232"/>
                </a:lnTo>
                <a:lnTo>
                  <a:pt x="689586" y="1124763"/>
                </a:lnTo>
                <a:lnTo>
                  <a:pt x="703953" y="1118670"/>
                </a:lnTo>
                <a:lnTo>
                  <a:pt x="704777" y="1118317"/>
                </a:lnTo>
                <a:lnTo>
                  <a:pt x="718319" y="1112416"/>
                </a:lnTo>
                <a:lnTo>
                  <a:pt x="723025" y="1110401"/>
                </a:lnTo>
                <a:lnTo>
                  <a:pt x="732685" y="1106190"/>
                </a:lnTo>
                <a:lnTo>
                  <a:pt x="741341" y="1102485"/>
                </a:lnTo>
                <a:lnTo>
                  <a:pt x="747052" y="1099995"/>
                </a:lnTo>
                <a:lnTo>
                  <a:pt x="759733" y="1094570"/>
                </a:lnTo>
                <a:lnTo>
                  <a:pt x="761418" y="1093835"/>
                </a:lnTo>
                <a:lnTo>
                  <a:pt x="775785" y="1087624"/>
                </a:lnTo>
                <a:lnTo>
                  <a:pt x="778050" y="1086654"/>
                </a:lnTo>
                <a:lnTo>
                  <a:pt x="790151" y="1081381"/>
                </a:lnTo>
                <a:lnTo>
                  <a:pt x="796322" y="1078739"/>
                </a:lnTo>
                <a:lnTo>
                  <a:pt x="804517" y="1075166"/>
                </a:lnTo>
                <a:lnTo>
                  <a:pt x="814665" y="1070823"/>
                </a:lnTo>
                <a:lnTo>
                  <a:pt x="818884" y="1068983"/>
                </a:lnTo>
                <a:lnTo>
                  <a:pt x="833088" y="1062907"/>
                </a:lnTo>
                <a:lnTo>
                  <a:pt x="833250" y="1062837"/>
                </a:lnTo>
                <a:lnTo>
                  <a:pt x="847616" y="1056582"/>
                </a:lnTo>
                <a:lnTo>
                  <a:pt x="851331" y="1054992"/>
                </a:lnTo>
                <a:lnTo>
                  <a:pt x="861983" y="1050349"/>
                </a:lnTo>
                <a:lnTo>
                  <a:pt x="869649" y="1047076"/>
                </a:lnTo>
                <a:lnTo>
                  <a:pt x="876349" y="1044268"/>
                </a:lnTo>
                <a:lnTo>
                  <a:pt x="889169" y="1039160"/>
                </a:lnTo>
                <a:lnTo>
                  <a:pt x="890715" y="1038529"/>
                </a:lnTo>
                <a:lnTo>
                  <a:pt x="905082" y="1032696"/>
                </a:lnTo>
                <a:lnTo>
                  <a:pt x="908606" y="1031245"/>
                </a:lnTo>
                <a:lnTo>
                  <a:pt x="919448" y="1026687"/>
                </a:lnTo>
                <a:lnTo>
                  <a:pt x="927609" y="1023329"/>
                </a:lnTo>
                <a:lnTo>
                  <a:pt x="933815" y="1020719"/>
                </a:lnTo>
                <a:lnTo>
                  <a:pt x="946715" y="1015414"/>
                </a:lnTo>
                <a:lnTo>
                  <a:pt x="948181" y="1014797"/>
                </a:lnTo>
                <a:lnTo>
                  <a:pt x="962547" y="1008802"/>
                </a:lnTo>
                <a:lnTo>
                  <a:pt x="965713" y="1007498"/>
                </a:lnTo>
                <a:lnTo>
                  <a:pt x="976914" y="1002790"/>
                </a:lnTo>
                <a:lnTo>
                  <a:pt x="984708" y="999582"/>
                </a:lnTo>
                <a:lnTo>
                  <a:pt x="991280" y="996818"/>
                </a:lnTo>
                <a:lnTo>
                  <a:pt x="1003806" y="991667"/>
                </a:lnTo>
                <a:lnTo>
                  <a:pt x="1005647" y="990892"/>
                </a:lnTo>
                <a:lnTo>
                  <a:pt x="1020013" y="984907"/>
                </a:lnTo>
                <a:lnTo>
                  <a:pt x="1022821" y="983751"/>
                </a:lnTo>
                <a:lnTo>
                  <a:pt x="1034379" y="978893"/>
                </a:lnTo>
                <a:lnTo>
                  <a:pt x="1041808" y="975835"/>
                </a:lnTo>
                <a:lnTo>
                  <a:pt x="1048746" y="972918"/>
                </a:lnTo>
                <a:lnTo>
                  <a:pt x="1060898" y="967920"/>
                </a:lnTo>
                <a:lnTo>
                  <a:pt x="1063112" y="966988"/>
                </a:lnTo>
                <a:lnTo>
                  <a:pt x="1077478" y="961013"/>
                </a:lnTo>
                <a:lnTo>
                  <a:pt x="1079929" y="960004"/>
                </a:lnTo>
                <a:lnTo>
                  <a:pt x="1091845" y="954996"/>
                </a:lnTo>
                <a:lnTo>
                  <a:pt x="1098909" y="952088"/>
                </a:lnTo>
                <a:lnTo>
                  <a:pt x="1106211" y="949017"/>
                </a:lnTo>
                <a:lnTo>
                  <a:pt x="1117825" y="944173"/>
                </a:lnTo>
                <a:lnTo>
                  <a:pt x="1120578" y="942998"/>
                </a:lnTo>
                <a:lnTo>
                  <a:pt x="1134944" y="936922"/>
                </a:lnTo>
                <a:lnTo>
                  <a:pt x="1136525" y="936257"/>
                </a:lnTo>
                <a:lnTo>
                  <a:pt x="1149310" y="930779"/>
                </a:lnTo>
                <a:lnTo>
                  <a:pt x="1155111" y="928342"/>
                </a:lnTo>
                <a:lnTo>
                  <a:pt x="1163677" y="924669"/>
                </a:lnTo>
                <a:lnTo>
                  <a:pt x="1173780" y="920426"/>
                </a:lnTo>
                <a:lnTo>
                  <a:pt x="1178043" y="918598"/>
                </a:lnTo>
                <a:lnTo>
                  <a:pt x="1192410" y="912564"/>
                </a:lnTo>
                <a:lnTo>
                  <a:pt x="1192536" y="912510"/>
                </a:lnTo>
                <a:lnTo>
                  <a:pt x="1206776" y="906410"/>
                </a:lnTo>
                <a:lnTo>
                  <a:pt x="1211095" y="904595"/>
                </a:lnTo>
                <a:lnTo>
                  <a:pt x="1221142" y="900288"/>
                </a:lnTo>
                <a:lnTo>
                  <a:pt x="1229734" y="896679"/>
                </a:lnTo>
                <a:lnTo>
                  <a:pt x="1235509" y="894203"/>
                </a:lnTo>
                <a:lnTo>
                  <a:pt x="1248464" y="888764"/>
                </a:lnTo>
                <a:lnTo>
                  <a:pt x="1249875" y="888158"/>
                </a:lnTo>
                <a:lnTo>
                  <a:pt x="1264241" y="882045"/>
                </a:lnTo>
                <a:lnTo>
                  <a:pt x="1267088" y="880848"/>
                </a:lnTo>
                <a:lnTo>
                  <a:pt x="1278608" y="875911"/>
                </a:lnTo>
                <a:lnTo>
                  <a:pt x="1285698" y="872932"/>
                </a:lnTo>
                <a:lnTo>
                  <a:pt x="1292974" y="869812"/>
                </a:lnTo>
                <a:lnTo>
                  <a:pt x="1304395" y="865017"/>
                </a:lnTo>
                <a:lnTo>
                  <a:pt x="1307341" y="863753"/>
                </a:lnTo>
                <a:lnTo>
                  <a:pt x="1321707" y="857683"/>
                </a:lnTo>
                <a:lnTo>
                  <a:pt x="1323091" y="857101"/>
                </a:lnTo>
                <a:lnTo>
                  <a:pt x="1336073" y="851539"/>
                </a:lnTo>
                <a:lnTo>
                  <a:pt x="1341673" y="849185"/>
                </a:lnTo>
                <a:lnTo>
                  <a:pt x="1350440" y="845427"/>
                </a:lnTo>
                <a:lnTo>
                  <a:pt x="1360338" y="841270"/>
                </a:lnTo>
                <a:lnTo>
                  <a:pt x="1364806" y="839353"/>
                </a:lnTo>
                <a:lnTo>
                  <a:pt x="1379098" y="833354"/>
                </a:lnTo>
                <a:lnTo>
                  <a:pt x="1379172" y="833322"/>
                </a:lnTo>
                <a:lnTo>
                  <a:pt x="1393539" y="827170"/>
                </a:lnTo>
                <a:lnTo>
                  <a:pt x="1397658" y="825439"/>
                </a:lnTo>
                <a:lnTo>
                  <a:pt x="1407905" y="821046"/>
                </a:lnTo>
                <a:lnTo>
                  <a:pt x="1416293" y="817523"/>
                </a:lnTo>
                <a:lnTo>
                  <a:pt x="1422272" y="814959"/>
                </a:lnTo>
                <a:lnTo>
                  <a:pt x="1435018" y="809607"/>
                </a:lnTo>
                <a:lnTo>
                  <a:pt x="1436638" y="808912"/>
                </a:lnTo>
                <a:lnTo>
                  <a:pt x="1451004" y="802805"/>
                </a:lnTo>
                <a:lnTo>
                  <a:pt x="1453653" y="801692"/>
                </a:lnTo>
                <a:lnTo>
                  <a:pt x="1465371" y="796670"/>
                </a:lnTo>
                <a:lnTo>
                  <a:pt x="1472259" y="793776"/>
                </a:lnTo>
                <a:lnTo>
                  <a:pt x="1479737" y="790570"/>
                </a:lnTo>
                <a:lnTo>
                  <a:pt x="1490951" y="785860"/>
                </a:lnTo>
                <a:lnTo>
                  <a:pt x="1494104" y="784508"/>
                </a:lnTo>
                <a:lnTo>
                  <a:pt x="1508470" y="778444"/>
                </a:lnTo>
                <a:lnTo>
                  <a:pt x="1509728" y="777945"/>
                </a:lnTo>
                <a:lnTo>
                  <a:pt x="1522836" y="772682"/>
                </a:lnTo>
                <a:lnTo>
                  <a:pt x="1529883" y="770029"/>
                </a:lnTo>
                <a:lnTo>
                  <a:pt x="1537203" y="767196"/>
                </a:lnTo>
                <a:lnTo>
                  <a:pt x="1550715" y="762114"/>
                </a:lnTo>
                <a:lnTo>
                  <a:pt x="1551569" y="761783"/>
                </a:lnTo>
                <a:lnTo>
                  <a:pt x="1565935" y="756250"/>
                </a:lnTo>
                <a:lnTo>
                  <a:pt x="1571384" y="754198"/>
                </a:lnTo>
                <a:lnTo>
                  <a:pt x="1580302" y="750748"/>
                </a:lnTo>
                <a:lnTo>
                  <a:pt x="1592170" y="746282"/>
                </a:lnTo>
                <a:lnTo>
                  <a:pt x="1594668" y="745315"/>
                </a:lnTo>
                <a:lnTo>
                  <a:pt x="1609035" y="739821"/>
                </a:lnTo>
                <a:lnTo>
                  <a:pt x="1612896" y="738367"/>
                </a:lnTo>
                <a:lnTo>
                  <a:pt x="1623401" y="734303"/>
                </a:lnTo>
                <a:lnTo>
                  <a:pt x="1633637" y="730451"/>
                </a:lnTo>
                <a:lnTo>
                  <a:pt x="1637767" y="728852"/>
                </a:lnTo>
                <a:lnTo>
                  <a:pt x="1652134" y="723396"/>
                </a:lnTo>
                <a:lnTo>
                  <a:pt x="1654418" y="722536"/>
                </a:lnTo>
                <a:lnTo>
                  <a:pt x="1666500" y="717863"/>
                </a:lnTo>
                <a:lnTo>
                  <a:pt x="1675116" y="714620"/>
                </a:lnTo>
                <a:lnTo>
                  <a:pt x="1680866" y="712394"/>
                </a:lnTo>
                <a:lnTo>
                  <a:pt x="1695233" y="706975"/>
                </a:lnTo>
                <a:lnTo>
                  <a:pt x="1695950" y="706704"/>
                </a:lnTo>
                <a:lnTo>
                  <a:pt x="1709599" y="701427"/>
                </a:lnTo>
                <a:lnTo>
                  <a:pt x="1716607" y="698789"/>
                </a:lnTo>
                <a:lnTo>
                  <a:pt x="1723966" y="695941"/>
                </a:lnTo>
                <a:lnTo>
                  <a:pt x="1737438" y="690873"/>
                </a:lnTo>
                <a:lnTo>
                  <a:pt x="1738332" y="690527"/>
                </a:lnTo>
                <a:lnTo>
                  <a:pt x="1752698" y="684995"/>
                </a:lnTo>
                <a:lnTo>
                  <a:pt x="1758108" y="682957"/>
                </a:lnTo>
                <a:lnTo>
                  <a:pt x="1767065" y="679492"/>
                </a:lnTo>
                <a:lnTo>
                  <a:pt x="1778893" y="675042"/>
                </a:lnTo>
                <a:lnTo>
                  <a:pt x="1781431" y="674059"/>
                </a:lnTo>
                <a:lnTo>
                  <a:pt x="1795798" y="668566"/>
                </a:lnTo>
                <a:lnTo>
                  <a:pt x="1799620" y="667126"/>
                </a:lnTo>
                <a:lnTo>
                  <a:pt x="1810164" y="663048"/>
                </a:lnTo>
                <a:lnTo>
                  <a:pt x="1820360" y="659210"/>
                </a:lnTo>
                <a:lnTo>
                  <a:pt x="1824530" y="657596"/>
                </a:lnTo>
                <a:lnTo>
                  <a:pt x="1838897" y="652141"/>
                </a:lnTo>
                <a:lnTo>
                  <a:pt x="1841143" y="651295"/>
                </a:lnTo>
                <a:lnTo>
                  <a:pt x="1853263" y="646608"/>
                </a:lnTo>
                <a:lnTo>
                  <a:pt x="1861839" y="643379"/>
                </a:lnTo>
                <a:lnTo>
                  <a:pt x="1867629" y="641138"/>
                </a:lnTo>
                <a:lnTo>
                  <a:pt x="1881996" y="635719"/>
                </a:lnTo>
                <a:lnTo>
                  <a:pt x="1882675" y="635464"/>
                </a:lnTo>
                <a:lnTo>
                  <a:pt x="1896362" y="630172"/>
                </a:lnTo>
                <a:lnTo>
                  <a:pt x="1903330" y="627548"/>
                </a:lnTo>
                <a:lnTo>
                  <a:pt x="1910729" y="624685"/>
                </a:lnTo>
                <a:lnTo>
                  <a:pt x="1924161" y="619632"/>
                </a:lnTo>
                <a:lnTo>
                  <a:pt x="1925095" y="619270"/>
                </a:lnTo>
                <a:lnTo>
                  <a:pt x="1939461" y="613740"/>
                </a:lnTo>
                <a:lnTo>
                  <a:pt x="1944832" y="611717"/>
                </a:lnTo>
                <a:lnTo>
                  <a:pt x="1953828" y="608236"/>
                </a:lnTo>
                <a:lnTo>
                  <a:pt x="1965616" y="603801"/>
                </a:lnTo>
                <a:lnTo>
                  <a:pt x="1968194" y="602803"/>
                </a:lnTo>
                <a:lnTo>
                  <a:pt x="1982560" y="597311"/>
                </a:lnTo>
                <a:lnTo>
                  <a:pt x="1986345" y="595885"/>
                </a:lnTo>
                <a:lnTo>
                  <a:pt x="1996927" y="591792"/>
                </a:lnTo>
                <a:lnTo>
                  <a:pt x="2007083" y="587970"/>
                </a:lnTo>
                <a:lnTo>
                  <a:pt x="2011293" y="586340"/>
                </a:lnTo>
                <a:lnTo>
                  <a:pt x="2025660" y="580886"/>
                </a:lnTo>
                <a:lnTo>
                  <a:pt x="2027867" y="580054"/>
                </a:lnTo>
                <a:lnTo>
                  <a:pt x="2040026" y="575352"/>
                </a:lnTo>
                <a:lnTo>
                  <a:pt x="2048563" y="572139"/>
                </a:lnTo>
                <a:lnTo>
                  <a:pt x="2054392" y="569882"/>
                </a:lnTo>
                <a:lnTo>
                  <a:pt x="2068759" y="564465"/>
                </a:lnTo>
                <a:lnTo>
                  <a:pt x="2069400" y="564223"/>
                </a:lnTo>
                <a:lnTo>
                  <a:pt x="2083125" y="558916"/>
                </a:lnTo>
                <a:lnTo>
                  <a:pt x="2090054" y="556307"/>
                </a:lnTo>
                <a:lnTo>
                  <a:pt x="2097492" y="553429"/>
                </a:lnTo>
                <a:lnTo>
                  <a:pt x="2110883" y="548392"/>
                </a:lnTo>
                <a:lnTo>
                  <a:pt x="2111858" y="548014"/>
                </a:lnTo>
                <a:lnTo>
                  <a:pt x="2126224" y="542484"/>
                </a:lnTo>
                <a:lnTo>
                  <a:pt x="2131556" y="540476"/>
                </a:lnTo>
                <a:lnTo>
                  <a:pt x="2140591" y="536981"/>
                </a:lnTo>
                <a:lnTo>
                  <a:pt x="2152339" y="532561"/>
                </a:lnTo>
                <a:lnTo>
                  <a:pt x="2154957" y="531546"/>
                </a:lnTo>
                <a:lnTo>
                  <a:pt x="2169323" y="526056"/>
                </a:lnTo>
                <a:lnTo>
                  <a:pt x="2173069" y="524645"/>
                </a:lnTo>
                <a:lnTo>
                  <a:pt x="2183690" y="520537"/>
                </a:lnTo>
                <a:lnTo>
                  <a:pt x="2193807" y="516729"/>
                </a:lnTo>
                <a:lnTo>
                  <a:pt x="2198056" y="515084"/>
                </a:lnTo>
                <a:lnTo>
                  <a:pt x="2212423" y="509631"/>
                </a:lnTo>
                <a:lnTo>
                  <a:pt x="2214592" y="508814"/>
                </a:lnTo>
                <a:lnTo>
                  <a:pt x="2226789" y="504097"/>
                </a:lnTo>
                <a:lnTo>
                  <a:pt x="2235287" y="500898"/>
                </a:lnTo>
                <a:lnTo>
                  <a:pt x="2241155" y="498626"/>
                </a:lnTo>
                <a:lnTo>
                  <a:pt x="2255522" y="493209"/>
                </a:lnTo>
                <a:lnTo>
                  <a:pt x="2256124" y="492982"/>
                </a:lnTo>
                <a:lnTo>
                  <a:pt x="2269888" y="487661"/>
                </a:lnTo>
                <a:lnTo>
                  <a:pt x="2276778" y="485067"/>
                </a:lnTo>
                <a:lnTo>
                  <a:pt x="2284255" y="482174"/>
                </a:lnTo>
                <a:lnTo>
                  <a:pt x="2297606" y="477151"/>
                </a:lnTo>
                <a:lnTo>
                  <a:pt x="2298621" y="476758"/>
                </a:lnTo>
                <a:lnTo>
                  <a:pt x="2312987" y="471229"/>
                </a:lnTo>
                <a:lnTo>
                  <a:pt x="2318281" y="469236"/>
                </a:lnTo>
                <a:lnTo>
                  <a:pt x="2327353" y="465627"/>
                </a:lnTo>
                <a:lnTo>
                  <a:pt x="2337608" y="461320"/>
                </a:lnTo>
                <a:lnTo>
                  <a:pt x="2341720" y="459375"/>
                </a:lnTo>
                <a:lnTo>
                  <a:pt x="2354494" y="453404"/>
                </a:lnTo>
                <a:lnTo>
                  <a:pt x="2356086" y="452651"/>
                </a:lnTo>
                <a:lnTo>
                  <a:pt x="2370453" y="445908"/>
                </a:lnTo>
                <a:lnTo>
                  <a:pt x="2371350" y="445489"/>
                </a:lnTo>
                <a:lnTo>
                  <a:pt x="2384819" y="439121"/>
                </a:lnTo>
                <a:lnTo>
                  <a:pt x="2388128" y="437573"/>
                </a:lnTo>
                <a:lnTo>
                  <a:pt x="2399185" y="432345"/>
                </a:lnTo>
                <a:lnTo>
                  <a:pt x="2404932" y="429657"/>
                </a:lnTo>
                <a:lnTo>
                  <a:pt x="2413552" y="425581"/>
                </a:lnTo>
                <a:lnTo>
                  <a:pt x="2421763" y="421742"/>
                </a:lnTo>
                <a:lnTo>
                  <a:pt x="2427918" y="418830"/>
                </a:lnTo>
                <a:lnTo>
                  <a:pt x="2438623" y="413826"/>
                </a:lnTo>
                <a:lnTo>
                  <a:pt x="2442285" y="412094"/>
                </a:lnTo>
                <a:lnTo>
                  <a:pt x="2455514" y="405911"/>
                </a:lnTo>
                <a:lnTo>
                  <a:pt x="2456651" y="405373"/>
                </a:lnTo>
                <a:lnTo>
                  <a:pt x="2471017" y="398616"/>
                </a:lnTo>
                <a:lnTo>
                  <a:pt x="2472346" y="397995"/>
                </a:lnTo>
                <a:lnTo>
                  <a:pt x="2485384" y="391831"/>
                </a:lnTo>
                <a:lnTo>
                  <a:pt x="2489128" y="390079"/>
                </a:lnTo>
                <a:lnTo>
                  <a:pt x="2499750" y="385057"/>
                </a:lnTo>
                <a:lnTo>
                  <a:pt x="2505937" y="382164"/>
                </a:lnTo>
                <a:lnTo>
                  <a:pt x="2514116" y="378295"/>
                </a:lnTo>
                <a:lnTo>
                  <a:pt x="2522773" y="374248"/>
                </a:lnTo>
                <a:lnTo>
                  <a:pt x="2528483" y="371547"/>
                </a:lnTo>
                <a:lnTo>
                  <a:pt x="2539638" y="366332"/>
                </a:lnTo>
                <a:lnTo>
                  <a:pt x="2542849" y="364813"/>
                </a:lnTo>
                <a:lnTo>
                  <a:pt x="2556536" y="358417"/>
                </a:lnTo>
                <a:lnTo>
                  <a:pt x="2557216" y="358095"/>
                </a:lnTo>
                <a:lnTo>
                  <a:pt x="2571582" y="351325"/>
                </a:lnTo>
                <a:lnTo>
                  <a:pt x="2573342" y="350501"/>
                </a:lnTo>
                <a:lnTo>
                  <a:pt x="2585949" y="344541"/>
                </a:lnTo>
                <a:lnTo>
                  <a:pt x="2590130" y="342585"/>
                </a:lnTo>
                <a:lnTo>
                  <a:pt x="2600315" y="337769"/>
                </a:lnTo>
                <a:lnTo>
                  <a:pt x="2606943" y="334670"/>
                </a:lnTo>
                <a:lnTo>
                  <a:pt x="2614681" y="331010"/>
                </a:lnTo>
                <a:lnTo>
                  <a:pt x="2623784" y="326754"/>
                </a:lnTo>
                <a:lnTo>
                  <a:pt x="2629048" y="324264"/>
                </a:lnTo>
                <a:lnTo>
                  <a:pt x="2640655" y="318839"/>
                </a:lnTo>
                <a:lnTo>
                  <a:pt x="2643414" y="317533"/>
                </a:lnTo>
                <a:lnTo>
                  <a:pt x="2657558" y="310923"/>
                </a:lnTo>
                <a:lnTo>
                  <a:pt x="2657780" y="310818"/>
                </a:lnTo>
                <a:lnTo>
                  <a:pt x="2672147" y="304033"/>
                </a:lnTo>
                <a:lnTo>
                  <a:pt x="2674394" y="303007"/>
                </a:lnTo>
                <a:lnTo>
                  <a:pt x="2686513" y="297298"/>
                </a:lnTo>
                <a:lnTo>
                  <a:pt x="2691406" y="295092"/>
                </a:lnTo>
                <a:lnTo>
                  <a:pt x="2700879" y="290736"/>
                </a:lnTo>
                <a:lnTo>
                  <a:pt x="2708788" y="287176"/>
                </a:lnTo>
                <a:lnTo>
                  <a:pt x="2715246" y="284230"/>
                </a:lnTo>
                <a:lnTo>
                  <a:pt x="2726289" y="279261"/>
                </a:lnTo>
                <a:lnTo>
                  <a:pt x="2729612" y="277744"/>
                </a:lnTo>
                <a:lnTo>
                  <a:pt x="2743838" y="271345"/>
                </a:lnTo>
                <a:lnTo>
                  <a:pt x="2743979" y="271280"/>
                </a:lnTo>
                <a:lnTo>
                  <a:pt x="2758345" y="264734"/>
                </a:lnTo>
                <a:lnTo>
                  <a:pt x="2761242" y="263429"/>
                </a:lnTo>
                <a:lnTo>
                  <a:pt x="2772711" y="258198"/>
                </a:lnTo>
                <a:lnTo>
                  <a:pt x="2778676" y="255514"/>
                </a:lnTo>
                <a:lnTo>
                  <a:pt x="2787078" y="251681"/>
                </a:lnTo>
                <a:lnTo>
                  <a:pt x="2796149" y="247598"/>
                </a:lnTo>
                <a:lnTo>
                  <a:pt x="2801444" y="245182"/>
                </a:lnTo>
                <a:lnTo>
                  <a:pt x="2813668" y="239682"/>
                </a:lnTo>
                <a:lnTo>
                  <a:pt x="2815811" y="238705"/>
                </a:lnTo>
                <a:lnTo>
                  <a:pt x="2830177" y="232214"/>
                </a:lnTo>
                <a:lnTo>
                  <a:pt x="2831169" y="231767"/>
                </a:lnTo>
                <a:lnTo>
                  <a:pt x="2844543" y="225668"/>
                </a:lnTo>
                <a:lnTo>
                  <a:pt x="2848579" y="223851"/>
                </a:lnTo>
                <a:lnTo>
                  <a:pt x="2858910" y="219139"/>
                </a:lnTo>
                <a:lnTo>
                  <a:pt x="2866027" y="215936"/>
                </a:lnTo>
                <a:lnTo>
                  <a:pt x="2873276" y="212628"/>
                </a:lnTo>
                <a:lnTo>
                  <a:pt x="2883517" y="208020"/>
                </a:lnTo>
                <a:lnTo>
                  <a:pt x="2887642" y="206138"/>
                </a:lnTo>
                <a:lnTo>
                  <a:pt x="2901053" y="200104"/>
                </a:lnTo>
                <a:lnTo>
                  <a:pt x="2902009" y="199668"/>
                </a:lnTo>
                <a:lnTo>
                  <a:pt x="2916375" y="193280"/>
                </a:lnTo>
                <a:lnTo>
                  <a:pt x="2918834" y="192189"/>
                </a:lnTo>
                <a:lnTo>
                  <a:pt x="2930742" y="186902"/>
                </a:lnTo>
                <a:lnTo>
                  <a:pt x="2936646" y="184273"/>
                </a:lnTo>
                <a:lnTo>
                  <a:pt x="2945108" y="180504"/>
                </a:lnTo>
                <a:lnTo>
                  <a:pt x="2954396" y="176357"/>
                </a:lnTo>
                <a:lnTo>
                  <a:pt x="2959474" y="174088"/>
                </a:lnTo>
                <a:lnTo>
                  <a:pt x="2972090" y="168442"/>
                </a:lnTo>
                <a:lnTo>
                  <a:pt x="2973841" y="167657"/>
                </a:lnTo>
                <a:lnTo>
                  <a:pt x="2988207" y="161266"/>
                </a:lnTo>
                <a:lnTo>
                  <a:pt x="2989907" y="160526"/>
                </a:lnTo>
                <a:lnTo>
                  <a:pt x="3002574" y="154947"/>
                </a:lnTo>
                <a:lnTo>
                  <a:pt x="3007942" y="152611"/>
                </a:lnTo>
                <a:lnTo>
                  <a:pt x="3016940" y="148646"/>
                </a:lnTo>
                <a:lnTo>
                  <a:pt x="3026022" y="144695"/>
                </a:lnTo>
                <a:lnTo>
                  <a:pt x="3031306" y="142366"/>
                </a:lnTo>
                <a:lnTo>
                  <a:pt x="3044152" y="136779"/>
                </a:lnTo>
                <a:lnTo>
                  <a:pt x="3045673" y="136109"/>
                </a:lnTo>
                <a:lnTo>
                  <a:pt x="3060039" y="129814"/>
                </a:lnTo>
                <a:lnTo>
                  <a:pt x="3062222" y="128864"/>
                </a:lnTo>
                <a:lnTo>
                  <a:pt x="3074405" y="123497"/>
                </a:lnTo>
                <a:lnTo>
                  <a:pt x="3080263" y="120948"/>
                </a:lnTo>
                <a:lnTo>
                  <a:pt x="3088772" y="117199"/>
                </a:lnTo>
                <a:lnTo>
                  <a:pt x="3098349" y="113033"/>
                </a:lnTo>
                <a:lnTo>
                  <a:pt x="3103138" y="110922"/>
                </a:lnTo>
                <a:lnTo>
                  <a:pt x="3116485" y="105117"/>
                </a:lnTo>
                <a:lnTo>
                  <a:pt x="3117504" y="104668"/>
                </a:lnTo>
                <a:lnTo>
                  <a:pt x="3131871" y="98362"/>
                </a:lnTo>
                <a:lnTo>
                  <a:pt x="3134538" y="97201"/>
                </a:lnTo>
                <a:lnTo>
                  <a:pt x="3146237" y="92047"/>
                </a:lnTo>
                <a:lnTo>
                  <a:pt x="3152584" y="89286"/>
                </a:lnTo>
                <a:lnTo>
                  <a:pt x="3160604" y="85752"/>
                </a:lnTo>
                <a:lnTo>
                  <a:pt x="3170677" y="81370"/>
                </a:lnTo>
                <a:lnTo>
                  <a:pt x="3174970" y="79478"/>
                </a:lnTo>
                <a:lnTo>
                  <a:pt x="3188820" y="73454"/>
                </a:lnTo>
                <a:lnTo>
                  <a:pt x="3189336" y="73227"/>
                </a:lnTo>
                <a:lnTo>
                  <a:pt x="3203703" y="66910"/>
                </a:lnTo>
                <a:lnTo>
                  <a:pt x="3206854" y="65539"/>
                </a:lnTo>
                <a:lnTo>
                  <a:pt x="3218069" y="60598"/>
                </a:lnTo>
                <a:lnTo>
                  <a:pt x="3224907" y="57623"/>
                </a:lnTo>
                <a:lnTo>
                  <a:pt x="3232436" y="54306"/>
                </a:lnTo>
                <a:lnTo>
                  <a:pt x="3243006" y="49707"/>
                </a:lnTo>
                <a:lnTo>
                  <a:pt x="3246802" y="48035"/>
                </a:lnTo>
                <a:lnTo>
                  <a:pt x="3261156" y="41792"/>
                </a:lnTo>
                <a:lnTo>
                  <a:pt x="3261168" y="41786"/>
                </a:lnTo>
                <a:lnTo>
                  <a:pt x="3261168" y="33876"/>
                </a:lnTo>
                <a:lnTo>
                  <a:pt x="3261168" y="25961"/>
                </a:lnTo>
                <a:lnTo>
                  <a:pt x="3261168" y="18045"/>
                </a:lnTo>
                <a:lnTo>
                  <a:pt x="3261168" y="10129"/>
                </a:lnTo>
                <a:lnTo>
                  <a:pt x="3261168" y="2214"/>
                </a:lnTo>
                <a:lnTo>
                  <a:pt x="3261168" y="0"/>
                </a:lnTo>
                <a:lnTo>
                  <a:pt x="3256340" y="2214"/>
                </a:lnTo>
                <a:lnTo>
                  <a:pt x="3246802" y="6483"/>
                </a:lnTo>
                <a:lnTo>
                  <a:pt x="3238849" y="10129"/>
                </a:lnTo>
                <a:lnTo>
                  <a:pt x="3232436" y="13001"/>
                </a:lnTo>
                <a:lnTo>
                  <a:pt x="3221430" y="18045"/>
                </a:lnTo>
                <a:lnTo>
                  <a:pt x="3218069" y="19550"/>
                </a:lnTo>
                <a:lnTo>
                  <a:pt x="3204081" y="25961"/>
                </a:lnTo>
                <a:lnTo>
                  <a:pt x="3203703" y="26130"/>
                </a:lnTo>
                <a:lnTo>
                  <a:pt x="3189336" y="32579"/>
                </a:lnTo>
                <a:lnTo>
                  <a:pt x="3186507" y="33876"/>
                </a:lnTo>
                <a:lnTo>
                  <a:pt x="3174970" y="39040"/>
                </a:lnTo>
                <a:lnTo>
                  <a:pt x="3168968" y="41792"/>
                </a:lnTo>
                <a:lnTo>
                  <a:pt x="3160604" y="45536"/>
                </a:lnTo>
                <a:lnTo>
                  <a:pt x="3151504" y="49707"/>
                </a:lnTo>
                <a:lnTo>
                  <a:pt x="3146237" y="52066"/>
                </a:lnTo>
                <a:lnTo>
                  <a:pt x="3134112" y="57623"/>
                </a:lnTo>
                <a:lnTo>
                  <a:pt x="3131871" y="58627"/>
                </a:lnTo>
                <a:lnTo>
                  <a:pt x="3117504" y="65172"/>
                </a:lnTo>
                <a:lnTo>
                  <a:pt x="3116705" y="65539"/>
                </a:lnTo>
                <a:lnTo>
                  <a:pt x="3103138" y="71611"/>
                </a:lnTo>
                <a:lnTo>
                  <a:pt x="3099117" y="73454"/>
                </a:lnTo>
                <a:lnTo>
                  <a:pt x="3088772" y="78085"/>
                </a:lnTo>
                <a:lnTo>
                  <a:pt x="3081607" y="81370"/>
                </a:lnTo>
                <a:lnTo>
                  <a:pt x="3074405" y="84594"/>
                </a:lnTo>
                <a:lnTo>
                  <a:pt x="3064170" y="89286"/>
                </a:lnTo>
                <a:lnTo>
                  <a:pt x="3060039" y="91135"/>
                </a:lnTo>
                <a:lnTo>
                  <a:pt x="3046803" y="97201"/>
                </a:lnTo>
                <a:lnTo>
                  <a:pt x="3045673" y="97708"/>
                </a:lnTo>
                <a:lnTo>
                  <a:pt x="3031306" y="104195"/>
                </a:lnTo>
                <a:lnTo>
                  <a:pt x="3029297" y="105117"/>
                </a:lnTo>
                <a:lnTo>
                  <a:pt x="3016940" y="110648"/>
                </a:lnTo>
                <a:lnTo>
                  <a:pt x="3011738" y="113033"/>
                </a:lnTo>
                <a:lnTo>
                  <a:pt x="3002574" y="117135"/>
                </a:lnTo>
                <a:lnTo>
                  <a:pt x="2994256" y="120948"/>
                </a:lnTo>
                <a:lnTo>
                  <a:pt x="2988207" y="123656"/>
                </a:lnTo>
                <a:lnTo>
                  <a:pt x="2976846" y="128864"/>
                </a:lnTo>
                <a:lnTo>
                  <a:pt x="2973841" y="130209"/>
                </a:lnTo>
                <a:lnTo>
                  <a:pt x="2959504" y="136779"/>
                </a:lnTo>
                <a:lnTo>
                  <a:pt x="2959474" y="136793"/>
                </a:lnTo>
                <a:lnTo>
                  <a:pt x="2945108" y="143224"/>
                </a:lnTo>
                <a:lnTo>
                  <a:pt x="2941900" y="144695"/>
                </a:lnTo>
                <a:lnTo>
                  <a:pt x="2930742" y="149689"/>
                </a:lnTo>
                <a:lnTo>
                  <a:pt x="2924370" y="152611"/>
                </a:lnTo>
                <a:lnTo>
                  <a:pt x="2916375" y="156190"/>
                </a:lnTo>
                <a:lnTo>
                  <a:pt x="2906915" y="160526"/>
                </a:lnTo>
                <a:lnTo>
                  <a:pt x="2902009" y="162723"/>
                </a:lnTo>
                <a:lnTo>
                  <a:pt x="2889531" y="168442"/>
                </a:lnTo>
                <a:lnTo>
                  <a:pt x="2887642" y="169287"/>
                </a:lnTo>
                <a:lnTo>
                  <a:pt x="2873276" y="175814"/>
                </a:lnTo>
                <a:lnTo>
                  <a:pt x="2872092" y="176357"/>
                </a:lnTo>
                <a:lnTo>
                  <a:pt x="2858910" y="182258"/>
                </a:lnTo>
                <a:lnTo>
                  <a:pt x="2854513" y="184273"/>
                </a:lnTo>
                <a:lnTo>
                  <a:pt x="2844543" y="188736"/>
                </a:lnTo>
                <a:lnTo>
                  <a:pt x="2837012" y="192189"/>
                </a:lnTo>
                <a:lnTo>
                  <a:pt x="2830177" y="195249"/>
                </a:lnTo>
                <a:lnTo>
                  <a:pt x="2819584" y="200104"/>
                </a:lnTo>
                <a:lnTo>
                  <a:pt x="2815811" y="201794"/>
                </a:lnTo>
                <a:lnTo>
                  <a:pt x="2802225" y="208020"/>
                </a:lnTo>
                <a:lnTo>
                  <a:pt x="2801444" y="208370"/>
                </a:lnTo>
                <a:lnTo>
                  <a:pt x="2787078" y="214839"/>
                </a:lnTo>
                <a:lnTo>
                  <a:pt x="2784687" y="215936"/>
                </a:lnTo>
                <a:lnTo>
                  <a:pt x="2772711" y="221296"/>
                </a:lnTo>
                <a:lnTo>
                  <a:pt x="2767138" y="223851"/>
                </a:lnTo>
                <a:lnTo>
                  <a:pt x="2758345" y="227787"/>
                </a:lnTo>
                <a:lnTo>
                  <a:pt x="2749750" y="231767"/>
                </a:lnTo>
                <a:lnTo>
                  <a:pt x="2743979" y="234355"/>
                </a:lnTo>
                <a:lnTo>
                  <a:pt x="2732724" y="239682"/>
                </a:lnTo>
                <a:lnTo>
                  <a:pt x="2729612" y="241098"/>
                </a:lnTo>
                <a:lnTo>
                  <a:pt x="2715922" y="247598"/>
                </a:lnTo>
                <a:lnTo>
                  <a:pt x="2715246" y="247913"/>
                </a:lnTo>
                <a:lnTo>
                  <a:pt x="2700879" y="254636"/>
                </a:lnTo>
                <a:lnTo>
                  <a:pt x="2699033" y="255514"/>
                </a:lnTo>
                <a:lnTo>
                  <a:pt x="2686513" y="261340"/>
                </a:lnTo>
                <a:lnTo>
                  <a:pt x="2682114" y="263429"/>
                </a:lnTo>
                <a:lnTo>
                  <a:pt x="2672147" y="268068"/>
                </a:lnTo>
                <a:lnTo>
                  <a:pt x="2665247" y="271345"/>
                </a:lnTo>
                <a:lnTo>
                  <a:pt x="2657780" y="274820"/>
                </a:lnTo>
                <a:lnTo>
                  <a:pt x="2648430" y="279261"/>
                </a:lnTo>
                <a:lnTo>
                  <a:pt x="2643414" y="281595"/>
                </a:lnTo>
                <a:lnTo>
                  <a:pt x="2631661" y="287176"/>
                </a:lnTo>
                <a:lnTo>
                  <a:pt x="2629048" y="288393"/>
                </a:lnTo>
                <a:lnTo>
                  <a:pt x="2614937" y="295092"/>
                </a:lnTo>
                <a:lnTo>
                  <a:pt x="2614681" y="295211"/>
                </a:lnTo>
                <a:lnTo>
                  <a:pt x="2600315" y="301911"/>
                </a:lnTo>
                <a:lnTo>
                  <a:pt x="2598006" y="303007"/>
                </a:lnTo>
                <a:lnTo>
                  <a:pt x="2585949" y="308619"/>
                </a:lnTo>
                <a:lnTo>
                  <a:pt x="2581096" y="310923"/>
                </a:lnTo>
                <a:lnTo>
                  <a:pt x="2571582" y="315351"/>
                </a:lnTo>
                <a:lnTo>
                  <a:pt x="2564239" y="318839"/>
                </a:lnTo>
                <a:lnTo>
                  <a:pt x="2557216" y="322108"/>
                </a:lnTo>
                <a:lnTo>
                  <a:pt x="2547430" y="326754"/>
                </a:lnTo>
                <a:lnTo>
                  <a:pt x="2542849" y="328887"/>
                </a:lnTo>
                <a:lnTo>
                  <a:pt x="2530670" y="334670"/>
                </a:lnTo>
                <a:lnTo>
                  <a:pt x="2528483" y="335688"/>
                </a:lnTo>
                <a:lnTo>
                  <a:pt x="2514116" y="342499"/>
                </a:lnTo>
                <a:lnTo>
                  <a:pt x="2513934" y="342585"/>
                </a:lnTo>
                <a:lnTo>
                  <a:pt x="2499750" y="349186"/>
                </a:lnTo>
                <a:lnTo>
                  <a:pt x="2496981" y="350501"/>
                </a:lnTo>
                <a:lnTo>
                  <a:pt x="2485384" y="355898"/>
                </a:lnTo>
                <a:lnTo>
                  <a:pt x="2480081" y="358417"/>
                </a:lnTo>
                <a:lnTo>
                  <a:pt x="2471017" y="362635"/>
                </a:lnTo>
                <a:lnTo>
                  <a:pt x="2463232" y="366332"/>
                </a:lnTo>
                <a:lnTo>
                  <a:pt x="2456651" y="369396"/>
                </a:lnTo>
                <a:lnTo>
                  <a:pt x="2446432" y="374248"/>
                </a:lnTo>
                <a:lnTo>
                  <a:pt x="2442285" y="376179"/>
                </a:lnTo>
                <a:lnTo>
                  <a:pt x="2429680" y="382164"/>
                </a:lnTo>
                <a:lnTo>
                  <a:pt x="2427918" y="382984"/>
                </a:lnTo>
                <a:lnTo>
                  <a:pt x="2413552" y="389770"/>
                </a:lnTo>
                <a:lnTo>
                  <a:pt x="2412901" y="390079"/>
                </a:lnTo>
                <a:lnTo>
                  <a:pt x="2399185" y="396462"/>
                </a:lnTo>
                <a:lnTo>
                  <a:pt x="2395958" y="397995"/>
                </a:lnTo>
                <a:lnTo>
                  <a:pt x="2384819" y="403179"/>
                </a:lnTo>
                <a:lnTo>
                  <a:pt x="2379067" y="405911"/>
                </a:lnTo>
                <a:lnTo>
                  <a:pt x="2370453" y="409920"/>
                </a:lnTo>
                <a:lnTo>
                  <a:pt x="2362227" y="413826"/>
                </a:lnTo>
                <a:lnTo>
                  <a:pt x="2356086" y="416685"/>
                </a:lnTo>
                <a:lnTo>
                  <a:pt x="2345436" y="421742"/>
                </a:lnTo>
                <a:lnTo>
                  <a:pt x="2341720" y="423472"/>
                </a:lnTo>
                <a:lnTo>
                  <a:pt x="2328692" y="429657"/>
                </a:lnTo>
                <a:lnTo>
                  <a:pt x="2327353" y="430280"/>
                </a:lnTo>
                <a:lnTo>
                  <a:pt x="2312987" y="437042"/>
                </a:lnTo>
                <a:lnTo>
                  <a:pt x="2311870" y="437573"/>
                </a:lnTo>
                <a:lnTo>
                  <a:pt x="2298621" y="443738"/>
                </a:lnTo>
                <a:lnTo>
                  <a:pt x="2294936" y="445489"/>
                </a:lnTo>
                <a:lnTo>
                  <a:pt x="2284255" y="450369"/>
                </a:lnTo>
                <a:lnTo>
                  <a:pt x="2277266" y="453404"/>
                </a:lnTo>
                <a:lnTo>
                  <a:pt x="2269888" y="456152"/>
                </a:lnTo>
                <a:lnTo>
                  <a:pt x="2256656" y="461320"/>
                </a:lnTo>
                <a:lnTo>
                  <a:pt x="2255522" y="461743"/>
                </a:lnTo>
                <a:lnTo>
                  <a:pt x="2241155" y="467137"/>
                </a:lnTo>
                <a:lnTo>
                  <a:pt x="2235785" y="469236"/>
                </a:lnTo>
                <a:lnTo>
                  <a:pt x="2226789" y="472585"/>
                </a:lnTo>
                <a:lnTo>
                  <a:pt x="2215100" y="477151"/>
                </a:lnTo>
                <a:lnTo>
                  <a:pt x="2212423" y="478149"/>
                </a:lnTo>
                <a:lnTo>
                  <a:pt x="2198056" y="483608"/>
                </a:lnTo>
                <a:lnTo>
                  <a:pt x="2194324" y="485067"/>
                </a:lnTo>
                <a:lnTo>
                  <a:pt x="2183690" y="489026"/>
                </a:lnTo>
                <a:lnTo>
                  <a:pt x="2173562" y="492982"/>
                </a:lnTo>
                <a:lnTo>
                  <a:pt x="2169323" y="494562"/>
                </a:lnTo>
                <a:lnTo>
                  <a:pt x="2154957" y="500087"/>
                </a:lnTo>
                <a:lnTo>
                  <a:pt x="2152883" y="500898"/>
                </a:lnTo>
                <a:lnTo>
                  <a:pt x="2140591" y="505474"/>
                </a:lnTo>
                <a:lnTo>
                  <a:pt x="2132043" y="508814"/>
                </a:lnTo>
                <a:lnTo>
                  <a:pt x="2126224" y="510981"/>
                </a:lnTo>
                <a:lnTo>
                  <a:pt x="2111858" y="516575"/>
                </a:lnTo>
                <a:lnTo>
                  <a:pt x="2111463" y="516729"/>
                </a:lnTo>
                <a:lnTo>
                  <a:pt x="2097492" y="521929"/>
                </a:lnTo>
                <a:lnTo>
                  <a:pt x="2090543" y="524645"/>
                </a:lnTo>
                <a:lnTo>
                  <a:pt x="2083125" y="527407"/>
                </a:lnTo>
                <a:lnTo>
                  <a:pt x="2069931" y="532561"/>
                </a:lnTo>
                <a:lnTo>
                  <a:pt x="2068759" y="532997"/>
                </a:lnTo>
                <a:lnTo>
                  <a:pt x="2054392" y="538393"/>
                </a:lnTo>
                <a:lnTo>
                  <a:pt x="2049062" y="540476"/>
                </a:lnTo>
                <a:lnTo>
                  <a:pt x="2040026" y="543841"/>
                </a:lnTo>
                <a:lnTo>
                  <a:pt x="2028375" y="548392"/>
                </a:lnTo>
                <a:lnTo>
                  <a:pt x="2025660" y="549404"/>
                </a:lnTo>
                <a:lnTo>
                  <a:pt x="2011293" y="554864"/>
                </a:lnTo>
                <a:lnTo>
                  <a:pt x="2007601" y="556307"/>
                </a:lnTo>
                <a:lnTo>
                  <a:pt x="1996927" y="560282"/>
                </a:lnTo>
                <a:lnTo>
                  <a:pt x="1986838" y="564223"/>
                </a:lnTo>
                <a:lnTo>
                  <a:pt x="1982560" y="565816"/>
                </a:lnTo>
                <a:lnTo>
                  <a:pt x="1968194" y="571344"/>
                </a:lnTo>
                <a:lnTo>
                  <a:pt x="1966161" y="572139"/>
                </a:lnTo>
                <a:lnTo>
                  <a:pt x="1953828" y="576730"/>
                </a:lnTo>
                <a:lnTo>
                  <a:pt x="1945319" y="580054"/>
                </a:lnTo>
                <a:lnTo>
                  <a:pt x="1939461" y="582236"/>
                </a:lnTo>
                <a:lnTo>
                  <a:pt x="1925095" y="587832"/>
                </a:lnTo>
                <a:lnTo>
                  <a:pt x="1924742" y="587970"/>
                </a:lnTo>
                <a:lnTo>
                  <a:pt x="1910729" y="593185"/>
                </a:lnTo>
                <a:lnTo>
                  <a:pt x="1903819" y="595885"/>
                </a:lnTo>
                <a:lnTo>
                  <a:pt x="1896362" y="598663"/>
                </a:lnTo>
                <a:lnTo>
                  <a:pt x="1883205" y="603801"/>
                </a:lnTo>
                <a:lnTo>
                  <a:pt x="1881996" y="604252"/>
                </a:lnTo>
                <a:lnTo>
                  <a:pt x="1867629" y="609649"/>
                </a:lnTo>
                <a:lnTo>
                  <a:pt x="1862339" y="611717"/>
                </a:lnTo>
                <a:lnTo>
                  <a:pt x="1853263" y="615096"/>
                </a:lnTo>
                <a:lnTo>
                  <a:pt x="1841650" y="619632"/>
                </a:lnTo>
                <a:lnTo>
                  <a:pt x="1838897" y="620658"/>
                </a:lnTo>
                <a:lnTo>
                  <a:pt x="1824530" y="626121"/>
                </a:lnTo>
                <a:lnTo>
                  <a:pt x="1820878" y="627548"/>
                </a:lnTo>
                <a:lnTo>
                  <a:pt x="1810164" y="631537"/>
                </a:lnTo>
                <a:lnTo>
                  <a:pt x="1800113" y="635464"/>
                </a:lnTo>
                <a:lnTo>
                  <a:pt x="1795798" y="637071"/>
                </a:lnTo>
                <a:lnTo>
                  <a:pt x="1781431" y="642600"/>
                </a:lnTo>
                <a:lnTo>
                  <a:pt x="1779439" y="643379"/>
                </a:lnTo>
                <a:lnTo>
                  <a:pt x="1767065" y="647985"/>
                </a:lnTo>
                <a:lnTo>
                  <a:pt x="1758595" y="651295"/>
                </a:lnTo>
                <a:lnTo>
                  <a:pt x="1752698" y="653491"/>
                </a:lnTo>
                <a:lnTo>
                  <a:pt x="1738332" y="659088"/>
                </a:lnTo>
                <a:lnTo>
                  <a:pt x="1738020" y="659210"/>
                </a:lnTo>
                <a:lnTo>
                  <a:pt x="1723966" y="664441"/>
                </a:lnTo>
                <a:lnTo>
                  <a:pt x="1717095" y="667126"/>
                </a:lnTo>
                <a:lnTo>
                  <a:pt x="1709599" y="669918"/>
                </a:lnTo>
                <a:lnTo>
                  <a:pt x="1696480" y="675042"/>
                </a:lnTo>
                <a:lnTo>
                  <a:pt x="1695233" y="675506"/>
                </a:lnTo>
                <a:lnTo>
                  <a:pt x="1680866" y="680905"/>
                </a:lnTo>
                <a:lnTo>
                  <a:pt x="1675616" y="682957"/>
                </a:lnTo>
                <a:lnTo>
                  <a:pt x="1666500" y="686352"/>
                </a:lnTo>
                <a:lnTo>
                  <a:pt x="1654925" y="690873"/>
                </a:lnTo>
                <a:lnTo>
                  <a:pt x="1652134" y="691913"/>
                </a:lnTo>
                <a:lnTo>
                  <a:pt x="1637767" y="697377"/>
                </a:lnTo>
                <a:lnTo>
                  <a:pt x="1634156" y="698789"/>
                </a:lnTo>
                <a:lnTo>
                  <a:pt x="1623401" y="702793"/>
                </a:lnTo>
                <a:lnTo>
                  <a:pt x="1613388" y="706704"/>
                </a:lnTo>
                <a:lnTo>
                  <a:pt x="1609035" y="708326"/>
                </a:lnTo>
                <a:lnTo>
                  <a:pt x="1594668" y="713857"/>
                </a:lnTo>
                <a:lnTo>
                  <a:pt x="1592717" y="714620"/>
                </a:lnTo>
                <a:lnTo>
                  <a:pt x="1580302" y="719241"/>
                </a:lnTo>
                <a:lnTo>
                  <a:pt x="1571871" y="722536"/>
                </a:lnTo>
                <a:lnTo>
                  <a:pt x="1565935" y="724746"/>
                </a:lnTo>
                <a:lnTo>
                  <a:pt x="1551569" y="730345"/>
                </a:lnTo>
                <a:lnTo>
                  <a:pt x="1551298" y="730451"/>
                </a:lnTo>
                <a:lnTo>
                  <a:pt x="1537203" y="735697"/>
                </a:lnTo>
                <a:lnTo>
                  <a:pt x="1530372" y="738367"/>
                </a:lnTo>
                <a:lnTo>
                  <a:pt x="1522836" y="741173"/>
                </a:lnTo>
                <a:lnTo>
                  <a:pt x="1509754" y="746282"/>
                </a:lnTo>
                <a:lnTo>
                  <a:pt x="1508470" y="746761"/>
                </a:lnTo>
                <a:lnTo>
                  <a:pt x="1494104" y="752680"/>
                </a:lnTo>
                <a:lnTo>
                  <a:pt x="1490590" y="754198"/>
                </a:lnTo>
                <a:lnTo>
                  <a:pt x="1479737" y="758720"/>
                </a:lnTo>
                <a:lnTo>
                  <a:pt x="1471878" y="762114"/>
                </a:lnTo>
                <a:lnTo>
                  <a:pt x="1465371" y="764826"/>
                </a:lnTo>
                <a:lnTo>
                  <a:pt x="1453318" y="770029"/>
                </a:lnTo>
                <a:lnTo>
                  <a:pt x="1451004" y="770994"/>
                </a:lnTo>
                <a:lnTo>
                  <a:pt x="1436638" y="777099"/>
                </a:lnTo>
                <a:lnTo>
                  <a:pt x="1434679" y="777945"/>
                </a:lnTo>
                <a:lnTo>
                  <a:pt x="1422272" y="783114"/>
                </a:lnTo>
                <a:lnTo>
                  <a:pt x="1415912" y="785860"/>
                </a:lnTo>
                <a:lnTo>
                  <a:pt x="1407905" y="789197"/>
                </a:lnTo>
                <a:lnTo>
                  <a:pt x="1397300" y="793776"/>
                </a:lnTo>
                <a:lnTo>
                  <a:pt x="1393539" y="795344"/>
                </a:lnTo>
                <a:lnTo>
                  <a:pt x="1379172" y="801526"/>
                </a:lnTo>
                <a:lnTo>
                  <a:pt x="1378789" y="801692"/>
                </a:lnTo>
                <a:lnTo>
                  <a:pt x="1364806" y="807516"/>
                </a:lnTo>
                <a:lnTo>
                  <a:pt x="1359964" y="809607"/>
                </a:lnTo>
                <a:lnTo>
                  <a:pt x="1350440" y="813576"/>
                </a:lnTo>
                <a:lnTo>
                  <a:pt x="1341299" y="817523"/>
                </a:lnTo>
                <a:lnTo>
                  <a:pt x="1336073" y="819701"/>
                </a:lnTo>
                <a:lnTo>
                  <a:pt x="1322782" y="825439"/>
                </a:lnTo>
                <a:lnTo>
                  <a:pt x="1321707" y="825887"/>
                </a:lnTo>
                <a:lnTo>
                  <a:pt x="1307341" y="831927"/>
                </a:lnTo>
                <a:lnTo>
                  <a:pt x="1304036" y="833354"/>
                </a:lnTo>
                <a:lnTo>
                  <a:pt x="1292974" y="837963"/>
                </a:lnTo>
                <a:lnTo>
                  <a:pt x="1285317" y="841270"/>
                </a:lnTo>
                <a:lnTo>
                  <a:pt x="1278608" y="844066"/>
                </a:lnTo>
                <a:lnTo>
                  <a:pt x="1266750" y="849185"/>
                </a:lnTo>
                <a:lnTo>
                  <a:pt x="1264241" y="850231"/>
                </a:lnTo>
                <a:lnTo>
                  <a:pt x="1249875" y="856346"/>
                </a:lnTo>
                <a:lnTo>
                  <a:pt x="1248128" y="857101"/>
                </a:lnTo>
                <a:lnTo>
                  <a:pt x="1235509" y="862358"/>
                </a:lnTo>
                <a:lnTo>
                  <a:pt x="1229353" y="865017"/>
                </a:lnTo>
                <a:lnTo>
                  <a:pt x="1221142" y="868438"/>
                </a:lnTo>
                <a:lnTo>
                  <a:pt x="1210734" y="872932"/>
                </a:lnTo>
                <a:lnTo>
                  <a:pt x="1206776" y="874582"/>
                </a:lnTo>
                <a:lnTo>
                  <a:pt x="1192410" y="880775"/>
                </a:lnTo>
                <a:lnTo>
                  <a:pt x="1192240" y="880848"/>
                </a:lnTo>
                <a:lnTo>
                  <a:pt x="1178043" y="886762"/>
                </a:lnTo>
                <a:lnTo>
                  <a:pt x="1173408" y="888764"/>
                </a:lnTo>
                <a:lnTo>
                  <a:pt x="1163677" y="892819"/>
                </a:lnTo>
                <a:lnTo>
                  <a:pt x="1154736" y="896679"/>
                </a:lnTo>
                <a:lnTo>
                  <a:pt x="1149310" y="898941"/>
                </a:lnTo>
                <a:lnTo>
                  <a:pt x="1136212" y="904595"/>
                </a:lnTo>
                <a:lnTo>
                  <a:pt x="1134944" y="905124"/>
                </a:lnTo>
                <a:lnTo>
                  <a:pt x="1120578" y="911174"/>
                </a:lnTo>
                <a:lnTo>
                  <a:pt x="1117483" y="912510"/>
                </a:lnTo>
                <a:lnTo>
                  <a:pt x="1106211" y="917204"/>
                </a:lnTo>
                <a:lnTo>
                  <a:pt x="1098611" y="920426"/>
                </a:lnTo>
                <a:lnTo>
                  <a:pt x="1091845" y="923187"/>
                </a:lnTo>
                <a:lnTo>
                  <a:pt x="1079676" y="928342"/>
                </a:lnTo>
                <a:lnTo>
                  <a:pt x="1077478" y="929239"/>
                </a:lnTo>
                <a:lnTo>
                  <a:pt x="1063112" y="935207"/>
                </a:lnTo>
                <a:lnTo>
                  <a:pt x="1060635" y="936257"/>
                </a:lnTo>
                <a:lnTo>
                  <a:pt x="1048746" y="941106"/>
                </a:lnTo>
                <a:lnTo>
                  <a:pt x="1041510" y="944173"/>
                </a:lnTo>
                <a:lnTo>
                  <a:pt x="1034379" y="947082"/>
                </a:lnTo>
                <a:lnTo>
                  <a:pt x="1022562" y="952088"/>
                </a:lnTo>
                <a:lnTo>
                  <a:pt x="1020013" y="953129"/>
                </a:lnTo>
                <a:lnTo>
                  <a:pt x="1005647" y="959115"/>
                </a:lnTo>
                <a:lnTo>
                  <a:pt x="1003549" y="960004"/>
                </a:lnTo>
                <a:lnTo>
                  <a:pt x="991280" y="965008"/>
                </a:lnTo>
                <a:lnTo>
                  <a:pt x="984410" y="967920"/>
                </a:lnTo>
                <a:lnTo>
                  <a:pt x="976914" y="970978"/>
                </a:lnTo>
                <a:lnTo>
                  <a:pt x="965449" y="975835"/>
                </a:lnTo>
                <a:lnTo>
                  <a:pt x="962547" y="977019"/>
                </a:lnTo>
                <a:lnTo>
                  <a:pt x="948181" y="983023"/>
                </a:lnTo>
                <a:lnTo>
                  <a:pt x="946465" y="983751"/>
                </a:lnTo>
                <a:lnTo>
                  <a:pt x="933815" y="988910"/>
                </a:lnTo>
                <a:lnTo>
                  <a:pt x="927311" y="991667"/>
                </a:lnTo>
                <a:lnTo>
                  <a:pt x="919448" y="994874"/>
                </a:lnTo>
                <a:lnTo>
                  <a:pt x="908200" y="999582"/>
                </a:lnTo>
                <a:lnTo>
                  <a:pt x="905082" y="1000842"/>
                </a:lnTo>
                <a:lnTo>
                  <a:pt x="890715" y="1006662"/>
                </a:lnTo>
                <a:lnTo>
                  <a:pt x="888686" y="1007498"/>
                </a:lnTo>
                <a:lnTo>
                  <a:pt x="876349" y="1012369"/>
                </a:lnTo>
                <a:lnTo>
                  <a:pt x="868953" y="1015414"/>
                </a:lnTo>
                <a:lnTo>
                  <a:pt x="861983" y="1018167"/>
                </a:lnTo>
                <a:lnTo>
                  <a:pt x="849437" y="1023329"/>
                </a:lnTo>
                <a:lnTo>
                  <a:pt x="847616" y="1024049"/>
                </a:lnTo>
                <a:lnTo>
                  <a:pt x="833250" y="1029804"/>
                </a:lnTo>
                <a:lnTo>
                  <a:pt x="829796" y="1031245"/>
                </a:lnTo>
                <a:lnTo>
                  <a:pt x="818884" y="1035803"/>
                </a:lnTo>
                <a:lnTo>
                  <a:pt x="811232" y="1039160"/>
                </a:lnTo>
                <a:lnTo>
                  <a:pt x="804517" y="1042014"/>
                </a:lnTo>
                <a:lnTo>
                  <a:pt x="792979" y="1047076"/>
                </a:lnTo>
                <a:lnTo>
                  <a:pt x="790151" y="1048278"/>
                </a:lnTo>
                <a:lnTo>
                  <a:pt x="775785" y="1054529"/>
                </a:lnTo>
                <a:lnTo>
                  <a:pt x="774730" y="1054992"/>
                </a:lnTo>
                <a:lnTo>
                  <a:pt x="761418" y="1060646"/>
                </a:lnTo>
                <a:lnTo>
                  <a:pt x="756267" y="1062907"/>
                </a:lnTo>
                <a:lnTo>
                  <a:pt x="747052" y="1066823"/>
                </a:lnTo>
                <a:lnTo>
                  <a:pt x="737936" y="1070823"/>
                </a:lnTo>
                <a:lnTo>
                  <a:pt x="732685" y="1073055"/>
                </a:lnTo>
                <a:lnTo>
                  <a:pt x="719729" y="1078739"/>
                </a:lnTo>
                <a:lnTo>
                  <a:pt x="718319" y="1079338"/>
                </a:lnTo>
                <a:lnTo>
                  <a:pt x="703953" y="1085461"/>
                </a:lnTo>
                <a:lnTo>
                  <a:pt x="701144" y="1086654"/>
                </a:lnTo>
                <a:lnTo>
                  <a:pt x="689586" y="1091388"/>
                </a:lnTo>
                <a:lnTo>
                  <a:pt x="682095" y="1094570"/>
                </a:lnTo>
                <a:lnTo>
                  <a:pt x="675220" y="1097387"/>
                </a:lnTo>
                <a:lnTo>
                  <a:pt x="663211" y="1102485"/>
                </a:lnTo>
                <a:lnTo>
                  <a:pt x="660854" y="1103452"/>
                </a:lnTo>
                <a:lnTo>
                  <a:pt x="646487" y="1109448"/>
                </a:lnTo>
                <a:lnTo>
                  <a:pt x="644244" y="1110401"/>
                </a:lnTo>
                <a:lnTo>
                  <a:pt x="632121" y="1115367"/>
                </a:lnTo>
                <a:lnTo>
                  <a:pt x="625175" y="1118317"/>
                </a:lnTo>
                <a:lnTo>
                  <a:pt x="617754" y="1121357"/>
                </a:lnTo>
                <a:lnTo>
                  <a:pt x="606271" y="1126232"/>
                </a:lnTo>
                <a:lnTo>
                  <a:pt x="603388" y="1127414"/>
                </a:lnTo>
                <a:lnTo>
                  <a:pt x="589022" y="1133436"/>
                </a:lnTo>
                <a:lnTo>
                  <a:pt x="587346" y="1134148"/>
                </a:lnTo>
                <a:lnTo>
                  <a:pt x="574655" y="1139346"/>
                </a:lnTo>
                <a:lnTo>
                  <a:pt x="568256" y="1142064"/>
                </a:lnTo>
                <a:lnTo>
                  <a:pt x="560289" y="1145328"/>
                </a:lnTo>
                <a:lnTo>
                  <a:pt x="549334" y="1149979"/>
                </a:lnTo>
                <a:lnTo>
                  <a:pt x="545922" y="1151377"/>
                </a:lnTo>
                <a:lnTo>
                  <a:pt x="531556" y="1157425"/>
                </a:lnTo>
                <a:lnTo>
                  <a:pt x="530451" y="1157895"/>
                </a:lnTo>
                <a:lnTo>
                  <a:pt x="517190" y="1163326"/>
                </a:lnTo>
                <a:lnTo>
                  <a:pt x="511340" y="1165810"/>
                </a:lnTo>
                <a:lnTo>
                  <a:pt x="502823" y="1169300"/>
                </a:lnTo>
                <a:lnTo>
                  <a:pt x="492399" y="1173726"/>
                </a:lnTo>
                <a:lnTo>
                  <a:pt x="488457" y="1175342"/>
                </a:lnTo>
                <a:lnTo>
                  <a:pt x="474091" y="1181415"/>
                </a:lnTo>
                <a:lnTo>
                  <a:pt x="473558" y="1181642"/>
                </a:lnTo>
                <a:lnTo>
                  <a:pt x="459724" y="1187307"/>
                </a:lnTo>
                <a:lnTo>
                  <a:pt x="454427" y="1189557"/>
                </a:lnTo>
                <a:lnTo>
                  <a:pt x="445358" y="1193273"/>
                </a:lnTo>
                <a:lnTo>
                  <a:pt x="435466" y="1197473"/>
                </a:lnTo>
                <a:lnTo>
                  <a:pt x="430991" y="1199307"/>
                </a:lnTo>
                <a:lnTo>
                  <a:pt x="416663" y="1205388"/>
                </a:lnTo>
                <a:lnTo>
                  <a:pt x="416625" y="1205404"/>
                </a:lnTo>
                <a:lnTo>
                  <a:pt x="402259" y="1211289"/>
                </a:lnTo>
                <a:lnTo>
                  <a:pt x="397515" y="1213304"/>
                </a:lnTo>
                <a:lnTo>
                  <a:pt x="387892" y="1217246"/>
                </a:lnTo>
                <a:lnTo>
                  <a:pt x="378535" y="1221220"/>
                </a:lnTo>
                <a:lnTo>
                  <a:pt x="373526" y="1223273"/>
                </a:lnTo>
                <a:lnTo>
                  <a:pt x="359715" y="1229135"/>
                </a:lnTo>
                <a:lnTo>
                  <a:pt x="359160" y="1229363"/>
                </a:lnTo>
                <a:lnTo>
                  <a:pt x="344793" y="1235273"/>
                </a:lnTo>
                <a:lnTo>
                  <a:pt x="340607" y="1237051"/>
                </a:lnTo>
                <a:lnTo>
                  <a:pt x="330427" y="1241221"/>
                </a:lnTo>
                <a:lnTo>
                  <a:pt x="321607" y="1244967"/>
                </a:lnTo>
                <a:lnTo>
                  <a:pt x="316060" y="1247239"/>
                </a:lnTo>
                <a:lnTo>
                  <a:pt x="302768" y="1252882"/>
                </a:lnTo>
                <a:lnTo>
                  <a:pt x="301694" y="1253322"/>
                </a:lnTo>
                <a:lnTo>
                  <a:pt x="287328" y="1259257"/>
                </a:lnTo>
                <a:lnTo>
                  <a:pt x="283700" y="1260798"/>
                </a:lnTo>
                <a:lnTo>
                  <a:pt x="272961" y="1265197"/>
                </a:lnTo>
                <a:lnTo>
                  <a:pt x="264680" y="1268713"/>
                </a:lnTo>
                <a:lnTo>
                  <a:pt x="258595" y="1271207"/>
                </a:lnTo>
                <a:lnTo>
                  <a:pt x="245823" y="1276629"/>
                </a:lnTo>
                <a:lnTo>
                  <a:pt x="244228" y="1277283"/>
                </a:lnTo>
                <a:lnTo>
                  <a:pt x="229862" y="1283242"/>
                </a:lnTo>
                <a:lnTo>
                  <a:pt x="226796" y="1284545"/>
                </a:lnTo>
                <a:lnTo>
                  <a:pt x="215496" y="1289174"/>
                </a:lnTo>
                <a:lnTo>
                  <a:pt x="207756" y="1292460"/>
                </a:lnTo>
                <a:lnTo>
                  <a:pt x="201129" y="1295176"/>
                </a:lnTo>
                <a:lnTo>
                  <a:pt x="188880" y="1300376"/>
                </a:lnTo>
                <a:lnTo>
                  <a:pt x="186763" y="1301244"/>
                </a:lnTo>
                <a:lnTo>
                  <a:pt x="172397" y="1307229"/>
                </a:lnTo>
                <a:lnTo>
                  <a:pt x="169895" y="1308292"/>
                </a:lnTo>
                <a:lnTo>
                  <a:pt x="158030" y="1313151"/>
                </a:lnTo>
                <a:lnTo>
                  <a:pt x="150835" y="1316207"/>
                </a:lnTo>
                <a:lnTo>
                  <a:pt x="143664" y="1319145"/>
                </a:lnTo>
                <a:lnTo>
                  <a:pt x="131940" y="1324123"/>
                </a:lnTo>
                <a:lnTo>
                  <a:pt x="129297" y="1325206"/>
                </a:lnTo>
                <a:lnTo>
                  <a:pt x="114931" y="1331216"/>
                </a:lnTo>
                <a:lnTo>
                  <a:pt x="112996" y="1332038"/>
                </a:lnTo>
                <a:lnTo>
                  <a:pt x="100565" y="1337130"/>
                </a:lnTo>
                <a:lnTo>
                  <a:pt x="93915" y="1339954"/>
                </a:lnTo>
                <a:lnTo>
                  <a:pt x="86198" y="1343116"/>
                </a:lnTo>
                <a:lnTo>
                  <a:pt x="75002" y="1347870"/>
                </a:lnTo>
                <a:lnTo>
                  <a:pt x="71832" y="1349169"/>
                </a:lnTo>
                <a:lnTo>
                  <a:pt x="57466" y="1355205"/>
                </a:lnTo>
                <a:lnTo>
                  <a:pt x="56099" y="1355785"/>
                </a:lnTo>
                <a:lnTo>
                  <a:pt x="43099" y="1361110"/>
                </a:lnTo>
                <a:lnTo>
                  <a:pt x="36998" y="1363701"/>
                </a:lnTo>
                <a:lnTo>
                  <a:pt x="28733" y="1367087"/>
                </a:lnTo>
                <a:lnTo>
                  <a:pt x="18065" y="1371617"/>
                </a:lnTo>
                <a:lnTo>
                  <a:pt x="14366" y="1373133"/>
                </a:lnTo>
                <a:lnTo>
                  <a:pt x="0" y="1379195"/>
                </a:lnTo>
                <a:lnTo>
                  <a:pt x="0" y="1379532"/>
                </a:lnTo>
                <a:lnTo>
                  <a:pt x="0" y="1387448"/>
                </a:lnTo>
                <a:lnTo>
                  <a:pt x="0" y="1395363"/>
                </a:lnTo>
                <a:lnTo>
                  <a:pt x="0" y="1403279"/>
                </a:lnTo>
                <a:lnTo>
                  <a:pt x="0" y="1411195"/>
                </a:lnTo>
                <a:lnTo>
                  <a:pt x="0" y="1412461"/>
                </a:lnTo>
                <a:lnTo>
                  <a:pt x="3063" y="1411195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59F55-F046-4CFA-AA00-9F9B6F8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685669"/>
            <a:ext cx="3261168" cy="1394963"/>
          </a:xfrm>
          <a:custGeom xmlns:a="http://schemas.openxmlformats.org/drawingml/2006/main">
            <a:pathLst>
              <a:path w="3261168" h="1394963">
                <a:moveTo>
                  <a:pt x="4341" y="1393155"/>
                </a:moveTo>
                <a:lnTo>
                  <a:pt x="14366" y="1388962"/>
                </a:lnTo>
                <a:lnTo>
                  <a:pt x="23308" y="1385240"/>
                </a:lnTo>
                <a:lnTo>
                  <a:pt x="28733" y="1382969"/>
                </a:lnTo>
                <a:lnTo>
                  <a:pt x="42303" y="1377324"/>
                </a:lnTo>
                <a:lnTo>
                  <a:pt x="43099" y="1376990"/>
                </a:lnTo>
                <a:lnTo>
                  <a:pt x="57466" y="1370991"/>
                </a:lnTo>
                <a:lnTo>
                  <a:pt x="61264" y="1369408"/>
                </a:lnTo>
                <a:lnTo>
                  <a:pt x="71832" y="1364988"/>
                </a:lnTo>
                <a:lnTo>
                  <a:pt x="80228" y="1361493"/>
                </a:lnTo>
                <a:lnTo>
                  <a:pt x="86198" y="1358994"/>
                </a:lnTo>
                <a:lnTo>
                  <a:pt x="99219" y="1353577"/>
                </a:lnTo>
                <a:lnTo>
                  <a:pt x="100565" y="1353014"/>
                </a:lnTo>
                <a:lnTo>
                  <a:pt x="114931" y="1347018"/>
                </a:lnTo>
                <a:lnTo>
                  <a:pt x="118187" y="1345661"/>
                </a:lnTo>
                <a:lnTo>
                  <a:pt x="129297" y="1341015"/>
                </a:lnTo>
                <a:lnTo>
                  <a:pt x="137149" y="1337746"/>
                </a:lnTo>
                <a:lnTo>
                  <a:pt x="143664" y="1335019"/>
                </a:lnTo>
                <a:lnTo>
                  <a:pt x="156136" y="1329830"/>
                </a:lnTo>
                <a:lnTo>
                  <a:pt x="158030" y="1329037"/>
                </a:lnTo>
                <a:lnTo>
                  <a:pt x="172397" y="1323045"/>
                </a:lnTo>
                <a:lnTo>
                  <a:pt x="175111" y="1321915"/>
                </a:lnTo>
                <a:lnTo>
                  <a:pt x="186763" y="1317041"/>
                </a:lnTo>
                <a:lnTo>
                  <a:pt x="194070" y="1313999"/>
                </a:lnTo>
                <a:lnTo>
                  <a:pt x="201129" y="1311045"/>
                </a:lnTo>
                <a:lnTo>
                  <a:pt x="213054" y="1306083"/>
                </a:lnTo>
                <a:lnTo>
                  <a:pt x="215496" y="1305061"/>
                </a:lnTo>
                <a:lnTo>
                  <a:pt x="229862" y="1299073"/>
                </a:lnTo>
                <a:lnTo>
                  <a:pt x="232034" y="1298168"/>
                </a:lnTo>
                <a:lnTo>
                  <a:pt x="244228" y="1293068"/>
                </a:lnTo>
                <a:lnTo>
                  <a:pt x="250991" y="1290252"/>
                </a:lnTo>
                <a:lnTo>
                  <a:pt x="258595" y="1287070"/>
                </a:lnTo>
                <a:lnTo>
                  <a:pt x="269972" y="1282336"/>
                </a:lnTo>
                <a:lnTo>
                  <a:pt x="272961" y="1281085"/>
                </a:lnTo>
                <a:lnTo>
                  <a:pt x="287328" y="1275100"/>
                </a:lnTo>
                <a:lnTo>
                  <a:pt x="288958" y="1274421"/>
                </a:lnTo>
                <a:lnTo>
                  <a:pt x="301694" y="1269095"/>
                </a:lnTo>
                <a:lnTo>
                  <a:pt x="307913" y="1266505"/>
                </a:lnTo>
                <a:lnTo>
                  <a:pt x="316060" y="1263096"/>
                </a:lnTo>
                <a:lnTo>
                  <a:pt x="326890" y="1258590"/>
                </a:lnTo>
                <a:lnTo>
                  <a:pt x="330427" y="1257109"/>
                </a:lnTo>
                <a:lnTo>
                  <a:pt x="344793" y="1251127"/>
                </a:lnTo>
                <a:lnTo>
                  <a:pt x="345881" y="1250674"/>
                </a:lnTo>
                <a:lnTo>
                  <a:pt x="359160" y="1245122"/>
                </a:lnTo>
                <a:lnTo>
                  <a:pt x="364835" y="1242758"/>
                </a:lnTo>
                <a:lnTo>
                  <a:pt x="373526" y="1239122"/>
                </a:lnTo>
                <a:lnTo>
                  <a:pt x="383809" y="1234843"/>
                </a:lnTo>
                <a:lnTo>
                  <a:pt x="387892" y="1233133"/>
                </a:lnTo>
                <a:lnTo>
                  <a:pt x="402259" y="1227155"/>
                </a:lnTo>
                <a:lnTo>
                  <a:pt x="402805" y="1226927"/>
                </a:lnTo>
                <a:lnTo>
                  <a:pt x="416625" y="1221149"/>
                </a:lnTo>
                <a:lnTo>
                  <a:pt x="421758" y="1219011"/>
                </a:lnTo>
                <a:lnTo>
                  <a:pt x="430991" y="1215148"/>
                </a:lnTo>
                <a:lnTo>
                  <a:pt x="440728" y="1211096"/>
                </a:lnTo>
                <a:lnTo>
                  <a:pt x="445358" y="1209158"/>
                </a:lnTo>
                <a:lnTo>
                  <a:pt x="459724" y="1203182"/>
                </a:lnTo>
                <a:lnTo>
                  <a:pt x="459729" y="1203180"/>
                </a:lnTo>
                <a:lnTo>
                  <a:pt x="474091" y="1197176"/>
                </a:lnTo>
                <a:lnTo>
                  <a:pt x="478680" y="1195265"/>
                </a:lnTo>
                <a:lnTo>
                  <a:pt x="488457" y="1191175"/>
                </a:lnTo>
                <a:lnTo>
                  <a:pt x="497648" y="1187349"/>
                </a:lnTo>
                <a:lnTo>
                  <a:pt x="502823" y="1185183"/>
                </a:lnTo>
                <a:lnTo>
                  <a:pt x="516645" y="1179433"/>
                </a:lnTo>
                <a:lnTo>
                  <a:pt x="517190" y="1179205"/>
                </a:lnTo>
                <a:lnTo>
                  <a:pt x="531556" y="1173203"/>
                </a:lnTo>
                <a:lnTo>
                  <a:pt x="535603" y="1171518"/>
                </a:lnTo>
                <a:lnTo>
                  <a:pt x="545922" y="1167201"/>
                </a:lnTo>
                <a:lnTo>
                  <a:pt x="554568" y="1163602"/>
                </a:lnTo>
                <a:lnTo>
                  <a:pt x="560289" y="1161208"/>
                </a:lnTo>
                <a:lnTo>
                  <a:pt x="573561" y="1155686"/>
                </a:lnTo>
                <a:lnTo>
                  <a:pt x="574655" y="1155228"/>
                </a:lnTo>
                <a:lnTo>
                  <a:pt x="589022" y="1149231"/>
                </a:lnTo>
                <a:lnTo>
                  <a:pt x="592526" y="1147771"/>
                </a:lnTo>
                <a:lnTo>
                  <a:pt x="603388" y="1143228"/>
                </a:lnTo>
                <a:lnTo>
                  <a:pt x="611489" y="1139855"/>
                </a:lnTo>
                <a:lnTo>
                  <a:pt x="617754" y="1137233"/>
                </a:lnTo>
                <a:lnTo>
                  <a:pt x="630477" y="1131940"/>
                </a:lnTo>
                <a:lnTo>
                  <a:pt x="632121" y="1131251"/>
                </a:lnTo>
                <a:lnTo>
                  <a:pt x="646487" y="1125258"/>
                </a:lnTo>
                <a:lnTo>
                  <a:pt x="649449" y="1124024"/>
                </a:lnTo>
                <a:lnTo>
                  <a:pt x="660854" y="1119254"/>
                </a:lnTo>
                <a:lnTo>
                  <a:pt x="668410" y="1116108"/>
                </a:lnTo>
                <a:lnTo>
                  <a:pt x="675220" y="1113258"/>
                </a:lnTo>
                <a:lnTo>
                  <a:pt x="687257" y="1108193"/>
                </a:lnTo>
                <a:lnTo>
                  <a:pt x="689586" y="1107212"/>
                </a:lnTo>
                <a:lnTo>
                  <a:pt x="703953" y="1101013"/>
                </a:lnTo>
                <a:lnTo>
                  <a:pt x="705659" y="1100277"/>
                </a:lnTo>
                <a:lnTo>
                  <a:pt x="718319" y="1094798"/>
                </a:lnTo>
                <a:lnTo>
                  <a:pt x="723969" y="1092362"/>
                </a:lnTo>
                <a:lnTo>
                  <a:pt x="732685" y="1088587"/>
                </a:lnTo>
                <a:lnTo>
                  <a:pt x="742294" y="1084446"/>
                </a:lnTo>
                <a:lnTo>
                  <a:pt x="747052" y="1082385"/>
                </a:lnTo>
                <a:lnTo>
                  <a:pt x="760643" y="1076530"/>
                </a:lnTo>
                <a:lnTo>
                  <a:pt x="761418" y="1076194"/>
                </a:lnTo>
                <a:lnTo>
                  <a:pt x="775785" y="1069984"/>
                </a:lnTo>
                <a:lnTo>
                  <a:pt x="778960" y="1068615"/>
                </a:lnTo>
                <a:lnTo>
                  <a:pt x="790151" y="1063770"/>
                </a:lnTo>
                <a:lnTo>
                  <a:pt x="797275" y="1060699"/>
                </a:lnTo>
                <a:lnTo>
                  <a:pt x="804517" y="1057562"/>
                </a:lnTo>
                <a:lnTo>
                  <a:pt x="815608" y="1052783"/>
                </a:lnTo>
                <a:lnTo>
                  <a:pt x="818884" y="1051364"/>
                </a:lnTo>
                <a:lnTo>
                  <a:pt x="833250" y="1045172"/>
                </a:lnTo>
                <a:lnTo>
                  <a:pt x="833955" y="1044868"/>
                </a:lnTo>
                <a:lnTo>
                  <a:pt x="847616" y="1038956"/>
                </a:lnTo>
                <a:lnTo>
                  <a:pt x="852263" y="1036952"/>
                </a:lnTo>
                <a:lnTo>
                  <a:pt x="861983" y="1032744"/>
                </a:lnTo>
                <a:lnTo>
                  <a:pt x="870584" y="1029037"/>
                </a:lnTo>
                <a:lnTo>
                  <a:pt x="876349" y="1026539"/>
                </a:lnTo>
                <a:lnTo>
                  <a:pt x="888926" y="1021121"/>
                </a:lnTo>
                <a:lnTo>
                  <a:pt x="890715" y="1020345"/>
                </a:lnTo>
                <a:lnTo>
                  <a:pt x="905082" y="1014119"/>
                </a:lnTo>
                <a:lnTo>
                  <a:pt x="907216" y="1013205"/>
                </a:lnTo>
                <a:lnTo>
                  <a:pt x="919448" y="1008105"/>
                </a:lnTo>
                <a:lnTo>
                  <a:pt x="926232" y="1005290"/>
                </a:lnTo>
                <a:lnTo>
                  <a:pt x="933815" y="1002126"/>
                </a:lnTo>
                <a:lnTo>
                  <a:pt x="945273" y="997374"/>
                </a:lnTo>
                <a:lnTo>
                  <a:pt x="948181" y="996160"/>
                </a:lnTo>
                <a:lnTo>
                  <a:pt x="962547" y="990194"/>
                </a:lnTo>
                <a:lnTo>
                  <a:pt x="964318" y="989458"/>
                </a:lnTo>
                <a:lnTo>
                  <a:pt x="976914" y="984207"/>
                </a:lnTo>
                <a:lnTo>
                  <a:pt x="983333" y="981543"/>
                </a:lnTo>
                <a:lnTo>
                  <a:pt x="991280" y="978227"/>
                </a:lnTo>
                <a:lnTo>
                  <a:pt x="1002372" y="973627"/>
                </a:lnTo>
                <a:lnTo>
                  <a:pt x="1005647" y="972260"/>
                </a:lnTo>
                <a:lnTo>
                  <a:pt x="1020013" y="966296"/>
                </a:lnTo>
                <a:lnTo>
                  <a:pt x="1021421" y="965712"/>
                </a:lnTo>
                <a:lnTo>
                  <a:pt x="1034379" y="960309"/>
                </a:lnTo>
                <a:lnTo>
                  <a:pt x="1040435" y="957796"/>
                </a:lnTo>
                <a:lnTo>
                  <a:pt x="1048746" y="954329"/>
                </a:lnTo>
                <a:lnTo>
                  <a:pt x="1059471" y="949880"/>
                </a:lnTo>
                <a:lnTo>
                  <a:pt x="1063112" y="948360"/>
                </a:lnTo>
                <a:lnTo>
                  <a:pt x="1077478" y="942399"/>
                </a:lnTo>
                <a:lnTo>
                  <a:pt x="1078524" y="941965"/>
                </a:lnTo>
                <a:lnTo>
                  <a:pt x="1091845" y="936412"/>
                </a:lnTo>
                <a:lnTo>
                  <a:pt x="1097536" y="934049"/>
                </a:lnTo>
                <a:lnTo>
                  <a:pt x="1106211" y="930430"/>
                </a:lnTo>
                <a:lnTo>
                  <a:pt x="1116475" y="926133"/>
                </a:lnTo>
                <a:lnTo>
                  <a:pt x="1120578" y="924403"/>
                </a:lnTo>
                <a:lnTo>
                  <a:pt x="1134944" y="918325"/>
                </a:lnTo>
                <a:lnTo>
                  <a:pt x="1135196" y="918218"/>
                </a:lnTo>
                <a:lnTo>
                  <a:pt x="1149310" y="912217"/>
                </a:lnTo>
                <a:lnTo>
                  <a:pt x="1153830" y="910302"/>
                </a:lnTo>
                <a:lnTo>
                  <a:pt x="1163677" y="906113"/>
                </a:lnTo>
                <a:lnTo>
                  <a:pt x="1172479" y="902387"/>
                </a:lnTo>
                <a:lnTo>
                  <a:pt x="1178043" y="900018"/>
                </a:lnTo>
                <a:lnTo>
                  <a:pt x="1191154" y="894471"/>
                </a:lnTo>
                <a:lnTo>
                  <a:pt x="1192410" y="893936"/>
                </a:lnTo>
                <a:lnTo>
                  <a:pt x="1206776" y="887839"/>
                </a:lnTo>
                <a:lnTo>
                  <a:pt x="1209805" y="886555"/>
                </a:lnTo>
                <a:lnTo>
                  <a:pt x="1221142" y="881733"/>
                </a:lnTo>
                <a:lnTo>
                  <a:pt x="1228447" y="878640"/>
                </a:lnTo>
                <a:lnTo>
                  <a:pt x="1235509" y="875634"/>
                </a:lnTo>
                <a:lnTo>
                  <a:pt x="1247112" y="870724"/>
                </a:lnTo>
                <a:lnTo>
                  <a:pt x="1249875" y="869547"/>
                </a:lnTo>
                <a:lnTo>
                  <a:pt x="1264241" y="863461"/>
                </a:lnTo>
                <a:lnTo>
                  <a:pt x="1265781" y="862808"/>
                </a:lnTo>
                <a:lnTo>
                  <a:pt x="1278608" y="857354"/>
                </a:lnTo>
                <a:lnTo>
                  <a:pt x="1284418" y="854893"/>
                </a:lnTo>
                <a:lnTo>
                  <a:pt x="1292974" y="851252"/>
                </a:lnTo>
                <a:lnTo>
                  <a:pt x="1303074" y="846977"/>
                </a:lnTo>
                <a:lnTo>
                  <a:pt x="1307341" y="845160"/>
                </a:lnTo>
                <a:lnTo>
                  <a:pt x="1321707" y="839083"/>
                </a:lnTo>
                <a:lnTo>
                  <a:pt x="1321758" y="839062"/>
                </a:lnTo>
                <a:lnTo>
                  <a:pt x="1336073" y="832975"/>
                </a:lnTo>
                <a:lnTo>
                  <a:pt x="1340391" y="831146"/>
                </a:lnTo>
                <a:lnTo>
                  <a:pt x="1350440" y="826871"/>
                </a:lnTo>
                <a:lnTo>
                  <a:pt x="1359039" y="823230"/>
                </a:lnTo>
                <a:lnTo>
                  <a:pt x="1364806" y="820775"/>
                </a:lnTo>
                <a:lnTo>
                  <a:pt x="1377713" y="815315"/>
                </a:lnTo>
                <a:lnTo>
                  <a:pt x="1379172" y="814693"/>
                </a:lnTo>
                <a:lnTo>
                  <a:pt x="1393539" y="808597"/>
                </a:lnTo>
                <a:lnTo>
                  <a:pt x="1396366" y="807399"/>
                </a:lnTo>
                <a:lnTo>
                  <a:pt x="1407905" y="802491"/>
                </a:lnTo>
                <a:lnTo>
                  <a:pt x="1415008" y="799483"/>
                </a:lnTo>
                <a:lnTo>
                  <a:pt x="1422272" y="796392"/>
                </a:lnTo>
                <a:lnTo>
                  <a:pt x="1433671" y="791568"/>
                </a:lnTo>
                <a:lnTo>
                  <a:pt x="1436638" y="790304"/>
                </a:lnTo>
                <a:lnTo>
                  <a:pt x="1451004" y="784219"/>
                </a:lnTo>
                <a:lnTo>
                  <a:pt x="1452342" y="783652"/>
                </a:lnTo>
                <a:lnTo>
                  <a:pt x="1465371" y="778112"/>
                </a:lnTo>
                <a:lnTo>
                  <a:pt x="1470979" y="775737"/>
                </a:lnTo>
                <a:lnTo>
                  <a:pt x="1479737" y="772010"/>
                </a:lnTo>
                <a:lnTo>
                  <a:pt x="1489633" y="767821"/>
                </a:lnTo>
                <a:lnTo>
                  <a:pt x="1494104" y="765918"/>
                </a:lnTo>
                <a:lnTo>
                  <a:pt x="1508317" y="759905"/>
                </a:lnTo>
                <a:lnTo>
                  <a:pt x="1508470" y="759840"/>
                </a:lnTo>
                <a:lnTo>
                  <a:pt x="1522836" y="753876"/>
                </a:lnTo>
                <a:lnTo>
                  <a:pt x="1527791" y="751990"/>
                </a:lnTo>
                <a:lnTo>
                  <a:pt x="1537203" y="748385"/>
                </a:lnTo>
                <a:lnTo>
                  <a:pt x="1548540" y="744074"/>
                </a:lnTo>
                <a:lnTo>
                  <a:pt x="1551569" y="742913"/>
                </a:lnTo>
                <a:lnTo>
                  <a:pt x="1565935" y="737436"/>
                </a:lnTo>
                <a:lnTo>
                  <a:pt x="1569291" y="736158"/>
                </a:lnTo>
                <a:lnTo>
                  <a:pt x="1580302" y="731943"/>
                </a:lnTo>
                <a:lnTo>
                  <a:pt x="1590029" y="728243"/>
                </a:lnTo>
                <a:lnTo>
                  <a:pt x="1594668" y="726464"/>
                </a:lnTo>
                <a:lnTo>
                  <a:pt x="1609035" y="720997"/>
                </a:lnTo>
                <a:lnTo>
                  <a:pt x="1610793" y="720327"/>
                </a:lnTo>
                <a:lnTo>
                  <a:pt x="1623401" y="715501"/>
                </a:lnTo>
                <a:lnTo>
                  <a:pt x="1631521" y="712412"/>
                </a:lnTo>
                <a:lnTo>
                  <a:pt x="1637767" y="710018"/>
                </a:lnTo>
                <a:lnTo>
                  <a:pt x="1652134" y="704558"/>
                </a:lnTo>
                <a:lnTo>
                  <a:pt x="1652296" y="704496"/>
                </a:lnTo>
                <a:lnTo>
                  <a:pt x="1666500" y="699060"/>
                </a:lnTo>
                <a:lnTo>
                  <a:pt x="1673017" y="696580"/>
                </a:lnTo>
                <a:lnTo>
                  <a:pt x="1680866" y="693573"/>
                </a:lnTo>
                <a:lnTo>
                  <a:pt x="1693779" y="688665"/>
                </a:lnTo>
                <a:lnTo>
                  <a:pt x="1695233" y="688107"/>
                </a:lnTo>
                <a:lnTo>
                  <a:pt x="1709599" y="682620"/>
                </a:lnTo>
                <a:lnTo>
                  <a:pt x="1714515" y="680749"/>
                </a:lnTo>
                <a:lnTo>
                  <a:pt x="1723966" y="677129"/>
                </a:lnTo>
                <a:lnTo>
                  <a:pt x="1735264" y="672833"/>
                </a:lnTo>
                <a:lnTo>
                  <a:pt x="1738332" y="671657"/>
                </a:lnTo>
                <a:lnTo>
                  <a:pt x="1752698" y="666181"/>
                </a:lnTo>
                <a:lnTo>
                  <a:pt x="1756015" y="664918"/>
                </a:lnTo>
                <a:lnTo>
                  <a:pt x="1767065" y="660687"/>
                </a:lnTo>
                <a:lnTo>
                  <a:pt x="1776753" y="657002"/>
                </a:lnTo>
                <a:lnTo>
                  <a:pt x="1781431" y="655209"/>
                </a:lnTo>
                <a:lnTo>
                  <a:pt x="1795798" y="649741"/>
                </a:lnTo>
                <a:lnTo>
                  <a:pt x="1797517" y="649087"/>
                </a:lnTo>
                <a:lnTo>
                  <a:pt x="1810164" y="644246"/>
                </a:lnTo>
                <a:lnTo>
                  <a:pt x="1818245" y="641171"/>
                </a:lnTo>
                <a:lnTo>
                  <a:pt x="1824530" y="638762"/>
                </a:lnTo>
                <a:lnTo>
                  <a:pt x="1838897" y="633302"/>
                </a:lnTo>
                <a:lnTo>
                  <a:pt x="1839020" y="633255"/>
                </a:lnTo>
                <a:lnTo>
                  <a:pt x="1853263" y="627805"/>
                </a:lnTo>
                <a:lnTo>
                  <a:pt x="1859741" y="625340"/>
                </a:lnTo>
                <a:lnTo>
                  <a:pt x="1867629" y="622318"/>
                </a:lnTo>
                <a:lnTo>
                  <a:pt x="1880502" y="617424"/>
                </a:lnTo>
                <a:lnTo>
                  <a:pt x="1881996" y="616851"/>
                </a:lnTo>
                <a:lnTo>
                  <a:pt x="1896362" y="611365"/>
                </a:lnTo>
                <a:lnTo>
                  <a:pt x="1901239" y="609509"/>
                </a:lnTo>
                <a:lnTo>
                  <a:pt x="1910729" y="605874"/>
                </a:lnTo>
                <a:lnTo>
                  <a:pt x="1921987" y="601593"/>
                </a:lnTo>
                <a:lnTo>
                  <a:pt x="1925095" y="600401"/>
                </a:lnTo>
                <a:lnTo>
                  <a:pt x="1939461" y="594925"/>
                </a:lnTo>
                <a:lnTo>
                  <a:pt x="1942739" y="593677"/>
                </a:lnTo>
                <a:lnTo>
                  <a:pt x="1953828" y="589432"/>
                </a:lnTo>
                <a:lnTo>
                  <a:pt x="1963476" y="585762"/>
                </a:lnTo>
                <a:lnTo>
                  <a:pt x="1968194" y="583953"/>
                </a:lnTo>
                <a:lnTo>
                  <a:pt x="1982560" y="578486"/>
                </a:lnTo>
                <a:lnTo>
                  <a:pt x="1984241" y="577846"/>
                </a:lnTo>
                <a:lnTo>
                  <a:pt x="1996927" y="572990"/>
                </a:lnTo>
                <a:lnTo>
                  <a:pt x="2004969" y="569930"/>
                </a:lnTo>
                <a:lnTo>
                  <a:pt x="2011293" y="567507"/>
                </a:lnTo>
                <a:lnTo>
                  <a:pt x="2025660" y="562047"/>
                </a:lnTo>
                <a:lnTo>
                  <a:pt x="2025744" y="562015"/>
                </a:lnTo>
                <a:lnTo>
                  <a:pt x="2040026" y="556549"/>
                </a:lnTo>
                <a:lnTo>
                  <a:pt x="2046464" y="554099"/>
                </a:lnTo>
                <a:lnTo>
                  <a:pt x="2054392" y="551062"/>
                </a:lnTo>
                <a:lnTo>
                  <a:pt x="2067226" y="546184"/>
                </a:lnTo>
                <a:lnTo>
                  <a:pt x="2068759" y="545595"/>
                </a:lnTo>
                <a:lnTo>
                  <a:pt x="2083125" y="540110"/>
                </a:lnTo>
                <a:lnTo>
                  <a:pt x="2087963" y="538268"/>
                </a:lnTo>
                <a:lnTo>
                  <a:pt x="2097492" y="534618"/>
                </a:lnTo>
                <a:lnTo>
                  <a:pt x="2108711" y="530352"/>
                </a:lnTo>
                <a:lnTo>
                  <a:pt x="2111858" y="529146"/>
                </a:lnTo>
                <a:lnTo>
                  <a:pt x="2126224" y="523670"/>
                </a:lnTo>
                <a:lnTo>
                  <a:pt x="2129463" y="522437"/>
                </a:lnTo>
                <a:lnTo>
                  <a:pt x="2140591" y="518176"/>
                </a:lnTo>
                <a:lnTo>
                  <a:pt x="2150200" y="514521"/>
                </a:lnTo>
                <a:lnTo>
                  <a:pt x="2154957" y="512698"/>
                </a:lnTo>
                <a:lnTo>
                  <a:pt x="2169323" y="507231"/>
                </a:lnTo>
                <a:lnTo>
                  <a:pt x="2170965" y="506605"/>
                </a:lnTo>
                <a:lnTo>
                  <a:pt x="2183690" y="501735"/>
                </a:lnTo>
                <a:lnTo>
                  <a:pt x="2191693" y="498690"/>
                </a:lnTo>
                <a:lnTo>
                  <a:pt x="2198056" y="496251"/>
                </a:lnTo>
                <a:lnTo>
                  <a:pt x="2212423" y="490791"/>
                </a:lnTo>
                <a:lnTo>
                  <a:pt x="2212468" y="490774"/>
                </a:lnTo>
                <a:lnTo>
                  <a:pt x="2226789" y="485294"/>
                </a:lnTo>
                <a:lnTo>
                  <a:pt x="2233188" y="482858"/>
                </a:lnTo>
                <a:lnTo>
                  <a:pt x="2241155" y="479806"/>
                </a:lnTo>
                <a:lnTo>
                  <a:pt x="2253949" y="474943"/>
                </a:lnTo>
                <a:lnTo>
                  <a:pt x="2255522" y="474340"/>
                </a:lnTo>
                <a:lnTo>
                  <a:pt x="2269888" y="468854"/>
                </a:lnTo>
                <a:lnTo>
                  <a:pt x="2274686" y="467027"/>
                </a:lnTo>
                <a:lnTo>
                  <a:pt x="2284255" y="463363"/>
                </a:lnTo>
                <a:lnTo>
                  <a:pt x="2295434" y="459112"/>
                </a:lnTo>
                <a:lnTo>
                  <a:pt x="2298621" y="457890"/>
                </a:lnTo>
                <a:lnTo>
                  <a:pt x="2312987" y="452414"/>
                </a:lnTo>
                <a:lnTo>
                  <a:pt x="2316187" y="451196"/>
                </a:lnTo>
                <a:lnTo>
                  <a:pt x="2327353" y="446921"/>
                </a:lnTo>
                <a:lnTo>
                  <a:pt x="2336924" y="443280"/>
                </a:lnTo>
                <a:lnTo>
                  <a:pt x="2341720" y="441442"/>
                </a:lnTo>
                <a:lnTo>
                  <a:pt x="2356086" y="435975"/>
                </a:lnTo>
                <a:lnTo>
                  <a:pt x="2357689" y="435365"/>
                </a:lnTo>
                <a:lnTo>
                  <a:pt x="2370453" y="430104"/>
                </a:lnTo>
                <a:lnTo>
                  <a:pt x="2376437" y="427449"/>
                </a:lnTo>
                <a:lnTo>
                  <a:pt x="2384819" y="423501"/>
                </a:lnTo>
                <a:lnTo>
                  <a:pt x="2393269" y="419534"/>
                </a:lnTo>
                <a:lnTo>
                  <a:pt x="2399185" y="416746"/>
                </a:lnTo>
                <a:lnTo>
                  <a:pt x="2410109" y="411618"/>
                </a:lnTo>
                <a:lnTo>
                  <a:pt x="2413552" y="409996"/>
                </a:lnTo>
                <a:lnTo>
                  <a:pt x="2426959" y="403702"/>
                </a:lnTo>
                <a:lnTo>
                  <a:pt x="2427918" y="403250"/>
                </a:lnTo>
                <a:lnTo>
                  <a:pt x="2442285" y="396496"/>
                </a:lnTo>
                <a:lnTo>
                  <a:pt x="2443794" y="395787"/>
                </a:lnTo>
                <a:lnTo>
                  <a:pt x="2456651" y="389734"/>
                </a:lnTo>
                <a:lnTo>
                  <a:pt x="2460616" y="387871"/>
                </a:lnTo>
                <a:lnTo>
                  <a:pt x="2471017" y="382974"/>
                </a:lnTo>
                <a:lnTo>
                  <a:pt x="2477444" y="379955"/>
                </a:lnTo>
                <a:lnTo>
                  <a:pt x="2485384" y="376216"/>
                </a:lnTo>
                <a:lnTo>
                  <a:pt x="2494277" y="372040"/>
                </a:lnTo>
                <a:lnTo>
                  <a:pt x="2499750" y="369461"/>
                </a:lnTo>
                <a:lnTo>
                  <a:pt x="2511119" y="364124"/>
                </a:lnTo>
                <a:lnTo>
                  <a:pt x="2514116" y="362712"/>
                </a:lnTo>
                <a:lnTo>
                  <a:pt x="2527971" y="356209"/>
                </a:lnTo>
                <a:lnTo>
                  <a:pt x="2528483" y="355967"/>
                </a:lnTo>
                <a:lnTo>
                  <a:pt x="2542849" y="349382"/>
                </a:lnTo>
                <a:lnTo>
                  <a:pt x="2545237" y="348293"/>
                </a:lnTo>
                <a:lnTo>
                  <a:pt x="2557216" y="342832"/>
                </a:lnTo>
                <a:lnTo>
                  <a:pt x="2562591" y="340377"/>
                </a:lnTo>
                <a:lnTo>
                  <a:pt x="2571582" y="336275"/>
                </a:lnTo>
                <a:lnTo>
                  <a:pt x="2579929" y="332462"/>
                </a:lnTo>
                <a:lnTo>
                  <a:pt x="2585949" y="329713"/>
                </a:lnTo>
                <a:lnTo>
                  <a:pt x="2597254" y="324546"/>
                </a:lnTo>
                <a:lnTo>
                  <a:pt x="2600315" y="323147"/>
                </a:lnTo>
                <a:lnTo>
                  <a:pt x="2614567" y="316630"/>
                </a:lnTo>
                <a:lnTo>
                  <a:pt x="2614681" y="316578"/>
                </a:lnTo>
                <a:lnTo>
                  <a:pt x="2629048" y="310064"/>
                </a:lnTo>
                <a:lnTo>
                  <a:pt x="2632100" y="308715"/>
                </a:lnTo>
                <a:lnTo>
                  <a:pt x="2643414" y="303606"/>
                </a:lnTo>
                <a:lnTo>
                  <a:pt x="2649827" y="300799"/>
                </a:lnTo>
                <a:lnTo>
                  <a:pt x="2657780" y="297291"/>
                </a:lnTo>
                <a:lnTo>
                  <a:pt x="2667863" y="292884"/>
                </a:lnTo>
                <a:lnTo>
                  <a:pt x="2672147" y="291004"/>
                </a:lnTo>
                <a:lnTo>
                  <a:pt x="2685960" y="284968"/>
                </a:lnTo>
                <a:lnTo>
                  <a:pt x="2686513" y="284725"/>
                </a:lnTo>
                <a:lnTo>
                  <a:pt x="2700879" y="278431"/>
                </a:lnTo>
                <a:lnTo>
                  <a:pt x="2704031" y="277052"/>
                </a:lnTo>
                <a:lnTo>
                  <a:pt x="2715246" y="272135"/>
                </a:lnTo>
                <a:lnTo>
                  <a:pt x="2722104" y="269137"/>
                </a:lnTo>
                <a:lnTo>
                  <a:pt x="2729612" y="265844"/>
                </a:lnTo>
                <a:lnTo>
                  <a:pt x="2740188" y="261221"/>
                </a:lnTo>
                <a:lnTo>
                  <a:pt x="2743979" y="259558"/>
                </a:lnTo>
                <a:lnTo>
                  <a:pt x="2758287" y="253306"/>
                </a:lnTo>
                <a:lnTo>
                  <a:pt x="2758345" y="253280"/>
                </a:lnTo>
                <a:lnTo>
                  <a:pt x="2772711" y="246982"/>
                </a:lnTo>
                <a:lnTo>
                  <a:pt x="2776353" y="245390"/>
                </a:lnTo>
                <a:lnTo>
                  <a:pt x="2787078" y="240687"/>
                </a:lnTo>
                <a:lnTo>
                  <a:pt x="2794427" y="237474"/>
                </a:lnTo>
                <a:lnTo>
                  <a:pt x="2801444" y="234396"/>
                </a:lnTo>
                <a:lnTo>
                  <a:pt x="2812513" y="229558"/>
                </a:lnTo>
                <a:lnTo>
                  <a:pt x="2815811" y="228112"/>
                </a:lnTo>
                <a:lnTo>
                  <a:pt x="2830177" y="221832"/>
                </a:lnTo>
                <a:lnTo>
                  <a:pt x="2830609" y="221643"/>
                </a:lnTo>
                <a:lnTo>
                  <a:pt x="2844543" y="215534"/>
                </a:lnTo>
                <a:lnTo>
                  <a:pt x="2848675" y="213727"/>
                </a:lnTo>
                <a:lnTo>
                  <a:pt x="2858910" y="209239"/>
                </a:lnTo>
                <a:lnTo>
                  <a:pt x="2866750" y="205812"/>
                </a:lnTo>
                <a:lnTo>
                  <a:pt x="2873276" y="202950"/>
                </a:lnTo>
                <a:lnTo>
                  <a:pt x="2884838" y="197896"/>
                </a:lnTo>
                <a:lnTo>
                  <a:pt x="2887642" y="196666"/>
                </a:lnTo>
                <a:lnTo>
                  <a:pt x="2902009" y="190383"/>
                </a:lnTo>
                <a:lnTo>
                  <a:pt x="2902930" y="189980"/>
                </a:lnTo>
                <a:lnTo>
                  <a:pt x="2916375" y="184086"/>
                </a:lnTo>
                <a:lnTo>
                  <a:pt x="2920997" y="182065"/>
                </a:lnTo>
                <a:lnTo>
                  <a:pt x="2930742" y="177792"/>
                </a:lnTo>
                <a:lnTo>
                  <a:pt x="2939074" y="174149"/>
                </a:lnTo>
                <a:lnTo>
                  <a:pt x="2945108" y="171503"/>
                </a:lnTo>
                <a:lnTo>
                  <a:pt x="2957164" y="166234"/>
                </a:lnTo>
                <a:lnTo>
                  <a:pt x="2959474" y="165220"/>
                </a:lnTo>
                <a:lnTo>
                  <a:pt x="2973841" y="158935"/>
                </a:lnTo>
                <a:lnTo>
                  <a:pt x="2975251" y="158318"/>
                </a:lnTo>
                <a:lnTo>
                  <a:pt x="2988207" y="152638"/>
                </a:lnTo>
                <a:lnTo>
                  <a:pt x="2993320" y="150402"/>
                </a:lnTo>
                <a:lnTo>
                  <a:pt x="3002574" y="146344"/>
                </a:lnTo>
                <a:lnTo>
                  <a:pt x="3011398" y="142487"/>
                </a:lnTo>
                <a:lnTo>
                  <a:pt x="3016940" y="140056"/>
                </a:lnTo>
                <a:lnTo>
                  <a:pt x="3029489" y="134571"/>
                </a:lnTo>
                <a:lnTo>
                  <a:pt x="3031306" y="133774"/>
                </a:lnTo>
                <a:lnTo>
                  <a:pt x="3045673" y="127487"/>
                </a:lnTo>
                <a:lnTo>
                  <a:pt x="3047573" y="126655"/>
                </a:lnTo>
                <a:lnTo>
                  <a:pt x="3060039" y="121190"/>
                </a:lnTo>
                <a:lnTo>
                  <a:pt x="3065642" y="118740"/>
                </a:lnTo>
                <a:lnTo>
                  <a:pt x="3074405" y="114897"/>
                </a:lnTo>
                <a:lnTo>
                  <a:pt x="3083722" y="110824"/>
                </a:lnTo>
                <a:lnTo>
                  <a:pt x="3088772" y="108609"/>
                </a:lnTo>
                <a:lnTo>
                  <a:pt x="3101816" y="102909"/>
                </a:lnTo>
                <a:lnTo>
                  <a:pt x="3103138" y="102328"/>
                </a:lnTo>
                <a:lnTo>
                  <a:pt x="3117504" y="96038"/>
                </a:lnTo>
                <a:lnTo>
                  <a:pt x="3119895" y="94993"/>
                </a:lnTo>
                <a:lnTo>
                  <a:pt x="3131871" y="89742"/>
                </a:lnTo>
                <a:lnTo>
                  <a:pt x="3137965" y="87077"/>
                </a:lnTo>
                <a:lnTo>
                  <a:pt x="3146237" y="83450"/>
                </a:lnTo>
                <a:lnTo>
                  <a:pt x="3156046" y="79162"/>
                </a:lnTo>
                <a:lnTo>
                  <a:pt x="3160604" y="77163"/>
                </a:lnTo>
                <a:lnTo>
                  <a:pt x="3174142" y="71246"/>
                </a:lnTo>
                <a:lnTo>
                  <a:pt x="3174970" y="70883"/>
                </a:lnTo>
                <a:lnTo>
                  <a:pt x="3189336" y="64590"/>
                </a:lnTo>
                <a:lnTo>
                  <a:pt x="3192216" y="63330"/>
                </a:lnTo>
                <a:lnTo>
                  <a:pt x="3203703" y="58294"/>
                </a:lnTo>
                <a:lnTo>
                  <a:pt x="3210288" y="55415"/>
                </a:lnTo>
                <a:lnTo>
                  <a:pt x="3218069" y="52002"/>
                </a:lnTo>
                <a:lnTo>
                  <a:pt x="3228371" y="47499"/>
                </a:lnTo>
                <a:lnTo>
                  <a:pt x="3232436" y="45716"/>
                </a:lnTo>
                <a:lnTo>
                  <a:pt x="3246469" y="39584"/>
                </a:lnTo>
                <a:lnTo>
                  <a:pt x="3246802" y="39437"/>
                </a:lnTo>
                <a:lnTo>
                  <a:pt x="3261168" y="33142"/>
                </a:lnTo>
                <a:lnTo>
                  <a:pt x="3261168" y="31668"/>
                </a:lnTo>
                <a:lnTo>
                  <a:pt x="3261168" y="23752"/>
                </a:lnTo>
                <a:lnTo>
                  <a:pt x="3261168" y="15837"/>
                </a:lnTo>
                <a:lnTo>
                  <a:pt x="3261168" y="7921"/>
                </a:lnTo>
                <a:lnTo>
                  <a:pt x="3261168" y="6"/>
                </a:lnTo>
                <a:lnTo>
                  <a:pt x="3261168" y="0"/>
                </a:lnTo>
                <a:lnTo>
                  <a:pt x="3261156" y="6"/>
                </a:lnTo>
                <a:lnTo>
                  <a:pt x="3246802" y="6248"/>
                </a:lnTo>
                <a:lnTo>
                  <a:pt x="3243006" y="7921"/>
                </a:lnTo>
                <a:lnTo>
                  <a:pt x="3232436" y="12519"/>
                </a:lnTo>
                <a:lnTo>
                  <a:pt x="3224907" y="15837"/>
                </a:lnTo>
                <a:lnTo>
                  <a:pt x="3218069" y="18812"/>
                </a:lnTo>
                <a:lnTo>
                  <a:pt x="3206854" y="23752"/>
                </a:lnTo>
                <a:lnTo>
                  <a:pt x="3203703" y="25124"/>
                </a:lnTo>
                <a:lnTo>
                  <a:pt x="3189336" y="31440"/>
                </a:lnTo>
                <a:lnTo>
                  <a:pt x="3188820" y="31668"/>
                </a:lnTo>
                <a:lnTo>
                  <a:pt x="3174970" y="37692"/>
                </a:lnTo>
                <a:lnTo>
                  <a:pt x="3170677" y="39584"/>
                </a:lnTo>
                <a:lnTo>
                  <a:pt x="3160604" y="43966"/>
                </a:lnTo>
                <a:lnTo>
                  <a:pt x="3152584" y="47499"/>
                </a:lnTo>
                <a:lnTo>
                  <a:pt x="3146237" y="50261"/>
                </a:lnTo>
                <a:lnTo>
                  <a:pt x="3134538" y="55415"/>
                </a:lnTo>
                <a:lnTo>
                  <a:pt x="3131871" y="56576"/>
                </a:lnTo>
                <a:lnTo>
                  <a:pt x="3117504" y="62881"/>
                </a:lnTo>
                <a:lnTo>
                  <a:pt x="3116485" y="63330"/>
                </a:lnTo>
                <a:lnTo>
                  <a:pt x="3103138" y="69136"/>
                </a:lnTo>
                <a:lnTo>
                  <a:pt x="3098349" y="71246"/>
                </a:lnTo>
                <a:lnTo>
                  <a:pt x="3088772" y="75413"/>
                </a:lnTo>
                <a:lnTo>
                  <a:pt x="3080263" y="79162"/>
                </a:lnTo>
                <a:lnTo>
                  <a:pt x="3074405" y="81710"/>
                </a:lnTo>
                <a:lnTo>
                  <a:pt x="3062222" y="87077"/>
                </a:lnTo>
                <a:lnTo>
                  <a:pt x="3060039" y="88027"/>
                </a:lnTo>
                <a:lnTo>
                  <a:pt x="3045673" y="94323"/>
                </a:lnTo>
                <a:lnTo>
                  <a:pt x="3044152" y="94993"/>
                </a:lnTo>
                <a:lnTo>
                  <a:pt x="3031306" y="100580"/>
                </a:lnTo>
                <a:lnTo>
                  <a:pt x="3026022" y="102909"/>
                </a:lnTo>
                <a:lnTo>
                  <a:pt x="3016940" y="106860"/>
                </a:lnTo>
                <a:lnTo>
                  <a:pt x="3007942" y="110824"/>
                </a:lnTo>
                <a:lnTo>
                  <a:pt x="3002574" y="113160"/>
                </a:lnTo>
                <a:lnTo>
                  <a:pt x="2989907" y="118740"/>
                </a:lnTo>
                <a:lnTo>
                  <a:pt x="2988207" y="119480"/>
                </a:lnTo>
                <a:lnTo>
                  <a:pt x="2973841" y="125870"/>
                </a:lnTo>
                <a:lnTo>
                  <a:pt x="2972090" y="126655"/>
                </a:lnTo>
                <a:lnTo>
                  <a:pt x="2959474" y="132302"/>
                </a:lnTo>
                <a:lnTo>
                  <a:pt x="2954396" y="134571"/>
                </a:lnTo>
                <a:lnTo>
                  <a:pt x="2945108" y="138718"/>
                </a:lnTo>
                <a:lnTo>
                  <a:pt x="2936646" y="142487"/>
                </a:lnTo>
                <a:lnTo>
                  <a:pt x="2930742" y="145116"/>
                </a:lnTo>
                <a:lnTo>
                  <a:pt x="2918834" y="150402"/>
                </a:lnTo>
                <a:lnTo>
                  <a:pt x="2916375" y="151494"/>
                </a:lnTo>
                <a:lnTo>
                  <a:pt x="2902009" y="157882"/>
                </a:lnTo>
                <a:lnTo>
                  <a:pt x="2901053" y="158318"/>
                </a:lnTo>
                <a:lnTo>
                  <a:pt x="2887642" y="164351"/>
                </a:lnTo>
                <a:lnTo>
                  <a:pt x="2883517" y="166234"/>
                </a:lnTo>
                <a:lnTo>
                  <a:pt x="2873276" y="170842"/>
                </a:lnTo>
                <a:lnTo>
                  <a:pt x="2866027" y="174149"/>
                </a:lnTo>
                <a:lnTo>
                  <a:pt x="2858910" y="177353"/>
                </a:lnTo>
                <a:lnTo>
                  <a:pt x="2848579" y="182065"/>
                </a:lnTo>
                <a:lnTo>
                  <a:pt x="2844543" y="183882"/>
                </a:lnTo>
                <a:lnTo>
                  <a:pt x="2831169" y="189980"/>
                </a:lnTo>
                <a:lnTo>
                  <a:pt x="2830177" y="190427"/>
                </a:lnTo>
                <a:lnTo>
                  <a:pt x="2815811" y="196918"/>
                </a:lnTo>
                <a:lnTo>
                  <a:pt x="2813668" y="197896"/>
                </a:lnTo>
                <a:lnTo>
                  <a:pt x="2801444" y="203396"/>
                </a:lnTo>
                <a:lnTo>
                  <a:pt x="2796149" y="205812"/>
                </a:lnTo>
                <a:lnTo>
                  <a:pt x="2787078" y="209894"/>
                </a:lnTo>
                <a:lnTo>
                  <a:pt x="2778676" y="213727"/>
                </a:lnTo>
                <a:lnTo>
                  <a:pt x="2772711" y="216412"/>
                </a:lnTo>
                <a:lnTo>
                  <a:pt x="2761242" y="221643"/>
                </a:lnTo>
                <a:lnTo>
                  <a:pt x="2758345" y="222947"/>
                </a:lnTo>
                <a:lnTo>
                  <a:pt x="2743979" y="229494"/>
                </a:lnTo>
                <a:lnTo>
                  <a:pt x="2743838" y="229558"/>
                </a:lnTo>
                <a:lnTo>
                  <a:pt x="2729612" y="235958"/>
                </a:lnTo>
                <a:lnTo>
                  <a:pt x="2726289" y="237474"/>
                </a:lnTo>
                <a:lnTo>
                  <a:pt x="2715246" y="242443"/>
                </a:lnTo>
                <a:lnTo>
                  <a:pt x="2708788" y="245390"/>
                </a:lnTo>
                <a:lnTo>
                  <a:pt x="2700879" y="248949"/>
                </a:lnTo>
                <a:lnTo>
                  <a:pt x="2691406" y="253306"/>
                </a:lnTo>
                <a:lnTo>
                  <a:pt x="2686513" y="255511"/>
                </a:lnTo>
                <a:lnTo>
                  <a:pt x="2674394" y="261221"/>
                </a:lnTo>
                <a:lnTo>
                  <a:pt x="2672147" y="262247"/>
                </a:lnTo>
                <a:lnTo>
                  <a:pt x="2657780" y="269031"/>
                </a:lnTo>
                <a:lnTo>
                  <a:pt x="2657558" y="269137"/>
                </a:lnTo>
                <a:lnTo>
                  <a:pt x="2643414" y="275747"/>
                </a:lnTo>
                <a:lnTo>
                  <a:pt x="2640655" y="277052"/>
                </a:lnTo>
                <a:lnTo>
                  <a:pt x="2629048" y="282478"/>
                </a:lnTo>
                <a:lnTo>
                  <a:pt x="2623784" y="284968"/>
                </a:lnTo>
                <a:lnTo>
                  <a:pt x="2614681" y="289224"/>
                </a:lnTo>
                <a:lnTo>
                  <a:pt x="2606943" y="292884"/>
                </a:lnTo>
                <a:lnTo>
                  <a:pt x="2600315" y="295983"/>
                </a:lnTo>
                <a:lnTo>
                  <a:pt x="2590130" y="300799"/>
                </a:lnTo>
                <a:lnTo>
                  <a:pt x="2585949" y="302755"/>
                </a:lnTo>
                <a:lnTo>
                  <a:pt x="2573342" y="308715"/>
                </a:lnTo>
                <a:lnTo>
                  <a:pt x="2571582" y="309538"/>
                </a:lnTo>
                <a:lnTo>
                  <a:pt x="2557216" y="316309"/>
                </a:lnTo>
                <a:lnTo>
                  <a:pt x="2556536" y="316630"/>
                </a:lnTo>
                <a:lnTo>
                  <a:pt x="2542849" y="323027"/>
                </a:lnTo>
                <a:lnTo>
                  <a:pt x="2539638" y="324546"/>
                </a:lnTo>
                <a:lnTo>
                  <a:pt x="2528483" y="329761"/>
                </a:lnTo>
                <a:lnTo>
                  <a:pt x="2522773" y="332462"/>
                </a:lnTo>
                <a:lnTo>
                  <a:pt x="2514116" y="336509"/>
                </a:lnTo>
                <a:lnTo>
                  <a:pt x="2505937" y="340377"/>
                </a:lnTo>
                <a:lnTo>
                  <a:pt x="2499750" y="343270"/>
                </a:lnTo>
                <a:lnTo>
                  <a:pt x="2489128" y="348293"/>
                </a:lnTo>
                <a:lnTo>
                  <a:pt x="2485384" y="350044"/>
                </a:lnTo>
                <a:lnTo>
                  <a:pt x="2472346" y="356209"/>
                </a:lnTo>
                <a:lnTo>
                  <a:pt x="2471017" y="356830"/>
                </a:lnTo>
                <a:lnTo>
                  <a:pt x="2456651" y="363586"/>
                </a:lnTo>
                <a:lnTo>
                  <a:pt x="2455514" y="364124"/>
                </a:lnTo>
                <a:lnTo>
                  <a:pt x="2442285" y="370308"/>
                </a:lnTo>
                <a:lnTo>
                  <a:pt x="2438623" y="372040"/>
                </a:lnTo>
                <a:lnTo>
                  <a:pt x="2427918" y="377044"/>
                </a:lnTo>
                <a:lnTo>
                  <a:pt x="2421763" y="379955"/>
                </a:lnTo>
                <a:lnTo>
                  <a:pt x="2413552" y="383794"/>
                </a:lnTo>
                <a:lnTo>
                  <a:pt x="2404932" y="387871"/>
                </a:lnTo>
                <a:lnTo>
                  <a:pt x="2399185" y="390558"/>
                </a:lnTo>
                <a:lnTo>
                  <a:pt x="2388128" y="395787"/>
                </a:lnTo>
                <a:lnTo>
                  <a:pt x="2384819" y="397334"/>
                </a:lnTo>
                <a:lnTo>
                  <a:pt x="2371350" y="403702"/>
                </a:lnTo>
                <a:lnTo>
                  <a:pt x="2370453" y="404122"/>
                </a:lnTo>
                <a:lnTo>
                  <a:pt x="2356086" y="410864"/>
                </a:lnTo>
                <a:lnTo>
                  <a:pt x="2354494" y="411618"/>
                </a:lnTo>
                <a:lnTo>
                  <a:pt x="2341720" y="417588"/>
                </a:lnTo>
                <a:lnTo>
                  <a:pt x="2337608" y="419534"/>
                </a:lnTo>
                <a:lnTo>
                  <a:pt x="2327353" y="423841"/>
                </a:lnTo>
                <a:lnTo>
                  <a:pt x="2318281" y="427449"/>
                </a:lnTo>
                <a:lnTo>
                  <a:pt x="2312987" y="429443"/>
                </a:lnTo>
                <a:lnTo>
                  <a:pt x="2298621" y="434972"/>
                </a:lnTo>
                <a:lnTo>
                  <a:pt x="2297606" y="435365"/>
                </a:lnTo>
                <a:lnTo>
                  <a:pt x="2284255" y="440387"/>
                </a:lnTo>
                <a:lnTo>
                  <a:pt x="2276778" y="443280"/>
                </a:lnTo>
                <a:lnTo>
                  <a:pt x="2269888" y="445875"/>
                </a:lnTo>
                <a:lnTo>
                  <a:pt x="2256124" y="451196"/>
                </a:lnTo>
                <a:lnTo>
                  <a:pt x="2255522" y="451423"/>
                </a:lnTo>
                <a:lnTo>
                  <a:pt x="2241155" y="456840"/>
                </a:lnTo>
                <a:lnTo>
                  <a:pt x="2235287" y="459112"/>
                </a:lnTo>
                <a:lnTo>
                  <a:pt x="2226789" y="462311"/>
                </a:lnTo>
                <a:lnTo>
                  <a:pt x="2214592" y="467027"/>
                </a:lnTo>
                <a:lnTo>
                  <a:pt x="2212423" y="467845"/>
                </a:lnTo>
                <a:lnTo>
                  <a:pt x="2198056" y="473298"/>
                </a:lnTo>
                <a:lnTo>
                  <a:pt x="2193807" y="474943"/>
                </a:lnTo>
                <a:lnTo>
                  <a:pt x="2183690" y="478750"/>
                </a:lnTo>
                <a:lnTo>
                  <a:pt x="2173069" y="482858"/>
                </a:lnTo>
                <a:lnTo>
                  <a:pt x="2169323" y="484270"/>
                </a:lnTo>
                <a:lnTo>
                  <a:pt x="2154957" y="489760"/>
                </a:lnTo>
                <a:lnTo>
                  <a:pt x="2152339" y="490774"/>
                </a:lnTo>
                <a:lnTo>
                  <a:pt x="2140591" y="495194"/>
                </a:lnTo>
                <a:lnTo>
                  <a:pt x="2131556" y="498690"/>
                </a:lnTo>
                <a:lnTo>
                  <a:pt x="2126224" y="500698"/>
                </a:lnTo>
                <a:lnTo>
                  <a:pt x="2111858" y="506228"/>
                </a:lnTo>
                <a:lnTo>
                  <a:pt x="2110883" y="506605"/>
                </a:lnTo>
                <a:lnTo>
                  <a:pt x="2097492" y="511643"/>
                </a:lnTo>
                <a:lnTo>
                  <a:pt x="2090054" y="514521"/>
                </a:lnTo>
                <a:lnTo>
                  <a:pt x="2083125" y="517130"/>
                </a:lnTo>
                <a:lnTo>
                  <a:pt x="2069400" y="522437"/>
                </a:lnTo>
                <a:lnTo>
                  <a:pt x="2068759" y="522678"/>
                </a:lnTo>
                <a:lnTo>
                  <a:pt x="2054392" y="528096"/>
                </a:lnTo>
                <a:lnTo>
                  <a:pt x="2048563" y="530352"/>
                </a:lnTo>
                <a:lnTo>
                  <a:pt x="2040026" y="533566"/>
                </a:lnTo>
                <a:lnTo>
                  <a:pt x="2027867" y="538268"/>
                </a:lnTo>
                <a:lnTo>
                  <a:pt x="2025660" y="539100"/>
                </a:lnTo>
                <a:lnTo>
                  <a:pt x="2011293" y="544554"/>
                </a:lnTo>
                <a:lnTo>
                  <a:pt x="2007083" y="546184"/>
                </a:lnTo>
                <a:lnTo>
                  <a:pt x="1996927" y="550006"/>
                </a:lnTo>
                <a:lnTo>
                  <a:pt x="1986345" y="554099"/>
                </a:lnTo>
                <a:lnTo>
                  <a:pt x="1982560" y="555525"/>
                </a:lnTo>
                <a:lnTo>
                  <a:pt x="1968194" y="561016"/>
                </a:lnTo>
                <a:lnTo>
                  <a:pt x="1965616" y="562015"/>
                </a:lnTo>
                <a:lnTo>
                  <a:pt x="1953828" y="566450"/>
                </a:lnTo>
                <a:lnTo>
                  <a:pt x="1944832" y="569930"/>
                </a:lnTo>
                <a:lnTo>
                  <a:pt x="1939461" y="571953"/>
                </a:lnTo>
                <a:lnTo>
                  <a:pt x="1925095" y="577484"/>
                </a:lnTo>
                <a:lnTo>
                  <a:pt x="1924161" y="577846"/>
                </a:lnTo>
                <a:lnTo>
                  <a:pt x="1910729" y="582899"/>
                </a:lnTo>
                <a:lnTo>
                  <a:pt x="1903330" y="585762"/>
                </a:lnTo>
                <a:lnTo>
                  <a:pt x="1896362" y="588385"/>
                </a:lnTo>
                <a:lnTo>
                  <a:pt x="1882675" y="593677"/>
                </a:lnTo>
                <a:lnTo>
                  <a:pt x="1881996" y="593933"/>
                </a:lnTo>
                <a:lnTo>
                  <a:pt x="1867629" y="599352"/>
                </a:lnTo>
                <a:lnTo>
                  <a:pt x="1861839" y="601593"/>
                </a:lnTo>
                <a:lnTo>
                  <a:pt x="1853263" y="604821"/>
                </a:lnTo>
                <a:lnTo>
                  <a:pt x="1841143" y="609509"/>
                </a:lnTo>
                <a:lnTo>
                  <a:pt x="1838897" y="610355"/>
                </a:lnTo>
                <a:lnTo>
                  <a:pt x="1824530" y="615810"/>
                </a:lnTo>
                <a:lnTo>
                  <a:pt x="1820360" y="617424"/>
                </a:lnTo>
                <a:lnTo>
                  <a:pt x="1810164" y="621261"/>
                </a:lnTo>
                <a:lnTo>
                  <a:pt x="1799620" y="625340"/>
                </a:lnTo>
                <a:lnTo>
                  <a:pt x="1795798" y="626780"/>
                </a:lnTo>
                <a:lnTo>
                  <a:pt x="1781431" y="632272"/>
                </a:lnTo>
                <a:lnTo>
                  <a:pt x="1778893" y="633255"/>
                </a:lnTo>
                <a:lnTo>
                  <a:pt x="1767065" y="637706"/>
                </a:lnTo>
                <a:lnTo>
                  <a:pt x="1758108" y="641171"/>
                </a:lnTo>
                <a:lnTo>
                  <a:pt x="1752698" y="643208"/>
                </a:lnTo>
                <a:lnTo>
                  <a:pt x="1738332" y="648740"/>
                </a:lnTo>
                <a:lnTo>
                  <a:pt x="1737438" y="649087"/>
                </a:lnTo>
                <a:lnTo>
                  <a:pt x="1723966" y="654154"/>
                </a:lnTo>
                <a:lnTo>
                  <a:pt x="1716607" y="657002"/>
                </a:lnTo>
                <a:lnTo>
                  <a:pt x="1709599" y="659641"/>
                </a:lnTo>
                <a:lnTo>
                  <a:pt x="1695950" y="664918"/>
                </a:lnTo>
                <a:lnTo>
                  <a:pt x="1695233" y="665188"/>
                </a:lnTo>
                <a:lnTo>
                  <a:pt x="1680866" y="670608"/>
                </a:lnTo>
                <a:lnTo>
                  <a:pt x="1675116" y="672833"/>
                </a:lnTo>
                <a:lnTo>
                  <a:pt x="1666500" y="676077"/>
                </a:lnTo>
                <a:lnTo>
                  <a:pt x="1654418" y="680749"/>
                </a:lnTo>
                <a:lnTo>
                  <a:pt x="1652134" y="681610"/>
                </a:lnTo>
                <a:lnTo>
                  <a:pt x="1637767" y="687065"/>
                </a:lnTo>
                <a:lnTo>
                  <a:pt x="1633637" y="688665"/>
                </a:lnTo>
                <a:lnTo>
                  <a:pt x="1623401" y="692517"/>
                </a:lnTo>
                <a:lnTo>
                  <a:pt x="1612896" y="696580"/>
                </a:lnTo>
                <a:lnTo>
                  <a:pt x="1609035" y="698035"/>
                </a:lnTo>
                <a:lnTo>
                  <a:pt x="1594668" y="703529"/>
                </a:lnTo>
                <a:lnTo>
                  <a:pt x="1592170" y="704496"/>
                </a:lnTo>
                <a:lnTo>
                  <a:pt x="1580302" y="708961"/>
                </a:lnTo>
                <a:lnTo>
                  <a:pt x="1571384" y="712412"/>
                </a:lnTo>
                <a:lnTo>
                  <a:pt x="1565935" y="714464"/>
                </a:lnTo>
                <a:lnTo>
                  <a:pt x="1551569" y="719996"/>
                </a:lnTo>
                <a:lnTo>
                  <a:pt x="1550715" y="720327"/>
                </a:lnTo>
                <a:lnTo>
                  <a:pt x="1537203" y="725410"/>
                </a:lnTo>
                <a:lnTo>
                  <a:pt x="1529883" y="728243"/>
                </a:lnTo>
                <a:lnTo>
                  <a:pt x="1522836" y="730896"/>
                </a:lnTo>
                <a:lnTo>
                  <a:pt x="1509728" y="736158"/>
                </a:lnTo>
                <a:lnTo>
                  <a:pt x="1508470" y="736658"/>
                </a:lnTo>
                <a:lnTo>
                  <a:pt x="1494104" y="742722"/>
                </a:lnTo>
                <a:lnTo>
                  <a:pt x="1490951" y="744074"/>
                </a:lnTo>
                <a:lnTo>
                  <a:pt x="1479737" y="748783"/>
                </a:lnTo>
                <a:lnTo>
                  <a:pt x="1472259" y="751990"/>
                </a:lnTo>
                <a:lnTo>
                  <a:pt x="1465371" y="754884"/>
                </a:lnTo>
                <a:lnTo>
                  <a:pt x="1453653" y="759905"/>
                </a:lnTo>
                <a:lnTo>
                  <a:pt x="1451004" y="761019"/>
                </a:lnTo>
                <a:lnTo>
                  <a:pt x="1436638" y="767126"/>
                </a:lnTo>
                <a:lnTo>
                  <a:pt x="1435018" y="767821"/>
                </a:lnTo>
                <a:lnTo>
                  <a:pt x="1422272" y="773173"/>
                </a:lnTo>
                <a:lnTo>
                  <a:pt x="1416293" y="775737"/>
                </a:lnTo>
                <a:lnTo>
                  <a:pt x="1407905" y="779260"/>
                </a:lnTo>
                <a:lnTo>
                  <a:pt x="1397658" y="783652"/>
                </a:lnTo>
                <a:lnTo>
                  <a:pt x="1393539" y="785384"/>
                </a:lnTo>
                <a:lnTo>
                  <a:pt x="1379172" y="791536"/>
                </a:lnTo>
                <a:lnTo>
                  <a:pt x="1379098" y="791568"/>
                </a:lnTo>
                <a:lnTo>
                  <a:pt x="1364806" y="797567"/>
                </a:lnTo>
                <a:lnTo>
                  <a:pt x="1360338" y="799483"/>
                </a:lnTo>
                <a:lnTo>
                  <a:pt x="1350440" y="803641"/>
                </a:lnTo>
                <a:lnTo>
                  <a:pt x="1341673" y="807399"/>
                </a:lnTo>
                <a:lnTo>
                  <a:pt x="1336073" y="809752"/>
                </a:lnTo>
                <a:lnTo>
                  <a:pt x="1323091" y="815315"/>
                </a:lnTo>
                <a:lnTo>
                  <a:pt x="1321707" y="815897"/>
                </a:lnTo>
                <a:lnTo>
                  <a:pt x="1307341" y="821967"/>
                </a:lnTo>
                <a:lnTo>
                  <a:pt x="1304395" y="823230"/>
                </a:lnTo>
                <a:lnTo>
                  <a:pt x="1292974" y="828026"/>
                </a:lnTo>
                <a:lnTo>
                  <a:pt x="1285698" y="831146"/>
                </a:lnTo>
                <a:lnTo>
                  <a:pt x="1278608" y="834125"/>
                </a:lnTo>
                <a:lnTo>
                  <a:pt x="1267088" y="839062"/>
                </a:lnTo>
                <a:lnTo>
                  <a:pt x="1264241" y="840258"/>
                </a:lnTo>
                <a:lnTo>
                  <a:pt x="1249875" y="846372"/>
                </a:lnTo>
                <a:lnTo>
                  <a:pt x="1248464" y="846977"/>
                </a:lnTo>
                <a:lnTo>
                  <a:pt x="1235509" y="852416"/>
                </a:lnTo>
                <a:lnTo>
                  <a:pt x="1229734" y="854893"/>
                </a:lnTo>
                <a:lnTo>
                  <a:pt x="1221142" y="858502"/>
                </a:lnTo>
                <a:lnTo>
                  <a:pt x="1211095" y="862808"/>
                </a:lnTo>
                <a:lnTo>
                  <a:pt x="1206776" y="864624"/>
                </a:lnTo>
                <a:lnTo>
                  <a:pt x="1192536" y="870724"/>
                </a:lnTo>
                <a:lnTo>
                  <a:pt x="1192410" y="870777"/>
                </a:lnTo>
                <a:lnTo>
                  <a:pt x="1178043" y="876811"/>
                </a:lnTo>
                <a:lnTo>
                  <a:pt x="1173780" y="878640"/>
                </a:lnTo>
                <a:lnTo>
                  <a:pt x="1163677" y="882883"/>
                </a:lnTo>
                <a:lnTo>
                  <a:pt x="1155111" y="886555"/>
                </a:lnTo>
                <a:lnTo>
                  <a:pt x="1149310" y="888993"/>
                </a:lnTo>
                <a:lnTo>
                  <a:pt x="1136525" y="894471"/>
                </a:lnTo>
                <a:lnTo>
                  <a:pt x="1134944" y="895136"/>
                </a:lnTo>
                <a:lnTo>
                  <a:pt x="1120578" y="901212"/>
                </a:lnTo>
                <a:lnTo>
                  <a:pt x="1117825" y="902387"/>
                </a:lnTo>
                <a:lnTo>
                  <a:pt x="1106211" y="907231"/>
                </a:lnTo>
                <a:lnTo>
                  <a:pt x="1098909" y="910302"/>
                </a:lnTo>
                <a:lnTo>
                  <a:pt x="1091845" y="913210"/>
                </a:lnTo>
                <a:lnTo>
                  <a:pt x="1079929" y="918218"/>
                </a:lnTo>
                <a:lnTo>
                  <a:pt x="1077478" y="919227"/>
                </a:lnTo>
                <a:lnTo>
                  <a:pt x="1063112" y="925201"/>
                </a:lnTo>
                <a:lnTo>
                  <a:pt x="1060898" y="926133"/>
                </a:lnTo>
                <a:lnTo>
                  <a:pt x="1048746" y="931131"/>
                </a:lnTo>
                <a:lnTo>
                  <a:pt x="1041808" y="934049"/>
                </a:lnTo>
                <a:lnTo>
                  <a:pt x="1034379" y="937106"/>
                </a:lnTo>
                <a:lnTo>
                  <a:pt x="1022821" y="941965"/>
                </a:lnTo>
                <a:lnTo>
                  <a:pt x="1020013" y="943121"/>
                </a:lnTo>
                <a:lnTo>
                  <a:pt x="1005647" y="949106"/>
                </a:lnTo>
                <a:lnTo>
                  <a:pt x="1003806" y="949880"/>
                </a:lnTo>
                <a:lnTo>
                  <a:pt x="991280" y="955032"/>
                </a:lnTo>
                <a:lnTo>
                  <a:pt x="984708" y="957796"/>
                </a:lnTo>
                <a:lnTo>
                  <a:pt x="976914" y="961003"/>
                </a:lnTo>
                <a:lnTo>
                  <a:pt x="965713" y="965712"/>
                </a:lnTo>
                <a:lnTo>
                  <a:pt x="962547" y="967015"/>
                </a:lnTo>
                <a:lnTo>
                  <a:pt x="948181" y="973010"/>
                </a:lnTo>
                <a:lnTo>
                  <a:pt x="946715" y="973627"/>
                </a:lnTo>
                <a:lnTo>
                  <a:pt x="933815" y="978932"/>
                </a:lnTo>
                <a:lnTo>
                  <a:pt x="927609" y="981543"/>
                </a:lnTo>
                <a:lnTo>
                  <a:pt x="919448" y="984901"/>
                </a:lnTo>
                <a:lnTo>
                  <a:pt x="908606" y="989458"/>
                </a:lnTo>
                <a:lnTo>
                  <a:pt x="905082" y="990910"/>
                </a:lnTo>
                <a:lnTo>
                  <a:pt x="890715" y="996742"/>
                </a:lnTo>
                <a:lnTo>
                  <a:pt x="889169" y="997374"/>
                </a:lnTo>
                <a:lnTo>
                  <a:pt x="876349" y="1002482"/>
                </a:lnTo>
                <a:lnTo>
                  <a:pt x="869649" y="1005290"/>
                </a:lnTo>
                <a:lnTo>
                  <a:pt x="861983" y="1008563"/>
                </a:lnTo>
                <a:lnTo>
                  <a:pt x="851331" y="1013205"/>
                </a:lnTo>
                <a:lnTo>
                  <a:pt x="847616" y="1014796"/>
                </a:lnTo>
                <a:lnTo>
                  <a:pt x="833250" y="1021050"/>
                </a:lnTo>
                <a:lnTo>
                  <a:pt x="833088" y="1021121"/>
                </a:lnTo>
                <a:lnTo>
                  <a:pt x="818884" y="1027197"/>
                </a:lnTo>
                <a:lnTo>
                  <a:pt x="814665" y="1029037"/>
                </a:lnTo>
                <a:lnTo>
                  <a:pt x="804517" y="1033379"/>
                </a:lnTo>
                <a:lnTo>
                  <a:pt x="796322" y="1036952"/>
                </a:lnTo>
                <a:lnTo>
                  <a:pt x="790151" y="1039594"/>
                </a:lnTo>
                <a:lnTo>
                  <a:pt x="778050" y="1044868"/>
                </a:lnTo>
                <a:lnTo>
                  <a:pt x="775785" y="1045838"/>
                </a:lnTo>
                <a:lnTo>
                  <a:pt x="761418" y="1052048"/>
                </a:lnTo>
                <a:lnTo>
                  <a:pt x="759733" y="1052783"/>
                </a:lnTo>
                <a:lnTo>
                  <a:pt x="747052" y="1058209"/>
                </a:lnTo>
                <a:lnTo>
                  <a:pt x="741341" y="1060699"/>
                </a:lnTo>
                <a:lnTo>
                  <a:pt x="732685" y="1064404"/>
                </a:lnTo>
                <a:lnTo>
                  <a:pt x="723025" y="1068615"/>
                </a:lnTo>
                <a:lnTo>
                  <a:pt x="718319" y="1070630"/>
                </a:lnTo>
                <a:lnTo>
                  <a:pt x="704777" y="1076530"/>
                </a:lnTo>
                <a:lnTo>
                  <a:pt x="703953" y="1076883"/>
                </a:lnTo>
                <a:lnTo>
                  <a:pt x="689586" y="1082976"/>
                </a:lnTo>
                <a:lnTo>
                  <a:pt x="686102" y="1084446"/>
                </a:lnTo>
                <a:lnTo>
                  <a:pt x="675220" y="1088939"/>
                </a:lnTo>
                <a:lnTo>
                  <a:pt x="667102" y="1092362"/>
                </a:lnTo>
                <a:lnTo>
                  <a:pt x="660854" y="1094943"/>
                </a:lnTo>
                <a:lnTo>
                  <a:pt x="648194" y="1100277"/>
                </a:lnTo>
                <a:lnTo>
                  <a:pt x="646487" y="1100983"/>
                </a:lnTo>
                <a:lnTo>
                  <a:pt x="632121" y="1106957"/>
                </a:lnTo>
                <a:lnTo>
                  <a:pt x="629191" y="1108193"/>
                </a:lnTo>
                <a:lnTo>
                  <a:pt x="617754" y="1112915"/>
                </a:lnTo>
                <a:lnTo>
                  <a:pt x="610179" y="1116108"/>
                </a:lnTo>
                <a:lnTo>
                  <a:pt x="603388" y="1118914"/>
                </a:lnTo>
                <a:lnTo>
                  <a:pt x="591261" y="1124024"/>
                </a:lnTo>
                <a:lnTo>
                  <a:pt x="589022" y="1124950"/>
                </a:lnTo>
                <a:lnTo>
                  <a:pt x="574655" y="1130938"/>
                </a:lnTo>
                <a:lnTo>
                  <a:pt x="572282" y="1131940"/>
                </a:lnTo>
                <a:lnTo>
                  <a:pt x="560289" y="1136891"/>
                </a:lnTo>
                <a:lnTo>
                  <a:pt x="553258" y="1139855"/>
                </a:lnTo>
                <a:lnTo>
                  <a:pt x="545922" y="1142885"/>
                </a:lnTo>
                <a:lnTo>
                  <a:pt x="534329" y="1147771"/>
                </a:lnTo>
                <a:lnTo>
                  <a:pt x="531556" y="1148917"/>
                </a:lnTo>
                <a:lnTo>
                  <a:pt x="517190" y="1154920"/>
                </a:lnTo>
                <a:lnTo>
                  <a:pt x="515374" y="1155686"/>
                </a:lnTo>
                <a:lnTo>
                  <a:pt x="502823" y="1160867"/>
                </a:lnTo>
                <a:lnTo>
                  <a:pt x="496338" y="1163602"/>
                </a:lnTo>
                <a:lnTo>
                  <a:pt x="488457" y="1166857"/>
                </a:lnTo>
                <a:lnTo>
                  <a:pt x="477399" y="1171518"/>
                </a:lnTo>
                <a:lnTo>
                  <a:pt x="474091" y="1172885"/>
                </a:lnTo>
                <a:lnTo>
                  <a:pt x="459724" y="1178903"/>
                </a:lnTo>
                <a:lnTo>
                  <a:pt x="458467" y="1179433"/>
                </a:lnTo>
                <a:lnTo>
                  <a:pt x="445358" y="1184845"/>
                </a:lnTo>
                <a:lnTo>
                  <a:pt x="439419" y="1187349"/>
                </a:lnTo>
                <a:lnTo>
                  <a:pt x="430991" y="1190830"/>
                </a:lnTo>
                <a:lnTo>
                  <a:pt x="420469" y="1195265"/>
                </a:lnTo>
                <a:lnTo>
                  <a:pt x="416625" y="1196853"/>
                </a:lnTo>
                <a:lnTo>
                  <a:pt x="402259" y="1202886"/>
                </a:lnTo>
                <a:lnTo>
                  <a:pt x="401562" y="1203180"/>
                </a:lnTo>
                <a:lnTo>
                  <a:pt x="387892" y="1208823"/>
                </a:lnTo>
                <a:lnTo>
                  <a:pt x="382502" y="1211096"/>
                </a:lnTo>
                <a:lnTo>
                  <a:pt x="373526" y="1214803"/>
                </a:lnTo>
                <a:lnTo>
                  <a:pt x="363541" y="1219011"/>
                </a:lnTo>
                <a:lnTo>
                  <a:pt x="359160" y="1220822"/>
                </a:lnTo>
                <a:lnTo>
                  <a:pt x="344793" y="1226871"/>
                </a:lnTo>
                <a:lnTo>
                  <a:pt x="344659" y="1226927"/>
                </a:lnTo>
                <a:lnTo>
                  <a:pt x="330427" y="1232801"/>
                </a:lnTo>
                <a:lnTo>
                  <a:pt x="325586" y="1234843"/>
                </a:lnTo>
                <a:lnTo>
                  <a:pt x="316060" y="1238777"/>
                </a:lnTo>
                <a:lnTo>
                  <a:pt x="306614" y="1242758"/>
                </a:lnTo>
                <a:lnTo>
                  <a:pt x="301694" y="1244791"/>
                </a:lnTo>
                <a:lnTo>
                  <a:pt x="287731" y="1250674"/>
                </a:lnTo>
                <a:lnTo>
                  <a:pt x="287328" y="1250841"/>
                </a:lnTo>
                <a:lnTo>
                  <a:pt x="272961" y="1256780"/>
                </a:lnTo>
                <a:lnTo>
                  <a:pt x="268672" y="1258590"/>
                </a:lnTo>
                <a:lnTo>
                  <a:pt x="258595" y="1262751"/>
                </a:lnTo>
                <a:lnTo>
                  <a:pt x="249688" y="1266505"/>
                </a:lnTo>
                <a:lnTo>
                  <a:pt x="244228" y="1268761"/>
                </a:lnTo>
                <a:lnTo>
                  <a:pt x="230795" y="1274421"/>
                </a:lnTo>
                <a:lnTo>
                  <a:pt x="229862" y="1274807"/>
                </a:lnTo>
                <a:lnTo>
                  <a:pt x="215496" y="1280760"/>
                </a:lnTo>
                <a:lnTo>
                  <a:pt x="211759" y="1282336"/>
                </a:lnTo>
                <a:lnTo>
                  <a:pt x="201129" y="1286725"/>
                </a:lnTo>
                <a:lnTo>
                  <a:pt x="192764" y="1290252"/>
                </a:lnTo>
                <a:lnTo>
                  <a:pt x="186763" y="1292731"/>
                </a:lnTo>
                <a:lnTo>
                  <a:pt x="173860" y="1298168"/>
                </a:lnTo>
                <a:lnTo>
                  <a:pt x="172397" y="1298773"/>
                </a:lnTo>
                <a:lnTo>
                  <a:pt x="158030" y="1304741"/>
                </a:lnTo>
                <a:lnTo>
                  <a:pt x="154847" y="1306083"/>
                </a:lnTo>
                <a:lnTo>
                  <a:pt x="143664" y="1310701"/>
                </a:lnTo>
                <a:lnTo>
                  <a:pt x="135840" y="1313999"/>
                </a:lnTo>
                <a:lnTo>
                  <a:pt x="129297" y="1316702"/>
                </a:lnTo>
                <a:lnTo>
                  <a:pt x="116927" y="1321915"/>
                </a:lnTo>
                <a:lnTo>
                  <a:pt x="114931" y="1322740"/>
                </a:lnTo>
                <a:lnTo>
                  <a:pt x="100565" y="1328722"/>
                </a:lnTo>
                <a:lnTo>
                  <a:pt x="97937" y="1329830"/>
                </a:lnTo>
                <a:lnTo>
                  <a:pt x="86198" y="1334677"/>
                </a:lnTo>
                <a:lnTo>
                  <a:pt x="78919" y="1337746"/>
                </a:lnTo>
                <a:lnTo>
                  <a:pt x="71832" y="1340673"/>
                </a:lnTo>
                <a:lnTo>
                  <a:pt x="59995" y="1345661"/>
                </a:lnTo>
                <a:lnTo>
                  <a:pt x="57466" y="1346707"/>
                </a:lnTo>
                <a:lnTo>
                  <a:pt x="43099" y="1352703"/>
                </a:lnTo>
                <a:lnTo>
                  <a:pt x="41028" y="1353577"/>
                </a:lnTo>
                <a:lnTo>
                  <a:pt x="28733" y="1358653"/>
                </a:lnTo>
                <a:lnTo>
                  <a:pt x="21998" y="1361493"/>
                </a:lnTo>
                <a:lnTo>
                  <a:pt x="14366" y="1364645"/>
                </a:lnTo>
                <a:lnTo>
                  <a:pt x="3063" y="1369408"/>
                </a:lnTo>
                <a:lnTo>
                  <a:pt x="0" y="1370674"/>
                </a:lnTo>
                <a:lnTo>
                  <a:pt x="0" y="1377324"/>
                </a:lnTo>
                <a:lnTo>
                  <a:pt x="0" y="1385240"/>
                </a:lnTo>
                <a:lnTo>
                  <a:pt x="0" y="1393155"/>
                </a:lnTo>
                <a:lnTo>
                  <a:pt x="0" y="1394963"/>
                </a:lnTo>
                <a:lnTo>
                  <a:pt x="4341" y="1393155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B4C03-E9F7-468A-AFA8-01DBADF9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718811"/>
            <a:ext cx="3261168" cy="1384590"/>
          </a:xfrm>
          <a:custGeom xmlns:a="http://schemas.openxmlformats.org/drawingml/2006/main">
            <a:pathLst>
              <a:path w="3261168" h="1384590">
                <a:moveTo>
                  <a:pt x="1976" y="1383760"/>
                </a:moveTo>
                <a:lnTo>
                  <a:pt x="14366" y="1378619"/>
                </a:lnTo>
                <a:lnTo>
                  <a:pt x="20977" y="1375845"/>
                </a:lnTo>
                <a:lnTo>
                  <a:pt x="28733" y="1372624"/>
                </a:lnTo>
                <a:lnTo>
                  <a:pt x="39930" y="1367929"/>
                </a:lnTo>
                <a:lnTo>
                  <a:pt x="43099" y="1366612"/>
                </a:lnTo>
                <a:lnTo>
                  <a:pt x="57466" y="1360611"/>
                </a:lnTo>
                <a:lnTo>
                  <a:pt x="58889" y="1360013"/>
                </a:lnTo>
                <a:lnTo>
                  <a:pt x="71832" y="1354643"/>
                </a:lnTo>
                <a:lnTo>
                  <a:pt x="77898" y="1352098"/>
                </a:lnTo>
                <a:lnTo>
                  <a:pt x="86198" y="1348651"/>
                </a:lnTo>
                <a:lnTo>
                  <a:pt x="96856" y="1344182"/>
                </a:lnTo>
                <a:lnTo>
                  <a:pt x="100565" y="1342641"/>
                </a:lnTo>
                <a:lnTo>
                  <a:pt x="114931" y="1336632"/>
                </a:lnTo>
                <a:lnTo>
                  <a:pt x="115802" y="1336267"/>
                </a:lnTo>
                <a:lnTo>
                  <a:pt x="129297" y="1330667"/>
                </a:lnTo>
                <a:lnTo>
                  <a:pt x="134817" y="1328351"/>
                </a:lnTo>
                <a:lnTo>
                  <a:pt x="143664" y="1324678"/>
                </a:lnTo>
                <a:lnTo>
                  <a:pt x="153780" y="1320435"/>
                </a:lnTo>
                <a:lnTo>
                  <a:pt x="158030" y="1318670"/>
                </a:lnTo>
                <a:lnTo>
                  <a:pt x="172397" y="1312653"/>
                </a:lnTo>
                <a:lnTo>
                  <a:pt x="172714" y="1312520"/>
                </a:lnTo>
                <a:lnTo>
                  <a:pt x="186763" y="1306691"/>
                </a:lnTo>
                <a:lnTo>
                  <a:pt x="191736" y="1304604"/>
                </a:lnTo>
                <a:lnTo>
                  <a:pt x="201129" y="1300704"/>
                </a:lnTo>
                <a:lnTo>
                  <a:pt x="210705" y="1296688"/>
                </a:lnTo>
                <a:lnTo>
                  <a:pt x="215496" y="1294698"/>
                </a:lnTo>
                <a:lnTo>
                  <a:pt x="229632" y="1288773"/>
                </a:lnTo>
                <a:lnTo>
                  <a:pt x="229862" y="1288677"/>
                </a:lnTo>
                <a:lnTo>
                  <a:pt x="244228" y="1282715"/>
                </a:lnTo>
                <a:lnTo>
                  <a:pt x="248654" y="1280857"/>
                </a:lnTo>
                <a:lnTo>
                  <a:pt x="258595" y="1276731"/>
                </a:lnTo>
                <a:lnTo>
                  <a:pt x="267628" y="1272942"/>
                </a:lnTo>
                <a:lnTo>
                  <a:pt x="272961" y="1270726"/>
                </a:lnTo>
                <a:lnTo>
                  <a:pt x="286560" y="1265026"/>
                </a:lnTo>
                <a:lnTo>
                  <a:pt x="287328" y="1264707"/>
                </a:lnTo>
                <a:lnTo>
                  <a:pt x="301694" y="1258738"/>
                </a:lnTo>
                <a:lnTo>
                  <a:pt x="305571" y="1257110"/>
                </a:lnTo>
                <a:lnTo>
                  <a:pt x="316060" y="1252756"/>
                </a:lnTo>
                <a:lnTo>
                  <a:pt x="324551" y="1249195"/>
                </a:lnTo>
                <a:lnTo>
                  <a:pt x="330427" y="1246754"/>
                </a:lnTo>
                <a:lnTo>
                  <a:pt x="343488" y="1241279"/>
                </a:lnTo>
                <a:lnTo>
                  <a:pt x="344793" y="1240737"/>
                </a:lnTo>
                <a:lnTo>
                  <a:pt x="359160" y="1234761"/>
                </a:lnTo>
                <a:lnTo>
                  <a:pt x="362488" y="1233363"/>
                </a:lnTo>
                <a:lnTo>
                  <a:pt x="373526" y="1228782"/>
                </a:lnTo>
                <a:lnTo>
                  <a:pt x="381474" y="1225448"/>
                </a:lnTo>
                <a:lnTo>
                  <a:pt x="387892" y="1222782"/>
                </a:lnTo>
                <a:lnTo>
                  <a:pt x="400415" y="1217532"/>
                </a:lnTo>
                <a:lnTo>
                  <a:pt x="402259" y="1216766"/>
                </a:lnTo>
                <a:lnTo>
                  <a:pt x="416625" y="1210783"/>
                </a:lnTo>
                <a:lnTo>
                  <a:pt x="419403" y="1209617"/>
                </a:lnTo>
                <a:lnTo>
                  <a:pt x="430991" y="1204807"/>
                </a:lnTo>
                <a:lnTo>
                  <a:pt x="438396" y="1201701"/>
                </a:lnTo>
                <a:lnTo>
                  <a:pt x="445358" y="1198810"/>
                </a:lnTo>
                <a:lnTo>
                  <a:pt x="457342" y="1193785"/>
                </a:lnTo>
                <a:lnTo>
                  <a:pt x="459724" y="1192795"/>
                </a:lnTo>
                <a:lnTo>
                  <a:pt x="474091" y="1186805"/>
                </a:lnTo>
                <a:lnTo>
                  <a:pt x="476318" y="1185870"/>
                </a:lnTo>
                <a:lnTo>
                  <a:pt x="488457" y="1180832"/>
                </a:lnTo>
                <a:lnTo>
                  <a:pt x="495317" y="1177954"/>
                </a:lnTo>
                <a:lnTo>
                  <a:pt x="502823" y="1174837"/>
                </a:lnTo>
                <a:lnTo>
                  <a:pt x="514268" y="1170039"/>
                </a:lnTo>
                <a:lnTo>
                  <a:pt x="517190" y="1168824"/>
                </a:lnTo>
                <a:lnTo>
                  <a:pt x="531556" y="1162827"/>
                </a:lnTo>
                <a:lnTo>
                  <a:pt x="533232" y="1162123"/>
                </a:lnTo>
                <a:lnTo>
                  <a:pt x="545922" y="1156857"/>
                </a:lnTo>
                <a:lnTo>
                  <a:pt x="552238" y="1154207"/>
                </a:lnTo>
                <a:lnTo>
                  <a:pt x="560289" y="1150864"/>
                </a:lnTo>
                <a:lnTo>
                  <a:pt x="571193" y="1146292"/>
                </a:lnTo>
                <a:lnTo>
                  <a:pt x="574655" y="1144853"/>
                </a:lnTo>
                <a:lnTo>
                  <a:pt x="589022" y="1138848"/>
                </a:lnTo>
                <a:lnTo>
                  <a:pt x="590146" y="1138376"/>
                </a:lnTo>
                <a:lnTo>
                  <a:pt x="603388" y="1132881"/>
                </a:lnTo>
                <a:lnTo>
                  <a:pt x="609157" y="1130460"/>
                </a:lnTo>
                <a:lnTo>
                  <a:pt x="617754" y="1126891"/>
                </a:lnTo>
                <a:lnTo>
                  <a:pt x="628118" y="1122545"/>
                </a:lnTo>
                <a:lnTo>
                  <a:pt x="632121" y="1120882"/>
                </a:lnTo>
                <a:lnTo>
                  <a:pt x="646487" y="1114869"/>
                </a:lnTo>
                <a:lnTo>
                  <a:pt x="647058" y="1114629"/>
                </a:lnTo>
                <a:lnTo>
                  <a:pt x="660854" y="1108905"/>
                </a:lnTo>
                <a:lnTo>
                  <a:pt x="666076" y="1106714"/>
                </a:lnTo>
                <a:lnTo>
                  <a:pt x="675220" y="1102917"/>
                </a:lnTo>
                <a:lnTo>
                  <a:pt x="684727" y="1098798"/>
                </a:lnTo>
                <a:lnTo>
                  <a:pt x="689586" y="1096722"/>
                </a:lnTo>
                <a:lnTo>
                  <a:pt x="703050" y="1090882"/>
                </a:lnTo>
                <a:lnTo>
                  <a:pt x="703953" y="1090494"/>
                </a:lnTo>
                <a:lnTo>
                  <a:pt x="718319" y="1084308"/>
                </a:lnTo>
                <a:lnTo>
                  <a:pt x="721408" y="1082967"/>
                </a:lnTo>
                <a:lnTo>
                  <a:pt x="732685" y="1078118"/>
                </a:lnTo>
                <a:lnTo>
                  <a:pt x="739752" y="1075051"/>
                </a:lnTo>
                <a:lnTo>
                  <a:pt x="747052" y="1071911"/>
                </a:lnTo>
                <a:lnTo>
                  <a:pt x="758059" y="1067135"/>
                </a:lnTo>
                <a:lnTo>
                  <a:pt x="761418" y="1065690"/>
                </a:lnTo>
                <a:lnTo>
                  <a:pt x="775785" y="1059468"/>
                </a:lnTo>
                <a:lnTo>
                  <a:pt x="776357" y="1059220"/>
                </a:lnTo>
                <a:lnTo>
                  <a:pt x="790151" y="1053292"/>
                </a:lnTo>
                <a:lnTo>
                  <a:pt x="794728" y="1051304"/>
                </a:lnTo>
                <a:lnTo>
                  <a:pt x="804517" y="1047095"/>
                </a:lnTo>
                <a:lnTo>
                  <a:pt x="813058" y="1043389"/>
                </a:lnTo>
                <a:lnTo>
                  <a:pt x="818884" y="1040882"/>
                </a:lnTo>
                <a:lnTo>
                  <a:pt x="831354" y="1035473"/>
                </a:lnTo>
                <a:lnTo>
                  <a:pt x="833250" y="1034657"/>
                </a:lnTo>
                <a:lnTo>
                  <a:pt x="847616" y="1028457"/>
                </a:lnTo>
                <a:lnTo>
                  <a:pt x="849688" y="1027557"/>
                </a:lnTo>
                <a:lnTo>
                  <a:pt x="861983" y="1022273"/>
                </a:lnTo>
                <a:lnTo>
                  <a:pt x="868043" y="1019642"/>
                </a:lnTo>
                <a:lnTo>
                  <a:pt x="876349" y="1016069"/>
                </a:lnTo>
                <a:lnTo>
                  <a:pt x="886359" y="1011726"/>
                </a:lnTo>
                <a:lnTo>
                  <a:pt x="890715" y="1009851"/>
                </a:lnTo>
                <a:lnTo>
                  <a:pt x="904328" y="1003810"/>
                </a:lnTo>
                <a:lnTo>
                  <a:pt x="905082" y="1003479"/>
                </a:lnTo>
                <a:lnTo>
                  <a:pt x="919448" y="997105"/>
                </a:lnTo>
                <a:lnTo>
                  <a:pt x="922156" y="995895"/>
                </a:lnTo>
                <a:lnTo>
                  <a:pt x="933815" y="990804"/>
                </a:lnTo>
                <a:lnTo>
                  <a:pt x="940406" y="987979"/>
                </a:lnTo>
                <a:lnTo>
                  <a:pt x="948181" y="984762"/>
                </a:lnTo>
                <a:lnTo>
                  <a:pt x="959417" y="980064"/>
                </a:lnTo>
                <a:lnTo>
                  <a:pt x="962547" y="978767"/>
                </a:lnTo>
                <a:lnTo>
                  <a:pt x="976914" y="972786"/>
                </a:lnTo>
                <a:lnTo>
                  <a:pt x="978438" y="972148"/>
                </a:lnTo>
                <a:lnTo>
                  <a:pt x="991280" y="966838"/>
                </a:lnTo>
                <a:lnTo>
                  <a:pt x="997506" y="964232"/>
                </a:lnTo>
                <a:lnTo>
                  <a:pt x="1005647" y="960864"/>
                </a:lnTo>
                <a:lnTo>
                  <a:pt x="1016521" y="956317"/>
                </a:lnTo>
                <a:lnTo>
                  <a:pt x="1020013" y="954871"/>
                </a:lnTo>
                <a:lnTo>
                  <a:pt x="1034379" y="948884"/>
                </a:lnTo>
                <a:lnTo>
                  <a:pt x="1035533" y="948401"/>
                </a:lnTo>
                <a:lnTo>
                  <a:pt x="1048746" y="942938"/>
                </a:lnTo>
                <a:lnTo>
                  <a:pt x="1054606" y="940485"/>
                </a:lnTo>
                <a:lnTo>
                  <a:pt x="1063112" y="936966"/>
                </a:lnTo>
                <a:lnTo>
                  <a:pt x="1073625" y="932570"/>
                </a:lnTo>
                <a:lnTo>
                  <a:pt x="1077478" y="930974"/>
                </a:lnTo>
                <a:lnTo>
                  <a:pt x="1091845" y="924982"/>
                </a:lnTo>
                <a:lnTo>
                  <a:pt x="1092628" y="924654"/>
                </a:lnTo>
                <a:lnTo>
                  <a:pt x="1106211" y="919038"/>
                </a:lnTo>
                <a:lnTo>
                  <a:pt x="1111681" y="916739"/>
                </a:lnTo>
                <a:lnTo>
                  <a:pt x="1120578" y="913036"/>
                </a:lnTo>
                <a:lnTo>
                  <a:pt x="1130455" y="908823"/>
                </a:lnTo>
                <a:lnTo>
                  <a:pt x="1134944" y="906926"/>
                </a:lnTo>
                <a:lnTo>
                  <a:pt x="1149065" y="900907"/>
                </a:lnTo>
                <a:lnTo>
                  <a:pt x="1149310" y="900803"/>
                </a:lnTo>
                <a:lnTo>
                  <a:pt x="1163677" y="894739"/>
                </a:lnTo>
                <a:lnTo>
                  <a:pt x="1167769" y="892992"/>
                </a:lnTo>
                <a:lnTo>
                  <a:pt x="1178043" y="888654"/>
                </a:lnTo>
                <a:lnTo>
                  <a:pt x="1186431" y="885076"/>
                </a:lnTo>
                <a:lnTo>
                  <a:pt x="1192410" y="882551"/>
                </a:lnTo>
                <a:lnTo>
                  <a:pt x="1205052" y="877160"/>
                </a:lnTo>
                <a:lnTo>
                  <a:pt x="1206776" y="876432"/>
                </a:lnTo>
                <a:lnTo>
                  <a:pt x="1221142" y="870347"/>
                </a:lnTo>
                <a:lnTo>
                  <a:pt x="1223724" y="869245"/>
                </a:lnTo>
                <a:lnTo>
                  <a:pt x="1235509" y="864271"/>
                </a:lnTo>
                <a:lnTo>
                  <a:pt x="1242402" y="861329"/>
                </a:lnTo>
                <a:lnTo>
                  <a:pt x="1249875" y="858173"/>
                </a:lnTo>
                <a:lnTo>
                  <a:pt x="1261037" y="853414"/>
                </a:lnTo>
                <a:lnTo>
                  <a:pt x="1264241" y="852059"/>
                </a:lnTo>
                <a:lnTo>
                  <a:pt x="1278608" y="845952"/>
                </a:lnTo>
                <a:lnTo>
                  <a:pt x="1279672" y="845498"/>
                </a:lnTo>
                <a:lnTo>
                  <a:pt x="1292974" y="839884"/>
                </a:lnTo>
                <a:lnTo>
                  <a:pt x="1298368" y="837582"/>
                </a:lnTo>
                <a:lnTo>
                  <a:pt x="1307341" y="833794"/>
                </a:lnTo>
                <a:lnTo>
                  <a:pt x="1317017" y="829667"/>
                </a:lnTo>
                <a:lnTo>
                  <a:pt x="1321707" y="827685"/>
                </a:lnTo>
                <a:lnTo>
                  <a:pt x="1335628" y="821751"/>
                </a:lnTo>
                <a:lnTo>
                  <a:pt x="1336073" y="821563"/>
                </a:lnTo>
                <a:lnTo>
                  <a:pt x="1350440" y="815495"/>
                </a:lnTo>
                <a:lnTo>
                  <a:pt x="1354328" y="813836"/>
                </a:lnTo>
                <a:lnTo>
                  <a:pt x="1364806" y="809412"/>
                </a:lnTo>
                <a:lnTo>
                  <a:pt x="1372992" y="805920"/>
                </a:lnTo>
                <a:lnTo>
                  <a:pt x="1379172" y="803309"/>
                </a:lnTo>
                <a:lnTo>
                  <a:pt x="1391615" y="798004"/>
                </a:lnTo>
                <a:lnTo>
                  <a:pt x="1393539" y="797191"/>
                </a:lnTo>
                <a:lnTo>
                  <a:pt x="1407905" y="791103"/>
                </a:lnTo>
                <a:lnTo>
                  <a:pt x="1410282" y="790089"/>
                </a:lnTo>
                <a:lnTo>
                  <a:pt x="1422272" y="785028"/>
                </a:lnTo>
                <a:lnTo>
                  <a:pt x="1428963" y="782173"/>
                </a:lnTo>
                <a:lnTo>
                  <a:pt x="1436638" y="778931"/>
                </a:lnTo>
                <a:lnTo>
                  <a:pt x="1447599" y="774257"/>
                </a:lnTo>
                <a:lnTo>
                  <a:pt x="1451004" y="772818"/>
                </a:lnTo>
                <a:lnTo>
                  <a:pt x="1465371" y="766708"/>
                </a:lnTo>
                <a:lnTo>
                  <a:pt x="1466229" y="766342"/>
                </a:lnTo>
                <a:lnTo>
                  <a:pt x="1479737" y="760641"/>
                </a:lnTo>
                <a:lnTo>
                  <a:pt x="1484928" y="758426"/>
                </a:lnTo>
                <a:lnTo>
                  <a:pt x="1494104" y="754552"/>
                </a:lnTo>
                <a:lnTo>
                  <a:pt x="1503578" y="750510"/>
                </a:lnTo>
                <a:lnTo>
                  <a:pt x="1508470" y="748444"/>
                </a:lnTo>
                <a:lnTo>
                  <a:pt x="1522191" y="742595"/>
                </a:lnTo>
                <a:lnTo>
                  <a:pt x="1522836" y="742322"/>
                </a:lnTo>
                <a:lnTo>
                  <a:pt x="1537203" y="736783"/>
                </a:lnTo>
                <a:lnTo>
                  <a:pt x="1542674" y="734679"/>
                </a:lnTo>
                <a:lnTo>
                  <a:pt x="1551569" y="731307"/>
                </a:lnTo>
                <a:lnTo>
                  <a:pt x="1563397" y="726764"/>
                </a:lnTo>
                <a:lnTo>
                  <a:pt x="1565935" y="725800"/>
                </a:lnTo>
                <a:lnTo>
                  <a:pt x="1580302" y="720332"/>
                </a:lnTo>
                <a:lnTo>
                  <a:pt x="1584161" y="718848"/>
                </a:lnTo>
                <a:lnTo>
                  <a:pt x="1594668" y="714866"/>
                </a:lnTo>
                <a:lnTo>
                  <a:pt x="1604905" y="710932"/>
                </a:lnTo>
                <a:lnTo>
                  <a:pt x="1609035" y="709365"/>
                </a:lnTo>
                <a:lnTo>
                  <a:pt x="1623401" y="703878"/>
                </a:lnTo>
                <a:lnTo>
                  <a:pt x="1625640" y="703017"/>
                </a:lnTo>
                <a:lnTo>
                  <a:pt x="1637767" y="698422"/>
                </a:lnTo>
                <a:lnTo>
                  <a:pt x="1646408" y="695101"/>
                </a:lnTo>
                <a:lnTo>
                  <a:pt x="1652134" y="692929"/>
                </a:lnTo>
                <a:lnTo>
                  <a:pt x="1666500" y="687421"/>
                </a:lnTo>
                <a:lnTo>
                  <a:pt x="1667113" y="687185"/>
                </a:lnTo>
                <a:lnTo>
                  <a:pt x="1680866" y="681976"/>
                </a:lnTo>
                <a:lnTo>
                  <a:pt x="1687906" y="679270"/>
                </a:lnTo>
                <a:lnTo>
                  <a:pt x="1695233" y="676491"/>
                </a:lnTo>
                <a:lnTo>
                  <a:pt x="1708610" y="671354"/>
                </a:lnTo>
                <a:lnTo>
                  <a:pt x="1709599" y="670979"/>
                </a:lnTo>
                <a:lnTo>
                  <a:pt x="1723966" y="665528"/>
                </a:lnTo>
                <a:lnTo>
                  <a:pt x="1729398" y="663439"/>
                </a:lnTo>
                <a:lnTo>
                  <a:pt x="1738332" y="660052"/>
                </a:lnTo>
                <a:lnTo>
                  <a:pt x="1750122" y="655523"/>
                </a:lnTo>
                <a:lnTo>
                  <a:pt x="1752698" y="654545"/>
                </a:lnTo>
                <a:lnTo>
                  <a:pt x="1767065" y="649077"/>
                </a:lnTo>
                <a:lnTo>
                  <a:pt x="1770884" y="647607"/>
                </a:lnTo>
                <a:lnTo>
                  <a:pt x="1781431" y="643610"/>
                </a:lnTo>
                <a:lnTo>
                  <a:pt x="1791629" y="639692"/>
                </a:lnTo>
                <a:lnTo>
                  <a:pt x="1795798" y="638110"/>
                </a:lnTo>
                <a:lnTo>
                  <a:pt x="1810164" y="632623"/>
                </a:lnTo>
                <a:lnTo>
                  <a:pt x="1812364" y="631776"/>
                </a:lnTo>
                <a:lnTo>
                  <a:pt x="1824530" y="627167"/>
                </a:lnTo>
                <a:lnTo>
                  <a:pt x="1833132" y="623860"/>
                </a:lnTo>
                <a:lnTo>
                  <a:pt x="1838897" y="621674"/>
                </a:lnTo>
                <a:lnTo>
                  <a:pt x="1853263" y="616165"/>
                </a:lnTo>
                <a:lnTo>
                  <a:pt x="1853836" y="615945"/>
                </a:lnTo>
                <a:lnTo>
                  <a:pt x="1867629" y="610721"/>
                </a:lnTo>
                <a:lnTo>
                  <a:pt x="1874630" y="608029"/>
                </a:lnTo>
                <a:lnTo>
                  <a:pt x="1881996" y="605236"/>
                </a:lnTo>
                <a:lnTo>
                  <a:pt x="1895334" y="600114"/>
                </a:lnTo>
                <a:lnTo>
                  <a:pt x="1896362" y="599723"/>
                </a:lnTo>
                <a:lnTo>
                  <a:pt x="1910729" y="594272"/>
                </a:lnTo>
                <a:lnTo>
                  <a:pt x="1916122" y="592198"/>
                </a:lnTo>
                <a:lnTo>
                  <a:pt x="1925095" y="588796"/>
                </a:lnTo>
                <a:lnTo>
                  <a:pt x="1936846" y="584282"/>
                </a:lnTo>
                <a:lnTo>
                  <a:pt x="1939461" y="583290"/>
                </a:lnTo>
                <a:lnTo>
                  <a:pt x="1953828" y="577821"/>
                </a:lnTo>
                <a:lnTo>
                  <a:pt x="1957608" y="576367"/>
                </a:lnTo>
                <a:lnTo>
                  <a:pt x="1968194" y="572355"/>
                </a:lnTo>
                <a:lnTo>
                  <a:pt x="1978353" y="568451"/>
                </a:lnTo>
                <a:lnTo>
                  <a:pt x="1982560" y="566855"/>
                </a:lnTo>
                <a:lnTo>
                  <a:pt x="1996927" y="561367"/>
                </a:lnTo>
                <a:lnTo>
                  <a:pt x="1999087" y="560536"/>
                </a:lnTo>
                <a:lnTo>
                  <a:pt x="2011293" y="555911"/>
                </a:lnTo>
                <a:lnTo>
                  <a:pt x="2019856" y="552620"/>
                </a:lnTo>
                <a:lnTo>
                  <a:pt x="2025660" y="550418"/>
                </a:lnTo>
                <a:lnTo>
                  <a:pt x="2040026" y="544910"/>
                </a:lnTo>
                <a:lnTo>
                  <a:pt x="2040559" y="544704"/>
                </a:lnTo>
                <a:lnTo>
                  <a:pt x="2054392" y="539465"/>
                </a:lnTo>
                <a:lnTo>
                  <a:pt x="2061353" y="536789"/>
                </a:lnTo>
                <a:lnTo>
                  <a:pt x="2068759" y="533981"/>
                </a:lnTo>
                <a:lnTo>
                  <a:pt x="2082058" y="528873"/>
                </a:lnTo>
                <a:lnTo>
                  <a:pt x="2083125" y="528468"/>
                </a:lnTo>
                <a:lnTo>
                  <a:pt x="2097492" y="523016"/>
                </a:lnTo>
                <a:lnTo>
                  <a:pt x="2102845" y="520957"/>
                </a:lnTo>
                <a:lnTo>
                  <a:pt x="2111858" y="517541"/>
                </a:lnTo>
                <a:lnTo>
                  <a:pt x="2123570" y="513042"/>
                </a:lnTo>
                <a:lnTo>
                  <a:pt x="2126224" y="512034"/>
                </a:lnTo>
                <a:lnTo>
                  <a:pt x="2140591" y="506565"/>
                </a:lnTo>
                <a:lnTo>
                  <a:pt x="2144331" y="505126"/>
                </a:lnTo>
                <a:lnTo>
                  <a:pt x="2154957" y="501099"/>
                </a:lnTo>
                <a:lnTo>
                  <a:pt x="2165077" y="497211"/>
                </a:lnTo>
                <a:lnTo>
                  <a:pt x="2169323" y="495599"/>
                </a:lnTo>
                <a:lnTo>
                  <a:pt x="2183690" y="490111"/>
                </a:lnTo>
                <a:lnTo>
                  <a:pt x="2185810" y="489295"/>
                </a:lnTo>
                <a:lnTo>
                  <a:pt x="2198056" y="484655"/>
                </a:lnTo>
                <a:lnTo>
                  <a:pt x="2206580" y="481379"/>
                </a:lnTo>
                <a:lnTo>
                  <a:pt x="2212423" y="479163"/>
                </a:lnTo>
                <a:lnTo>
                  <a:pt x="2226789" y="473654"/>
                </a:lnTo>
                <a:lnTo>
                  <a:pt x="2227282" y="473464"/>
                </a:lnTo>
                <a:lnTo>
                  <a:pt x="2241155" y="468209"/>
                </a:lnTo>
                <a:lnTo>
                  <a:pt x="2248077" y="465548"/>
                </a:lnTo>
                <a:lnTo>
                  <a:pt x="2255522" y="462725"/>
                </a:lnTo>
                <a:lnTo>
                  <a:pt x="2268782" y="457632"/>
                </a:lnTo>
                <a:lnTo>
                  <a:pt x="2269888" y="457213"/>
                </a:lnTo>
                <a:lnTo>
                  <a:pt x="2284255" y="451937"/>
                </a:lnTo>
                <a:lnTo>
                  <a:pt x="2290148" y="449717"/>
                </a:lnTo>
                <a:lnTo>
                  <a:pt x="2298621" y="446611"/>
                </a:lnTo>
                <a:lnTo>
                  <a:pt x="2311323" y="441801"/>
                </a:lnTo>
                <a:lnTo>
                  <a:pt x="2312987" y="441186"/>
                </a:lnTo>
                <a:lnTo>
                  <a:pt x="2327353" y="436037"/>
                </a:lnTo>
                <a:lnTo>
                  <a:pt x="2333396" y="433885"/>
                </a:lnTo>
                <a:lnTo>
                  <a:pt x="2341720" y="430961"/>
                </a:lnTo>
                <a:lnTo>
                  <a:pt x="2355748" y="425970"/>
                </a:lnTo>
                <a:lnTo>
                  <a:pt x="2356086" y="425851"/>
                </a:lnTo>
                <a:lnTo>
                  <a:pt x="2370453" y="420805"/>
                </a:lnTo>
                <a:lnTo>
                  <a:pt x="2378177" y="418054"/>
                </a:lnTo>
                <a:lnTo>
                  <a:pt x="2384819" y="415720"/>
                </a:lnTo>
                <a:lnTo>
                  <a:pt x="2399185" y="410622"/>
                </a:lnTo>
                <a:lnTo>
                  <a:pt x="2400542" y="410139"/>
                </a:lnTo>
                <a:lnTo>
                  <a:pt x="2413552" y="404858"/>
                </a:lnTo>
                <a:lnTo>
                  <a:pt x="2419410" y="402223"/>
                </a:lnTo>
                <a:lnTo>
                  <a:pt x="2427918" y="398382"/>
                </a:lnTo>
                <a:lnTo>
                  <a:pt x="2436891" y="394307"/>
                </a:lnTo>
                <a:lnTo>
                  <a:pt x="2442285" y="391872"/>
                </a:lnTo>
                <a:lnTo>
                  <a:pt x="2454357" y="386392"/>
                </a:lnTo>
                <a:lnTo>
                  <a:pt x="2456651" y="385355"/>
                </a:lnTo>
                <a:lnTo>
                  <a:pt x="2471017" y="378845"/>
                </a:lnTo>
                <a:lnTo>
                  <a:pt x="2471829" y="378476"/>
                </a:lnTo>
                <a:lnTo>
                  <a:pt x="2485384" y="372358"/>
                </a:lnTo>
                <a:lnTo>
                  <a:pt x="2489341" y="370561"/>
                </a:lnTo>
                <a:lnTo>
                  <a:pt x="2499750" y="365861"/>
                </a:lnTo>
                <a:lnTo>
                  <a:pt x="2506834" y="362645"/>
                </a:lnTo>
                <a:lnTo>
                  <a:pt x="2514116" y="359356"/>
                </a:lnTo>
                <a:lnTo>
                  <a:pt x="2524309" y="354729"/>
                </a:lnTo>
                <a:lnTo>
                  <a:pt x="2528483" y="352844"/>
                </a:lnTo>
                <a:lnTo>
                  <a:pt x="2541768" y="346814"/>
                </a:lnTo>
                <a:lnTo>
                  <a:pt x="2542849" y="346325"/>
                </a:lnTo>
                <a:lnTo>
                  <a:pt x="2557216" y="339829"/>
                </a:lnTo>
                <a:lnTo>
                  <a:pt x="2559266" y="338898"/>
                </a:lnTo>
                <a:lnTo>
                  <a:pt x="2571582" y="333338"/>
                </a:lnTo>
                <a:lnTo>
                  <a:pt x="2576770" y="330982"/>
                </a:lnTo>
                <a:lnTo>
                  <a:pt x="2585949" y="326838"/>
                </a:lnTo>
                <a:lnTo>
                  <a:pt x="2594453" y="323067"/>
                </a:lnTo>
                <a:lnTo>
                  <a:pt x="2600315" y="320431"/>
                </a:lnTo>
                <a:lnTo>
                  <a:pt x="2612328" y="315151"/>
                </a:lnTo>
                <a:lnTo>
                  <a:pt x="2614681" y="314119"/>
                </a:lnTo>
                <a:lnTo>
                  <a:pt x="2629048" y="307826"/>
                </a:lnTo>
                <a:lnTo>
                  <a:pt x="2630391" y="307236"/>
                </a:lnTo>
                <a:lnTo>
                  <a:pt x="2643414" y="301553"/>
                </a:lnTo>
                <a:lnTo>
                  <a:pt x="2648498" y="299320"/>
                </a:lnTo>
                <a:lnTo>
                  <a:pt x="2657780" y="295269"/>
                </a:lnTo>
                <a:lnTo>
                  <a:pt x="2666578" y="291404"/>
                </a:lnTo>
                <a:lnTo>
                  <a:pt x="2672147" y="288973"/>
                </a:lnTo>
                <a:lnTo>
                  <a:pt x="2684637" y="283489"/>
                </a:lnTo>
                <a:lnTo>
                  <a:pt x="2686513" y="282669"/>
                </a:lnTo>
                <a:lnTo>
                  <a:pt x="2700879" y="276382"/>
                </a:lnTo>
                <a:lnTo>
                  <a:pt x="2702720" y="275573"/>
                </a:lnTo>
                <a:lnTo>
                  <a:pt x="2715246" y="270107"/>
                </a:lnTo>
                <a:lnTo>
                  <a:pt x="2720823" y="267657"/>
                </a:lnTo>
                <a:lnTo>
                  <a:pt x="2729612" y="263821"/>
                </a:lnTo>
                <a:lnTo>
                  <a:pt x="2738900" y="259742"/>
                </a:lnTo>
                <a:lnTo>
                  <a:pt x="2743979" y="257525"/>
                </a:lnTo>
                <a:lnTo>
                  <a:pt x="2756956" y="251826"/>
                </a:lnTo>
                <a:lnTo>
                  <a:pt x="2758345" y="251220"/>
                </a:lnTo>
                <a:lnTo>
                  <a:pt x="2772711" y="244937"/>
                </a:lnTo>
                <a:lnTo>
                  <a:pt x="2775048" y="243911"/>
                </a:lnTo>
                <a:lnTo>
                  <a:pt x="2787078" y="238661"/>
                </a:lnTo>
                <a:lnTo>
                  <a:pt x="2793147" y="235995"/>
                </a:lnTo>
                <a:lnTo>
                  <a:pt x="2801444" y="232374"/>
                </a:lnTo>
                <a:lnTo>
                  <a:pt x="2811221" y="228079"/>
                </a:lnTo>
                <a:lnTo>
                  <a:pt x="2815811" y="226076"/>
                </a:lnTo>
                <a:lnTo>
                  <a:pt x="2829275" y="220164"/>
                </a:lnTo>
                <a:lnTo>
                  <a:pt x="2830177" y="219770"/>
                </a:lnTo>
                <a:lnTo>
                  <a:pt x="2844543" y="213493"/>
                </a:lnTo>
                <a:lnTo>
                  <a:pt x="2847375" y="212248"/>
                </a:lnTo>
                <a:lnTo>
                  <a:pt x="2858910" y="207215"/>
                </a:lnTo>
                <a:lnTo>
                  <a:pt x="2865471" y="204333"/>
                </a:lnTo>
                <a:lnTo>
                  <a:pt x="2873276" y="200926"/>
                </a:lnTo>
                <a:lnTo>
                  <a:pt x="2883542" y="196417"/>
                </a:lnTo>
                <a:lnTo>
                  <a:pt x="2887642" y="194627"/>
                </a:lnTo>
                <a:lnTo>
                  <a:pt x="2901594" y="188501"/>
                </a:lnTo>
                <a:lnTo>
                  <a:pt x="2902009" y="188320"/>
                </a:lnTo>
                <a:lnTo>
                  <a:pt x="2916375" y="182048"/>
                </a:lnTo>
                <a:lnTo>
                  <a:pt x="2919703" y="180586"/>
                </a:lnTo>
                <a:lnTo>
                  <a:pt x="2930742" y="175768"/>
                </a:lnTo>
                <a:lnTo>
                  <a:pt x="2937795" y="172670"/>
                </a:lnTo>
                <a:lnTo>
                  <a:pt x="2945108" y="169478"/>
                </a:lnTo>
                <a:lnTo>
                  <a:pt x="2955863" y="164754"/>
                </a:lnTo>
                <a:lnTo>
                  <a:pt x="2959474" y="163178"/>
                </a:lnTo>
                <a:lnTo>
                  <a:pt x="2973841" y="156871"/>
                </a:lnTo>
                <a:lnTo>
                  <a:pt x="2973913" y="156839"/>
                </a:lnTo>
                <a:lnTo>
                  <a:pt x="2988207" y="150602"/>
                </a:lnTo>
                <a:lnTo>
                  <a:pt x="2992029" y="148923"/>
                </a:lnTo>
                <a:lnTo>
                  <a:pt x="3002574" y="144321"/>
                </a:lnTo>
                <a:lnTo>
                  <a:pt x="3010118" y="141007"/>
                </a:lnTo>
                <a:lnTo>
                  <a:pt x="3016940" y="138030"/>
                </a:lnTo>
                <a:lnTo>
                  <a:pt x="3028184" y="133092"/>
                </a:lnTo>
                <a:lnTo>
                  <a:pt x="3031306" y="131728"/>
                </a:lnTo>
                <a:lnTo>
                  <a:pt x="3045673" y="125427"/>
                </a:lnTo>
                <a:lnTo>
                  <a:pt x="3046243" y="125176"/>
                </a:lnTo>
                <a:lnTo>
                  <a:pt x="3060039" y="119157"/>
                </a:lnTo>
                <a:lnTo>
                  <a:pt x="3064355" y="117261"/>
                </a:lnTo>
                <a:lnTo>
                  <a:pt x="3074405" y="112874"/>
                </a:lnTo>
                <a:lnTo>
                  <a:pt x="3082441" y="109345"/>
                </a:lnTo>
                <a:lnTo>
                  <a:pt x="3088772" y="106581"/>
                </a:lnTo>
                <a:lnTo>
                  <a:pt x="3100504" y="101429"/>
                </a:lnTo>
                <a:lnTo>
                  <a:pt x="3103138" y="100279"/>
                </a:lnTo>
                <a:lnTo>
                  <a:pt x="3117504" y="93983"/>
                </a:lnTo>
                <a:lnTo>
                  <a:pt x="3118573" y="93514"/>
                </a:lnTo>
                <a:lnTo>
                  <a:pt x="3131871" y="87711"/>
                </a:lnTo>
                <a:lnTo>
                  <a:pt x="3136681" y="85598"/>
                </a:lnTo>
                <a:lnTo>
                  <a:pt x="3146237" y="81427"/>
                </a:lnTo>
                <a:lnTo>
                  <a:pt x="3154763" y="77682"/>
                </a:lnTo>
                <a:lnTo>
                  <a:pt x="3160604" y="75133"/>
                </a:lnTo>
                <a:lnTo>
                  <a:pt x="3172823" y="69767"/>
                </a:lnTo>
                <a:lnTo>
                  <a:pt x="3174970" y="68829"/>
                </a:lnTo>
                <a:lnTo>
                  <a:pt x="3189336" y="62539"/>
                </a:lnTo>
                <a:lnTo>
                  <a:pt x="3190901" y="61851"/>
                </a:lnTo>
                <a:lnTo>
                  <a:pt x="3203703" y="56265"/>
                </a:lnTo>
                <a:lnTo>
                  <a:pt x="3209006" y="53936"/>
                </a:lnTo>
                <a:lnTo>
                  <a:pt x="3218069" y="49980"/>
                </a:lnTo>
                <a:lnTo>
                  <a:pt x="3227085" y="46020"/>
                </a:lnTo>
                <a:lnTo>
                  <a:pt x="3232436" y="43684"/>
                </a:lnTo>
                <a:lnTo>
                  <a:pt x="3245143" y="38104"/>
                </a:lnTo>
                <a:lnTo>
                  <a:pt x="3246802" y="37380"/>
                </a:lnTo>
                <a:lnTo>
                  <a:pt x="3261168" y="31094"/>
                </a:lnTo>
                <a:lnTo>
                  <a:pt x="3261168" y="30189"/>
                </a:lnTo>
                <a:lnTo>
                  <a:pt x="3261168" y="22273"/>
                </a:lnTo>
                <a:lnTo>
                  <a:pt x="3261168" y="14357"/>
                </a:lnTo>
                <a:lnTo>
                  <a:pt x="3261168" y="6442"/>
                </a:lnTo>
                <a:lnTo>
                  <a:pt x="3261168" y="0"/>
                </a:lnTo>
                <a:lnTo>
                  <a:pt x="3246802" y="6296"/>
                </a:lnTo>
                <a:lnTo>
                  <a:pt x="3246469" y="6442"/>
                </a:lnTo>
                <a:lnTo>
                  <a:pt x="3232436" y="12574"/>
                </a:lnTo>
                <a:lnTo>
                  <a:pt x="3228371" y="14357"/>
                </a:lnTo>
                <a:lnTo>
                  <a:pt x="3218069" y="18860"/>
                </a:lnTo>
                <a:lnTo>
                  <a:pt x="3210288" y="22273"/>
                </a:lnTo>
                <a:lnTo>
                  <a:pt x="3203703" y="25152"/>
                </a:lnTo>
                <a:lnTo>
                  <a:pt x="3192216" y="30189"/>
                </a:lnTo>
                <a:lnTo>
                  <a:pt x="3189336" y="31448"/>
                </a:lnTo>
                <a:lnTo>
                  <a:pt x="3174970" y="37741"/>
                </a:lnTo>
                <a:lnTo>
                  <a:pt x="3174142" y="38104"/>
                </a:lnTo>
                <a:lnTo>
                  <a:pt x="3160604" y="44021"/>
                </a:lnTo>
                <a:lnTo>
                  <a:pt x="3156046" y="46020"/>
                </a:lnTo>
                <a:lnTo>
                  <a:pt x="3146237" y="50308"/>
                </a:lnTo>
                <a:lnTo>
                  <a:pt x="3137965" y="53936"/>
                </a:lnTo>
                <a:lnTo>
                  <a:pt x="3131871" y="56600"/>
                </a:lnTo>
                <a:lnTo>
                  <a:pt x="3119895" y="61851"/>
                </a:lnTo>
                <a:lnTo>
                  <a:pt x="3117504" y="62896"/>
                </a:lnTo>
                <a:lnTo>
                  <a:pt x="3103138" y="69187"/>
                </a:lnTo>
                <a:lnTo>
                  <a:pt x="3101816" y="69767"/>
                </a:lnTo>
                <a:lnTo>
                  <a:pt x="3088772" y="75467"/>
                </a:lnTo>
                <a:lnTo>
                  <a:pt x="3083722" y="77682"/>
                </a:lnTo>
                <a:lnTo>
                  <a:pt x="3074405" y="81755"/>
                </a:lnTo>
                <a:lnTo>
                  <a:pt x="3065642" y="85598"/>
                </a:lnTo>
                <a:lnTo>
                  <a:pt x="3060039" y="88048"/>
                </a:lnTo>
                <a:lnTo>
                  <a:pt x="3047573" y="93514"/>
                </a:lnTo>
                <a:lnTo>
                  <a:pt x="3045673" y="94345"/>
                </a:lnTo>
                <a:lnTo>
                  <a:pt x="3031306" y="100632"/>
                </a:lnTo>
                <a:lnTo>
                  <a:pt x="3029489" y="101429"/>
                </a:lnTo>
                <a:lnTo>
                  <a:pt x="3016940" y="106914"/>
                </a:lnTo>
                <a:lnTo>
                  <a:pt x="3011398" y="109345"/>
                </a:lnTo>
                <a:lnTo>
                  <a:pt x="3002574" y="113203"/>
                </a:lnTo>
                <a:lnTo>
                  <a:pt x="2993320" y="117261"/>
                </a:lnTo>
                <a:lnTo>
                  <a:pt x="2988207" y="119496"/>
                </a:lnTo>
                <a:lnTo>
                  <a:pt x="2975251" y="125176"/>
                </a:lnTo>
                <a:lnTo>
                  <a:pt x="2973841" y="125793"/>
                </a:lnTo>
                <a:lnTo>
                  <a:pt x="2959474" y="132078"/>
                </a:lnTo>
                <a:lnTo>
                  <a:pt x="2957164" y="133092"/>
                </a:lnTo>
                <a:lnTo>
                  <a:pt x="2945108" y="138361"/>
                </a:lnTo>
                <a:lnTo>
                  <a:pt x="2939074" y="141007"/>
                </a:lnTo>
                <a:lnTo>
                  <a:pt x="2930742" y="144650"/>
                </a:lnTo>
                <a:lnTo>
                  <a:pt x="2920997" y="148923"/>
                </a:lnTo>
                <a:lnTo>
                  <a:pt x="2916375" y="150944"/>
                </a:lnTo>
                <a:lnTo>
                  <a:pt x="2902930" y="156839"/>
                </a:lnTo>
                <a:lnTo>
                  <a:pt x="2902009" y="157242"/>
                </a:lnTo>
                <a:lnTo>
                  <a:pt x="2887642" y="163524"/>
                </a:lnTo>
                <a:lnTo>
                  <a:pt x="2884838" y="164754"/>
                </a:lnTo>
                <a:lnTo>
                  <a:pt x="2873276" y="169808"/>
                </a:lnTo>
                <a:lnTo>
                  <a:pt x="2866750" y="172670"/>
                </a:lnTo>
                <a:lnTo>
                  <a:pt x="2858910" y="176098"/>
                </a:lnTo>
                <a:lnTo>
                  <a:pt x="2848675" y="180586"/>
                </a:lnTo>
                <a:lnTo>
                  <a:pt x="2844543" y="182392"/>
                </a:lnTo>
                <a:lnTo>
                  <a:pt x="2830609" y="188501"/>
                </a:lnTo>
                <a:lnTo>
                  <a:pt x="2830177" y="188690"/>
                </a:lnTo>
                <a:lnTo>
                  <a:pt x="2815811" y="194970"/>
                </a:lnTo>
                <a:lnTo>
                  <a:pt x="2812513" y="196417"/>
                </a:lnTo>
                <a:lnTo>
                  <a:pt x="2801444" y="201255"/>
                </a:lnTo>
                <a:lnTo>
                  <a:pt x="2794427" y="204333"/>
                </a:lnTo>
                <a:lnTo>
                  <a:pt x="2787078" y="207545"/>
                </a:lnTo>
                <a:lnTo>
                  <a:pt x="2776353" y="212248"/>
                </a:lnTo>
                <a:lnTo>
                  <a:pt x="2772711" y="213841"/>
                </a:lnTo>
                <a:lnTo>
                  <a:pt x="2758345" y="220138"/>
                </a:lnTo>
                <a:lnTo>
                  <a:pt x="2758287" y="220164"/>
                </a:lnTo>
                <a:lnTo>
                  <a:pt x="2743979" y="226416"/>
                </a:lnTo>
                <a:lnTo>
                  <a:pt x="2740188" y="228079"/>
                </a:lnTo>
                <a:lnTo>
                  <a:pt x="2729612" y="232702"/>
                </a:lnTo>
                <a:lnTo>
                  <a:pt x="2722104" y="235995"/>
                </a:lnTo>
                <a:lnTo>
                  <a:pt x="2715246" y="238993"/>
                </a:lnTo>
                <a:lnTo>
                  <a:pt x="2704031" y="243911"/>
                </a:lnTo>
                <a:lnTo>
                  <a:pt x="2700879" y="245289"/>
                </a:lnTo>
                <a:lnTo>
                  <a:pt x="2686513" y="251583"/>
                </a:lnTo>
                <a:lnTo>
                  <a:pt x="2685960" y="251826"/>
                </a:lnTo>
                <a:lnTo>
                  <a:pt x="2672147" y="257863"/>
                </a:lnTo>
                <a:lnTo>
                  <a:pt x="2667863" y="259742"/>
                </a:lnTo>
                <a:lnTo>
                  <a:pt x="2657780" y="264149"/>
                </a:lnTo>
                <a:lnTo>
                  <a:pt x="2649827" y="267657"/>
                </a:lnTo>
                <a:lnTo>
                  <a:pt x="2643414" y="270465"/>
                </a:lnTo>
                <a:lnTo>
                  <a:pt x="2632100" y="275573"/>
                </a:lnTo>
                <a:lnTo>
                  <a:pt x="2629048" y="276923"/>
                </a:lnTo>
                <a:lnTo>
                  <a:pt x="2614681" y="283437"/>
                </a:lnTo>
                <a:lnTo>
                  <a:pt x="2614567" y="283489"/>
                </a:lnTo>
                <a:lnTo>
                  <a:pt x="2600315" y="290005"/>
                </a:lnTo>
                <a:lnTo>
                  <a:pt x="2597254" y="291404"/>
                </a:lnTo>
                <a:lnTo>
                  <a:pt x="2585949" y="296571"/>
                </a:lnTo>
                <a:lnTo>
                  <a:pt x="2579929" y="299320"/>
                </a:lnTo>
                <a:lnTo>
                  <a:pt x="2571582" y="303133"/>
                </a:lnTo>
                <a:lnTo>
                  <a:pt x="2562591" y="307236"/>
                </a:lnTo>
                <a:lnTo>
                  <a:pt x="2557216" y="309690"/>
                </a:lnTo>
                <a:lnTo>
                  <a:pt x="2545237" y="315151"/>
                </a:lnTo>
                <a:lnTo>
                  <a:pt x="2542849" y="316241"/>
                </a:lnTo>
                <a:lnTo>
                  <a:pt x="2528483" y="322826"/>
                </a:lnTo>
                <a:lnTo>
                  <a:pt x="2527971" y="323067"/>
                </a:lnTo>
                <a:lnTo>
                  <a:pt x="2514116" y="329570"/>
                </a:lnTo>
                <a:lnTo>
                  <a:pt x="2511119" y="330982"/>
                </a:lnTo>
                <a:lnTo>
                  <a:pt x="2499750" y="336320"/>
                </a:lnTo>
                <a:lnTo>
                  <a:pt x="2494277" y="338898"/>
                </a:lnTo>
                <a:lnTo>
                  <a:pt x="2485384" y="343074"/>
                </a:lnTo>
                <a:lnTo>
                  <a:pt x="2477444" y="346814"/>
                </a:lnTo>
                <a:lnTo>
                  <a:pt x="2471017" y="349832"/>
                </a:lnTo>
                <a:lnTo>
                  <a:pt x="2460616" y="354729"/>
                </a:lnTo>
                <a:lnTo>
                  <a:pt x="2456651" y="356592"/>
                </a:lnTo>
                <a:lnTo>
                  <a:pt x="2443794" y="362645"/>
                </a:lnTo>
                <a:lnTo>
                  <a:pt x="2442285" y="363354"/>
                </a:lnTo>
                <a:lnTo>
                  <a:pt x="2427918" y="370109"/>
                </a:lnTo>
                <a:lnTo>
                  <a:pt x="2426959" y="370561"/>
                </a:lnTo>
                <a:lnTo>
                  <a:pt x="2413552" y="376854"/>
                </a:lnTo>
                <a:lnTo>
                  <a:pt x="2410109" y="378476"/>
                </a:lnTo>
                <a:lnTo>
                  <a:pt x="2399185" y="383605"/>
                </a:lnTo>
                <a:lnTo>
                  <a:pt x="2393269" y="386392"/>
                </a:lnTo>
                <a:lnTo>
                  <a:pt x="2384819" y="390360"/>
                </a:lnTo>
                <a:lnTo>
                  <a:pt x="2376437" y="394307"/>
                </a:lnTo>
                <a:lnTo>
                  <a:pt x="2370453" y="396962"/>
                </a:lnTo>
                <a:lnTo>
                  <a:pt x="2357689" y="402223"/>
                </a:lnTo>
                <a:lnTo>
                  <a:pt x="2356086" y="402833"/>
                </a:lnTo>
                <a:lnTo>
                  <a:pt x="2341720" y="408300"/>
                </a:lnTo>
                <a:lnTo>
                  <a:pt x="2336924" y="410139"/>
                </a:lnTo>
                <a:lnTo>
                  <a:pt x="2327353" y="413779"/>
                </a:lnTo>
                <a:lnTo>
                  <a:pt x="2316187" y="418054"/>
                </a:lnTo>
                <a:lnTo>
                  <a:pt x="2312987" y="419273"/>
                </a:lnTo>
                <a:lnTo>
                  <a:pt x="2298621" y="424748"/>
                </a:lnTo>
                <a:lnTo>
                  <a:pt x="2295434" y="425970"/>
                </a:lnTo>
                <a:lnTo>
                  <a:pt x="2284255" y="430221"/>
                </a:lnTo>
                <a:lnTo>
                  <a:pt x="2274686" y="433885"/>
                </a:lnTo>
                <a:lnTo>
                  <a:pt x="2269888" y="435712"/>
                </a:lnTo>
                <a:lnTo>
                  <a:pt x="2255522" y="441198"/>
                </a:lnTo>
                <a:lnTo>
                  <a:pt x="2253949" y="441801"/>
                </a:lnTo>
                <a:lnTo>
                  <a:pt x="2241155" y="446665"/>
                </a:lnTo>
                <a:lnTo>
                  <a:pt x="2233188" y="449717"/>
                </a:lnTo>
                <a:lnTo>
                  <a:pt x="2226789" y="452152"/>
                </a:lnTo>
                <a:lnTo>
                  <a:pt x="2212468" y="457632"/>
                </a:lnTo>
                <a:lnTo>
                  <a:pt x="2212423" y="457650"/>
                </a:lnTo>
                <a:lnTo>
                  <a:pt x="2198056" y="463109"/>
                </a:lnTo>
                <a:lnTo>
                  <a:pt x="2191693" y="465548"/>
                </a:lnTo>
                <a:lnTo>
                  <a:pt x="2183690" y="468593"/>
                </a:lnTo>
                <a:lnTo>
                  <a:pt x="2170965" y="473464"/>
                </a:lnTo>
                <a:lnTo>
                  <a:pt x="2169323" y="474089"/>
                </a:lnTo>
                <a:lnTo>
                  <a:pt x="2154957" y="479556"/>
                </a:lnTo>
                <a:lnTo>
                  <a:pt x="2150200" y="481379"/>
                </a:lnTo>
                <a:lnTo>
                  <a:pt x="2140591" y="485034"/>
                </a:lnTo>
                <a:lnTo>
                  <a:pt x="2129463" y="489295"/>
                </a:lnTo>
                <a:lnTo>
                  <a:pt x="2126224" y="490528"/>
                </a:lnTo>
                <a:lnTo>
                  <a:pt x="2111858" y="496004"/>
                </a:lnTo>
                <a:lnTo>
                  <a:pt x="2108711" y="497211"/>
                </a:lnTo>
                <a:lnTo>
                  <a:pt x="2097492" y="501477"/>
                </a:lnTo>
                <a:lnTo>
                  <a:pt x="2087963" y="505126"/>
                </a:lnTo>
                <a:lnTo>
                  <a:pt x="2083125" y="506968"/>
                </a:lnTo>
                <a:lnTo>
                  <a:pt x="2068759" y="512454"/>
                </a:lnTo>
                <a:lnTo>
                  <a:pt x="2067226" y="513042"/>
                </a:lnTo>
                <a:lnTo>
                  <a:pt x="2054392" y="517920"/>
                </a:lnTo>
                <a:lnTo>
                  <a:pt x="2046464" y="520957"/>
                </a:lnTo>
                <a:lnTo>
                  <a:pt x="2040026" y="523408"/>
                </a:lnTo>
                <a:lnTo>
                  <a:pt x="2025744" y="528873"/>
                </a:lnTo>
                <a:lnTo>
                  <a:pt x="2025660" y="528905"/>
                </a:lnTo>
                <a:lnTo>
                  <a:pt x="2011293" y="534365"/>
                </a:lnTo>
                <a:lnTo>
                  <a:pt x="2004969" y="536789"/>
                </a:lnTo>
                <a:lnTo>
                  <a:pt x="1996927" y="539848"/>
                </a:lnTo>
                <a:lnTo>
                  <a:pt x="1984241" y="544704"/>
                </a:lnTo>
                <a:lnTo>
                  <a:pt x="1982560" y="545344"/>
                </a:lnTo>
                <a:lnTo>
                  <a:pt x="1968194" y="550811"/>
                </a:lnTo>
                <a:lnTo>
                  <a:pt x="1963476" y="552620"/>
                </a:lnTo>
                <a:lnTo>
                  <a:pt x="1953828" y="556290"/>
                </a:lnTo>
                <a:lnTo>
                  <a:pt x="1942739" y="560536"/>
                </a:lnTo>
                <a:lnTo>
                  <a:pt x="1939461" y="561784"/>
                </a:lnTo>
                <a:lnTo>
                  <a:pt x="1925095" y="567259"/>
                </a:lnTo>
                <a:lnTo>
                  <a:pt x="1921987" y="568451"/>
                </a:lnTo>
                <a:lnTo>
                  <a:pt x="1910729" y="572732"/>
                </a:lnTo>
                <a:lnTo>
                  <a:pt x="1901239" y="576367"/>
                </a:lnTo>
                <a:lnTo>
                  <a:pt x="1896362" y="578223"/>
                </a:lnTo>
                <a:lnTo>
                  <a:pt x="1881996" y="583709"/>
                </a:lnTo>
                <a:lnTo>
                  <a:pt x="1880502" y="584282"/>
                </a:lnTo>
                <a:lnTo>
                  <a:pt x="1867629" y="589176"/>
                </a:lnTo>
                <a:lnTo>
                  <a:pt x="1859741" y="592198"/>
                </a:lnTo>
                <a:lnTo>
                  <a:pt x="1853263" y="594663"/>
                </a:lnTo>
                <a:lnTo>
                  <a:pt x="1839020" y="600114"/>
                </a:lnTo>
                <a:lnTo>
                  <a:pt x="1838897" y="600160"/>
                </a:lnTo>
                <a:lnTo>
                  <a:pt x="1824530" y="605621"/>
                </a:lnTo>
                <a:lnTo>
                  <a:pt x="1818245" y="608029"/>
                </a:lnTo>
                <a:lnTo>
                  <a:pt x="1810164" y="611104"/>
                </a:lnTo>
                <a:lnTo>
                  <a:pt x="1797517" y="615945"/>
                </a:lnTo>
                <a:lnTo>
                  <a:pt x="1795798" y="616600"/>
                </a:lnTo>
                <a:lnTo>
                  <a:pt x="1781431" y="622067"/>
                </a:lnTo>
                <a:lnTo>
                  <a:pt x="1776753" y="623860"/>
                </a:lnTo>
                <a:lnTo>
                  <a:pt x="1767065" y="627545"/>
                </a:lnTo>
                <a:lnTo>
                  <a:pt x="1756015" y="631776"/>
                </a:lnTo>
                <a:lnTo>
                  <a:pt x="1752698" y="633039"/>
                </a:lnTo>
                <a:lnTo>
                  <a:pt x="1738332" y="638515"/>
                </a:lnTo>
                <a:lnTo>
                  <a:pt x="1735264" y="639692"/>
                </a:lnTo>
                <a:lnTo>
                  <a:pt x="1723966" y="643988"/>
                </a:lnTo>
                <a:lnTo>
                  <a:pt x="1714515" y="647607"/>
                </a:lnTo>
                <a:lnTo>
                  <a:pt x="1709599" y="649479"/>
                </a:lnTo>
                <a:lnTo>
                  <a:pt x="1695233" y="654965"/>
                </a:lnTo>
                <a:lnTo>
                  <a:pt x="1693779" y="655523"/>
                </a:lnTo>
                <a:lnTo>
                  <a:pt x="1680866" y="660431"/>
                </a:lnTo>
                <a:lnTo>
                  <a:pt x="1673017" y="663439"/>
                </a:lnTo>
                <a:lnTo>
                  <a:pt x="1666500" y="665919"/>
                </a:lnTo>
                <a:lnTo>
                  <a:pt x="1652296" y="671354"/>
                </a:lnTo>
                <a:lnTo>
                  <a:pt x="1652134" y="671416"/>
                </a:lnTo>
                <a:lnTo>
                  <a:pt x="1637767" y="676876"/>
                </a:lnTo>
                <a:lnTo>
                  <a:pt x="1631521" y="679270"/>
                </a:lnTo>
                <a:lnTo>
                  <a:pt x="1623401" y="682359"/>
                </a:lnTo>
                <a:lnTo>
                  <a:pt x="1610793" y="687185"/>
                </a:lnTo>
                <a:lnTo>
                  <a:pt x="1609035" y="687855"/>
                </a:lnTo>
                <a:lnTo>
                  <a:pt x="1594668" y="693323"/>
                </a:lnTo>
                <a:lnTo>
                  <a:pt x="1590029" y="695101"/>
                </a:lnTo>
                <a:lnTo>
                  <a:pt x="1580302" y="698801"/>
                </a:lnTo>
                <a:lnTo>
                  <a:pt x="1569291" y="703017"/>
                </a:lnTo>
                <a:lnTo>
                  <a:pt x="1565935" y="704295"/>
                </a:lnTo>
                <a:lnTo>
                  <a:pt x="1551569" y="709771"/>
                </a:lnTo>
                <a:lnTo>
                  <a:pt x="1548540" y="710932"/>
                </a:lnTo>
                <a:lnTo>
                  <a:pt x="1537203" y="715243"/>
                </a:lnTo>
                <a:lnTo>
                  <a:pt x="1527791" y="718848"/>
                </a:lnTo>
                <a:lnTo>
                  <a:pt x="1522836" y="720734"/>
                </a:lnTo>
                <a:lnTo>
                  <a:pt x="1508470" y="726698"/>
                </a:lnTo>
                <a:lnTo>
                  <a:pt x="1508317" y="726764"/>
                </a:lnTo>
                <a:lnTo>
                  <a:pt x="1494104" y="732776"/>
                </a:lnTo>
                <a:lnTo>
                  <a:pt x="1489633" y="734679"/>
                </a:lnTo>
                <a:lnTo>
                  <a:pt x="1479737" y="738868"/>
                </a:lnTo>
                <a:lnTo>
                  <a:pt x="1470979" y="742595"/>
                </a:lnTo>
                <a:lnTo>
                  <a:pt x="1465371" y="744970"/>
                </a:lnTo>
                <a:lnTo>
                  <a:pt x="1452342" y="750510"/>
                </a:lnTo>
                <a:lnTo>
                  <a:pt x="1451004" y="751077"/>
                </a:lnTo>
                <a:lnTo>
                  <a:pt x="1436638" y="757162"/>
                </a:lnTo>
                <a:lnTo>
                  <a:pt x="1433671" y="758426"/>
                </a:lnTo>
                <a:lnTo>
                  <a:pt x="1422272" y="763250"/>
                </a:lnTo>
                <a:lnTo>
                  <a:pt x="1415008" y="766342"/>
                </a:lnTo>
                <a:lnTo>
                  <a:pt x="1407905" y="769349"/>
                </a:lnTo>
                <a:lnTo>
                  <a:pt x="1396366" y="774257"/>
                </a:lnTo>
                <a:lnTo>
                  <a:pt x="1393539" y="775455"/>
                </a:lnTo>
                <a:lnTo>
                  <a:pt x="1379172" y="781551"/>
                </a:lnTo>
                <a:lnTo>
                  <a:pt x="1377713" y="782173"/>
                </a:lnTo>
                <a:lnTo>
                  <a:pt x="1364806" y="787634"/>
                </a:lnTo>
                <a:lnTo>
                  <a:pt x="1359039" y="790089"/>
                </a:lnTo>
                <a:lnTo>
                  <a:pt x="1350440" y="793729"/>
                </a:lnTo>
                <a:lnTo>
                  <a:pt x="1340391" y="798004"/>
                </a:lnTo>
                <a:lnTo>
                  <a:pt x="1336073" y="799833"/>
                </a:lnTo>
                <a:lnTo>
                  <a:pt x="1321758" y="805920"/>
                </a:lnTo>
                <a:lnTo>
                  <a:pt x="1321707" y="805941"/>
                </a:lnTo>
                <a:lnTo>
                  <a:pt x="1307341" y="812019"/>
                </a:lnTo>
                <a:lnTo>
                  <a:pt x="1303074" y="813836"/>
                </a:lnTo>
                <a:lnTo>
                  <a:pt x="1292974" y="818110"/>
                </a:lnTo>
                <a:lnTo>
                  <a:pt x="1284418" y="821751"/>
                </a:lnTo>
                <a:lnTo>
                  <a:pt x="1278608" y="824212"/>
                </a:lnTo>
                <a:lnTo>
                  <a:pt x="1265781" y="829667"/>
                </a:lnTo>
                <a:lnTo>
                  <a:pt x="1264241" y="830319"/>
                </a:lnTo>
                <a:lnTo>
                  <a:pt x="1249875" y="836406"/>
                </a:lnTo>
                <a:lnTo>
                  <a:pt x="1247112" y="837582"/>
                </a:lnTo>
                <a:lnTo>
                  <a:pt x="1235509" y="842492"/>
                </a:lnTo>
                <a:lnTo>
                  <a:pt x="1228447" y="845498"/>
                </a:lnTo>
                <a:lnTo>
                  <a:pt x="1221142" y="848591"/>
                </a:lnTo>
                <a:lnTo>
                  <a:pt x="1209805" y="853414"/>
                </a:lnTo>
                <a:lnTo>
                  <a:pt x="1206776" y="854697"/>
                </a:lnTo>
                <a:lnTo>
                  <a:pt x="1192410" y="860794"/>
                </a:lnTo>
                <a:lnTo>
                  <a:pt x="1191154" y="861329"/>
                </a:lnTo>
                <a:lnTo>
                  <a:pt x="1178043" y="866876"/>
                </a:lnTo>
                <a:lnTo>
                  <a:pt x="1172479" y="869245"/>
                </a:lnTo>
                <a:lnTo>
                  <a:pt x="1163677" y="872971"/>
                </a:lnTo>
                <a:lnTo>
                  <a:pt x="1153830" y="877160"/>
                </a:lnTo>
                <a:lnTo>
                  <a:pt x="1149310" y="879075"/>
                </a:lnTo>
                <a:lnTo>
                  <a:pt x="1135196" y="885076"/>
                </a:lnTo>
                <a:lnTo>
                  <a:pt x="1134944" y="885183"/>
                </a:lnTo>
                <a:lnTo>
                  <a:pt x="1120578" y="891261"/>
                </a:lnTo>
                <a:lnTo>
                  <a:pt x="1116475" y="892992"/>
                </a:lnTo>
                <a:lnTo>
                  <a:pt x="1106211" y="897288"/>
                </a:lnTo>
                <a:lnTo>
                  <a:pt x="1097536" y="900907"/>
                </a:lnTo>
                <a:lnTo>
                  <a:pt x="1091845" y="903270"/>
                </a:lnTo>
                <a:lnTo>
                  <a:pt x="1078524" y="908823"/>
                </a:lnTo>
                <a:lnTo>
                  <a:pt x="1077478" y="909257"/>
                </a:lnTo>
                <a:lnTo>
                  <a:pt x="1063112" y="915218"/>
                </a:lnTo>
                <a:lnTo>
                  <a:pt x="1059471" y="916739"/>
                </a:lnTo>
                <a:lnTo>
                  <a:pt x="1048746" y="921187"/>
                </a:lnTo>
                <a:lnTo>
                  <a:pt x="1040435" y="924654"/>
                </a:lnTo>
                <a:lnTo>
                  <a:pt x="1034379" y="927168"/>
                </a:lnTo>
                <a:lnTo>
                  <a:pt x="1021421" y="932570"/>
                </a:lnTo>
                <a:lnTo>
                  <a:pt x="1020013" y="933155"/>
                </a:lnTo>
                <a:lnTo>
                  <a:pt x="1005647" y="939118"/>
                </a:lnTo>
                <a:lnTo>
                  <a:pt x="1002372" y="940485"/>
                </a:lnTo>
                <a:lnTo>
                  <a:pt x="991280" y="945086"/>
                </a:lnTo>
                <a:lnTo>
                  <a:pt x="983333" y="948401"/>
                </a:lnTo>
                <a:lnTo>
                  <a:pt x="976914" y="951065"/>
                </a:lnTo>
                <a:lnTo>
                  <a:pt x="964318" y="956317"/>
                </a:lnTo>
                <a:lnTo>
                  <a:pt x="962547" y="957052"/>
                </a:lnTo>
                <a:lnTo>
                  <a:pt x="948181" y="963018"/>
                </a:lnTo>
                <a:lnTo>
                  <a:pt x="945273" y="964232"/>
                </a:lnTo>
                <a:lnTo>
                  <a:pt x="933815" y="968984"/>
                </a:lnTo>
                <a:lnTo>
                  <a:pt x="926232" y="972148"/>
                </a:lnTo>
                <a:lnTo>
                  <a:pt x="919448" y="974963"/>
                </a:lnTo>
                <a:lnTo>
                  <a:pt x="907216" y="980064"/>
                </a:lnTo>
                <a:lnTo>
                  <a:pt x="905082" y="980977"/>
                </a:lnTo>
                <a:lnTo>
                  <a:pt x="890715" y="987204"/>
                </a:lnTo>
                <a:lnTo>
                  <a:pt x="888926" y="987979"/>
                </a:lnTo>
                <a:lnTo>
                  <a:pt x="876349" y="993397"/>
                </a:lnTo>
                <a:lnTo>
                  <a:pt x="870584" y="995895"/>
                </a:lnTo>
                <a:lnTo>
                  <a:pt x="861983" y="999602"/>
                </a:lnTo>
                <a:lnTo>
                  <a:pt x="852263" y="1003810"/>
                </a:lnTo>
                <a:lnTo>
                  <a:pt x="847616" y="1005814"/>
                </a:lnTo>
                <a:lnTo>
                  <a:pt x="833955" y="1011726"/>
                </a:lnTo>
                <a:lnTo>
                  <a:pt x="833250" y="1012030"/>
                </a:lnTo>
                <a:lnTo>
                  <a:pt x="818884" y="1018222"/>
                </a:lnTo>
                <a:lnTo>
                  <a:pt x="815608" y="1019642"/>
                </a:lnTo>
                <a:lnTo>
                  <a:pt x="804517" y="1024421"/>
                </a:lnTo>
                <a:lnTo>
                  <a:pt x="797275" y="1027557"/>
                </a:lnTo>
                <a:lnTo>
                  <a:pt x="790151" y="1030629"/>
                </a:lnTo>
                <a:lnTo>
                  <a:pt x="778960" y="1035473"/>
                </a:lnTo>
                <a:lnTo>
                  <a:pt x="775785" y="1036843"/>
                </a:lnTo>
                <a:lnTo>
                  <a:pt x="761418" y="1043052"/>
                </a:lnTo>
                <a:lnTo>
                  <a:pt x="760643" y="1043389"/>
                </a:lnTo>
                <a:lnTo>
                  <a:pt x="747052" y="1049243"/>
                </a:lnTo>
                <a:lnTo>
                  <a:pt x="742294" y="1051304"/>
                </a:lnTo>
                <a:lnTo>
                  <a:pt x="732685" y="1055445"/>
                </a:lnTo>
                <a:lnTo>
                  <a:pt x="723969" y="1059220"/>
                </a:lnTo>
                <a:lnTo>
                  <a:pt x="718319" y="1061656"/>
                </a:lnTo>
                <a:lnTo>
                  <a:pt x="705659" y="1067135"/>
                </a:lnTo>
                <a:lnTo>
                  <a:pt x="703953" y="1067871"/>
                </a:lnTo>
                <a:lnTo>
                  <a:pt x="689586" y="1074070"/>
                </a:lnTo>
                <a:lnTo>
                  <a:pt x="687257" y="1075051"/>
                </a:lnTo>
                <a:lnTo>
                  <a:pt x="675220" y="1080116"/>
                </a:lnTo>
                <a:lnTo>
                  <a:pt x="668410" y="1082967"/>
                </a:lnTo>
                <a:lnTo>
                  <a:pt x="660854" y="1086112"/>
                </a:lnTo>
                <a:lnTo>
                  <a:pt x="649449" y="1090882"/>
                </a:lnTo>
                <a:lnTo>
                  <a:pt x="646487" y="1092116"/>
                </a:lnTo>
                <a:lnTo>
                  <a:pt x="632121" y="1098110"/>
                </a:lnTo>
                <a:lnTo>
                  <a:pt x="630477" y="1098798"/>
                </a:lnTo>
                <a:lnTo>
                  <a:pt x="617754" y="1104091"/>
                </a:lnTo>
                <a:lnTo>
                  <a:pt x="611489" y="1106714"/>
                </a:lnTo>
                <a:lnTo>
                  <a:pt x="603388" y="1110086"/>
                </a:lnTo>
                <a:lnTo>
                  <a:pt x="592526" y="1114629"/>
                </a:lnTo>
                <a:lnTo>
                  <a:pt x="589022" y="1116089"/>
                </a:lnTo>
                <a:lnTo>
                  <a:pt x="574655" y="1122086"/>
                </a:lnTo>
                <a:lnTo>
                  <a:pt x="573561" y="1122545"/>
                </a:lnTo>
                <a:lnTo>
                  <a:pt x="560289" y="1128066"/>
                </a:lnTo>
                <a:lnTo>
                  <a:pt x="554568" y="1130460"/>
                </a:lnTo>
                <a:lnTo>
                  <a:pt x="545922" y="1134059"/>
                </a:lnTo>
                <a:lnTo>
                  <a:pt x="535603" y="1138376"/>
                </a:lnTo>
                <a:lnTo>
                  <a:pt x="531556" y="1140062"/>
                </a:lnTo>
                <a:lnTo>
                  <a:pt x="517190" y="1146063"/>
                </a:lnTo>
                <a:lnTo>
                  <a:pt x="516645" y="1146292"/>
                </a:lnTo>
                <a:lnTo>
                  <a:pt x="502823" y="1152041"/>
                </a:lnTo>
                <a:lnTo>
                  <a:pt x="497648" y="1154207"/>
                </a:lnTo>
                <a:lnTo>
                  <a:pt x="488457" y="1158033"/>
                </a:lnTo>
                <a:lnTo>
                  <a:pt x="478680" y="1162123"/>
                </a:lnTo>
                <a:lnTo>
                  <a:pt x="474091" y="1164034"/>
                </a:lnTo>
                <a:lnTo>
                  <a:pt x="459729" y="1170039"/>
                </a:lnTo>
                <a:lnTo>
                  <a:pt x="459724" y="1170041"/>
                </a:lnTo>
                <a:lnTo>
                  <a:pt x="445358" y="1176016"/>
                </a:lnTo>
                <a:lnTo>
                  <a:pt x="440728" y="1177954"/>
                </a:lnTo>
                <a:lnTo>
                  <a:pt x="430991" y="1182007"/>
                </a:lnTo>
                <a:lnTo>
                  <a:pt x="421758" y="1185870"/>
                </a:lnTo>
                <a:lnTo>
                  <a:pt x="416625" y="1188007"/>
                </a:lnTo>
                <a:lnTo>
                  <a:pt x="402805" y="1193785"/>
                </a:lnTo>
                <a:lnTo>
                  <a:pt x="402259" y="1194013"/>
                </a:lnTo>
                <a:lnTo>
                  <a:pt x="387892" y="1199991"/>
                </a:lnTo>
                <a:lnTo>
                  <a:pt x="383809" y="1201701"/>
                </a:lnTo>
                <a:lnTo>
                  <a:pt x="373526" y="1205980"/>
                </a:lnTo>
                <a:lnTo>
                  <a:pt x="364835" y="1209617"/>
                </a:lnTo>
                <a:lnTo>
                  <a:pt x="359160" y="1211980"/>
                </a:lnTo>
                <a:lnTo>
                  <a:pt x="345881" y="1217532"/>
                </a:lnTo>
                <a:lnTo>
                  <a:pt x="344793" y="1217986"/>
                </a:lnTo>
                <a:lnTo>
                  <a:pt x="330427" y="1223967"/>
                </a:lnTo>
                <a:lnTo>
                  <a:pt x="326890" y="1225448"/>
                </a:lnTo>
                <a:lnTo>
                  <a:pt x="316060" y="1229954"/>
                </a:lnTo>
                <a:lnTo>
                  <a:pt x="307913" y="1233363"/>
                </a:lnTo>
                <a:lnTo>
                  <a:pt x="301694" y="1235953"/>
                </a:lnTo>
                <a:lnTo>
                  <a:pt x="288958" y="1241279"/>
                </a:lnTo>
                <a:lnTo>
                  <a:pt x="287328" y="1241958"/>
                </a:lnTo>
                <a:lnTo>
                  <a:pt x="272961" y="1247943"/>
                </a:lnTo>
                <a:lnTo>
                  <a:pt x="269972" y="1249195"/>
                </a:lnTo>
                <a:lnTo>
                  <a:pt x="258595" y="1253929"/>
                </a:lnTo>
                <a:lnTo>
                  <a:pt x="250991" y="1257110"/>
                </a:lnTo>
                <a:lnTo>
                  <a:pt x="244228" y="1259926"/>
                </a:lnTo>
                <a:lnTo>
                  <a:pt x="232034" y="1265026"/>
                </a:lnTo>
                <a:lnTo>
                  <a:pt x="229862" y="1265931"/>
                </a:lnTo>
                <a:lnTo>
                  <a:pt x="215496" y="1271919"/>
                </a:lnTo>
                <a:lnTo>
                  <a:pt x="213054" y="1272942"/>
                </a:lnTo>
                <a:lnTo>
                  <a:pt x="201129" y="1277903"/>
                </a:lnTo>
                <a:lnTo>
                  <a:pt x="194070" y="1280857"/>
                </a:lnTo>
                <a:lnTo>
                  <a:pt x="186763" y="1283899"/>
                </a:lnTo>
                <a:lnTo>
                  <a:pt x="175111" y="1288773"/>
                </a:lnTo>
                <a:lnTo>
                  <a:pt x="172397" y="1289904"/>
                </a:lnTo>
                <a:lnTo>
                  <a:pt x="158030" y="1295895"/>
                </a:lnTo>
                <a:lnTo>
                  <a:pt x="156136" y="1296688"/>
                </a:lnTo>
                <a:lnTo>
                  <a:pt x="143664" y="1301877"/>
                </a:lnTo>
                <a:lnTo>
                  <a:pt x="137149" y="1304604"/>
                </a:lnTo>
                <a:lnTo>
                  <a:pt x="129297" y="1307873"/>
                </a:lnTo>
                <a:lnTo>
                  <a:pt x="118187" y="1312520"/>
                </a:lnTo>
                <a:lnTo>
                  <a:pt x="114931" y="1313876"/>
                </a:lnTo>
                <a:lnTo>
                  <a:pt x="100565" y="1319872"/>
                </a:lnTo>
                <a:lnTo>
                  <a:pt x="99219" y="1320435"/>
                </a:lnTo>
                <a:lnTo>
                  <a:pt x="86198" y="1325852"/>
                </a:lnTo>
                <a:lnTo>
                  <a:pt x="80228" y="1328351"/>
                </a:lnTo>
                <a:lnTo>
                  <a:pt x="71832" y="1331846"/>
                </a:lnTo>
                <a:lnTo>
                  <a:pt x="61264" y="1336267"/>
                </a:lnTo>
                <a:lnTo>
                  <a:pt x="57466" y="1337849"/>
                </a:lnTo>
                <a:lnTo>
                  <a:pt x="43099" y="1343849"/>
                </a:lnTo>
                <a:lnTo>
                  <a:pt x="42303" y="1344182"/>
                </a:lnTo>
                <a:lnTo>
                  <a:pt x="28733" y="1349827"/>
                </a:lnTo>
                <a:lnTo>
                  <a:pt x="23308" y="1352098"/>
                </a:lnTo>
                <a:lnTo>
                  <a:pt x="14366" y="1355820"/>
                </a:lnTo>
                <a:lnTo>
                  <a:pt x="4341" y="1360013"/>
                </a:lnTo>
                <a:lnTo>
                  <a:pt x="0" y="1361822"/>
                </a:lnTo>
                <a:lnTo>
                  <a:pt x="0" y="1367929"/>
                </a:lnTo>
                <a:lnTo>
                  <a:pt x="0" y="1375845"/>
                </a:lnTo>
                <a:lnTo>
                  <a:pt x="0" y="1383760"/>
                </a:lnTo>
                <a:lnTo>
                  <a:pt x="0" y="1384590"/>
                </a:lnTo>
                <a:lnTo>
                  <a:pt x="1976" y="1383760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62D22-B81D-4481-8C1C-F594397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749905"/>
            <a:ext cx="3261168" cy="1379581"/>
          </a:xfrm>
          <a:custGeom xmlns:a="http://schemas.openxmlformats.org/drawingml/2006/main">
            <a:pathLst>
              <a:path w="3261168" h="1379581">
                <a:moveTo>
                  <a:pt x="7497" y="1376413"/>
                </a:moveTo>
                <a:lnTo>
                  <a:pt x="14366" y="1373582"/>
                </a:lnTo>
                <a:lnTo>
                  <a:pt x="26404" y="1368497"/>
                </a:lnTo>
                <a:lnTo>
                  <a:pt x="28733" y="1367537"/>
                </a:lnTo>
                <a:lnTo>
                  <a:pt x="43099" y="1361545"/>
                </a:lnTo>
                <a:lnTo>
                  <a:pt x="45378" y="1360581"/>
                </a:lnTo>
                <a:lnTo>
                  <a:pt x="57466" y="1355604"/>
                </a:lnTo>
                <a:lnTo>
                  <a:pt x="64418" y="1352666"/>
                </a:lnTo>
                <a:lnTo>
                  <a:pt x="71832" y="1349611"/>
                </a:lnTo>
                <a:lnTo>
                  <a:pt x="83338" y="1344750"/>
                </a:lnTo>
                <a:lnTo>
                  <a:pt x="86198" y="1343571"/>
                </a:lnTo>
                <a:lnTo>
                  <a:pt x="100565" y="1337561"/>
                </a:lnTo>
                <a:lnTo>
                  <a:pt x="102282" y="1336835"/>
                </a:lnTo>
                <a:lnTo>
                  <a:pt x="114931" y="1331627"/>
                </a:lnTo>
                <a:lnTo>
                  <a:pt x="121337" y="1328919"/>
                </a:lnTo>
                <a:lnTo>
                  <a:pt x="129297" y="1325640"/>
                </a:lnTo>
                <a:lnTo>
                  <a:pt x="140271" y="1321003"/>
                </a:lnTo>
                <a:lnTo>
                  <a:pt x="143664" y="1319605"/>
                </a:lnTo>
                <a:lnTo>
                  <a:pt x="158030" y="1313576"/>
                </a:lnTo>
                <a:lnTo>
                  <a:pt x="159185" y="1313088"/>
                </a:lnTo>
                <a:lnTo>
                  <a:pt x="172397" y="1307648"/>
                </a:lnTo>
                <a:lnTo>
                  <a:pt x="178255" y="1305172"/>
                </a:lnTo>
                <a:lnTo>
                  <a:pt x="186763" y="1301667"/>
                </a:lnTo>
                <a:lnTo>
                  <a:pt x="197203" y="1297257"/>
                </a:lnTo>
                <a:lnTo>
                  <a:pt x="201129" y="1295638"/>
                </a:lnTo>
                <a:lnTo>
                  <a:pt x="215496" y="1289590"/>
                </a:lnTo>
                <a:lnTo>
                  <a:pt x="216086" y="1289341"/>
                </a:lnTo>
                <a:lnTo>
                  <a:pt x="229862" y="1283669"/>
                </a:lnTo>
                <a:lnTo>
                  <a:pt x="235171" y="1281425"/>
                </a:lnTo>
                <a:lnTo>
                  <a:pt x="244228" y="1277694"/>
                </a:lnTo>
                <a:lnTo>
                  <a:pt x="254132" y="1273510"/>
                </a:lnTo>
                <a:lnTo>
                  <a:pt x="258595" y="1271671"/>
                </a:lnTo>
                <a:lnTo>
                  <a:pt x="272961" y="1265604"/>
                </a:lnTo>
                <a:lnTo>
                  <a:pt x="272985" y="1265594"/>
                </a:lnTo>
                <a:lnTo>
                  <a:pt x="287328" y="1259690"/>
                </a:lnTo>
                <a:lnTo>
                  <a:pt x="292085" y="1257678"/>
                </a:lnTo>
                <a:lnTo>
                  <a:pt x="301694" y="1253721"/>
                </a:lnTo>
                <a:lnTo>
                  <a:pt x="311060" y="1249763"/>
                </a:lnTo>
                <a:lnTo>
                  <a:pt x="316060" y="1247702"/>
                </a:lnTo>
                <a:lnTo>
                  <a:pt x="329923" y="1241847"/>
                </a:lnTo>
                <a:lnTo>
                  <a:pt x="330427" y="1241640"/>
                </a:lnTo>
                <a:lnTo>
                  <a:pt x="344793" y="1235709"/>
                </a:lnTo>
                <a:lnTo>
                  <a:pt x="348997" y="1233931"/>
                </a:lnTo>
                <a:lnTo>
                  <a:pt x="359160" y="1229746"/>
                </a:lnTo>
                <a:lnTo>
                  <a:pt x="367987" y="1226016"/>
                </a:lnTo>
                <a:lnTo>
                  <a:pt x="373526" y="1223734"/>
                </a:lnTo>
                <a:lnTo>
                  <a:pt x="386863" y="1218100"/>
                </a:lnTo>
                <a:lnTo>
                  <a:pt x="387892" y="1217676"/>
                </a:lnTo>
                <a:lnTo>
                  <a:pt x="402259" y="1211728"/>
                </a:lnTo>
                <a:lnTo>
                  <a:pt x="405908" y="1210185"/>
                </a:lnTo>
                <a:lnTo>
                  <a:pt x="416625" y="1205771"/>
                </a:lnTo>
                <a:lnTo>
                  <a:pt x="424912" y="1202269"/>
                </a:lnTo>
                <a:lnTo>
                  <a:pt x="430991" y="1199764"/>
                </a:lnTo>
                <a:lnTo>
                  <a:pt x="443801" y="1194353"/>
                </a:lnTo>
                <a:lnTo>
                  <a:pt x="445358" y="1193711"/>
                </a:lnTo>
                <a:lnTo>
                  <a:pt x="459724" y="1187745"/>
                </a:lnTo>
                <a:lnTo>
                  <a:pt x="462817" y="1186438"/>
                </a:lnTo>
                <a:lnTo>
                  <a:pt x="474091" y="1181795"/>
                </a:lnTo>
                <a:lnTo>
                  <a:pt x="481835" y="1178522"/>
                </a:lnTo>
                <a:lnTo>
                  <a:pt x="488457" y="1175794"/>
                </a:lnTo>
                <a:lnTo>
                  <a:pt x="500737" y="1170606"/>
                </a:lnTo>
                <a:lnTo>
                  <a:pt x="502823" y="1169747"/>
                </a:lnTo>
                <a:lnTo>
                  <a:pt x="517190" y="1163763"/>
                </a:lnTo>
                <a:lnTo>
                  <a:pt x="519724" y="1162691"/>
                </a:lnTo>
                <a:lnTo>
                  <a:pt x="531556" y="1157819"/>
                </a:lnTo>
                <a:lnTo>
                  <a:pt x="538757" y="1154775"/>
                </a:lnTo>
                <a:lnTo>
                  <a:pt x="545922" y="1151823"/>
                </a:lnTo>
                <a:lnTo>
                  <a:pt x="557672" y="1146860"/>
                </a:lnTo>
                <a:lnTo>
                  <a:pt x="560289" y="1145781"/>
                </a:lnTo>
                <a:lnTo>
                  <a:pt x="574655" y="1139779"/>
                </a:lnTo>
                <a:lnTo>
                  <a:pt x="576630" y="1138944"/>
                </a:lnTo>
                <a:lnTo>
                  <a:pt x="589022" y="1133842"/>
                </a:lnTo>
                <a:lnTo>
                  <a:pt x="595677" y="1131028"/>
                </a:lnTo>
                <a:lnTo>
                  <a:pt x="603388" y="1127852"/>
                </a:lnTo>
                <a:lnTo>
                  <a:pt x="614606" y="1123113"/>
                </a:lnTo>
                <a:lnTo>
                  <a:pt x="617754" y="1121815"/>
                </a:lnTo>
                <a:lnTo>
                  <a:pt x="632121" y="1115794"/>
                </a:lnTo>
                <a:lnTo>
                  <a:pt x="633533" y="1115197"/>
                </a:lnTo>
                <a:lnTo>
                  <a:pt x="646487" y="1109864"/>
                </a:lnTo>
                <a:lnTo>
                  <a:pt x="652596" y="1107281"/>
                </a:lnTo>
                <a:lnTo>
                  <a:pt x="660854" y="1103880"/>
                </a:lnTo>
                <a:lnTo>
                  <a:pt x="671311" y="1099366"/>
                </a:lnTo>
                <a:lnTo>
                  <a:pt x="675220" y="1097727"/>
                </a:lnTo>
                <a:lnTo>
                  <a:pt x="689586" y="1091454"/>
                </a:lnTo>
                <a:lnTo>
                  <a:pt x="689595" y="1091450"/>
                </a:lnTo>
                <a:lnTo>
                  <a:pt x="703953" y="1085323"/>
                </a:lnTo>
                <a:lnTo>
                  <a:pt x="708044" y="1083535"/>
                </a:lnTo>
                <a:lnTo>
                  <a:pt x="718319" y="1079148"/>
                </a:lnTo>
                <a:lnTo>
                  <a:pt x="726396" y="1075619"/>
                </a:lnTo>
                <a:lnTo>
                  <a:pt x="732685" y="1072933"/>
                </a:lnTo>
                <a:lnTo>
                  <a:pt x="744658" y="1067703"/>
                </a:lnTo>
                <a:lnTo>
                  <a:pt x="747052" y="1066681"/>
                </a:lnTo>
                <a:lnTo>
                  <a:pt x="761418" y="1060462"/>
                </a:lnTo>
                <a:lnTo>
                  <a:pt x="762961" y="1059788"/>
                </a:lnTo>
                <a:lnTo>
                  <a:pt x="775785" y="1054315"/>
                </a:lnTo>
                <a:lnTo>
                  <a:pt x="781373" y="1051872"/>
                </a:lnTo>
                <a:lnTo>
                  <a:pt x="790151" y="1048124"/>
                </a:lnTo>
                <a:lnTo>
                  <a:pt x="799691" y="1043957"/>
                </a:lnTo>
                <a:lnTo>
                  <a:pt x="804517" y="1041895"/>
                </a:lnTo>
                <a:lnTo>
                  <a:pt x="817922" y="1036041"/>
                </a:lnTo>
                <a:lnTo>
                  <a:pt x="818884" y="1035630"/>
                </a:lnTo>
                <a:lnTo>
                  <a:pt x="833250" y="1029465"/>
                </a:lnTo>
                <a:lnTo>
                  <a:pt x="836314" y="1028125"/>
                </a:lnTo>
                <a:lnTo>
                  <a:pt x="847616" y="1023300"/>
                </a:lnTo>
                <a:lnTo>
                  <a:pt x="854690" y="1020210"/>
                </a:lnTo>
                <a:lnTo>
                  <a:pt x="861983" y="1017095"/>
                </a:lnTo>
                <a:lnTo>
                  <a:pt x="872974" y="1012294"/>
                </a:lnTo>
                <a:lnTo>
                  <a:pt x="876349" y="1010852"/>
                </a:lnTo>
                <a:lnTo>
                  <a:pt x="890715" y="1004563"/>
                </a:lnTo>
                <a:lnTo>
                  <a:pt x="891125" y="1004378"/>
                </a:lnTo>
                <a:lnTo>
                  <a:pt x="905082" y="998235"/>
                </a:lnTo>
                <a:lnTo>
                  <a:pt x="909023" y="996463"/>
                </a:lnTo>
                <a:lnTo>
                  <a:pt x="919448" y="991872"/>
                </a:lnTo>
                <a:lnTo>
                  <a:pt x="926845" y="988547"/>
                </a:lnTo>
                <a:lnTo>
                  <a:pt x="933815" y="985477"/>
                </a:lnTo>
                <a:lnTo>
                  <a:pt x="944598" y="980632"/>
                </a:lnTo>
                <a:lnTo>
                  <a:pt x="948181" y="979053"/>
                </a:lnTo>
                <a:lnTo>
                  <a:pt x="962286" y="972716"/>
                </a:lnTo>
                <a:lnTo>
                  <a:pt x="962547" y="972603"/>
                </a:lnTo>
                <a:lnTo>
                  <a:pt x="976914" y="966555"/>
                </a:lnTo>
                <a:lnTo>
                  <a:pt x="981074" y="964800"/>
                </a:lnTo>
                <a:lnTo>
                  <a:pt x="991280" y="960613"/>
                </a:lnTo>
                <a:lnTo>
                  <a:pt x="1000125" y="956885"/>
                </a:lnTo>
                <a:lnTo>
                  <a:pt x="1005647" y="954618"/>
                </a:lnTo>
                <a:lnTo>
                  <a:pt x="1019054" y="948969"/>
                </a:lnTo>
                <a:lnTo>
                  <a:pt x="1020013" y="948575"/>
                </a:lnTo>
                <a:lnTo>
                  <a:pt x="1034379" y="942652"/>
                </a:lnTo>
                <a:lnTo>
                  <a:pt x="1038168" y="941053"/>
                </a:lnTo>
                <a:lnTo>
                  <a:pt x="1048746" y="936714"/>
                </a:lnTo>
                <a:lnTo>
                  <a:pt x="1057229" y="933138"/>
                </a:lnTo>
                <a:lnTo>
                  <a:pt x="1063112" y="930723"/>
                </a:lnTo>
                <a:lnTo>
                  <a:pt x="1076167" y="925222"/>
                </a:lnTo>
                <a:lnTo>
                  <a:pt x="1077478" y="924684"/>
                </a:lnTo>
                <a:lnTo>
                  <a:pt x="1091845" y="918748"/>
                </a:lnTo>
                <a:lnTo>
                  <a:pt x="1095261" y="917307"/>
                </a:lnTo>
                <a:lnTo>
                  <a:pt x="1106211" y="912815"/>
                </a:lnTo>
                <a:lnTo>
                  <a:pt x="1114331" y="909391"/>
                </a:lnTo>
                <a:lnTo>
                  <a:pt x="1120578" y="906824"/>
                </a:lnTo>
                <a:lnTo>
                  <a:pt x="1133028" y="901475"/>
                </a:lnTo>
                <a:lnTo>
                  <a:pt x="1134944" y="900672"/>
                </a:lnTo>
                <a:lnTo>
                  <a:pt x="1149310" y="894587"/>
                </a:lnTo>
                <a:lnTo>
                  <a:pt x="1151700" y="893560"/>
                </a:lnTo>
                <a:lnTo>
                  <a:pt x="1163677" y="888544"/>
                </a:lnTo>
                <a:lnTo>
                  <a:pt x="1170423" y="885644"/>
                </a:lnTo>
                <a:lnTo>
                  <a:pt x="1178043" y="882451"/>
                </a:lnTo>
                <a:lnTo>
                  <a:pt x="1189035" y="877728"/>
                </a:lnTo>
                <a:lnTo>
                  <a:pt x="1192410" y="876314"/>
                </a:lnTo>
                <a:lnTo>
                  <a:pt x="1206776" y="870174"/>
                </a:lnTo>
                <a:lnTo>
                  <a:pt x="1207617" y="869813"/>
                </a:lnTo>
                <a:lnTo>
                  <a:pt x="1221142" y="864149"/>
                </a:lnTo>
                <a:lnTo>
                  <a:pt x="1226381" y="861897"/>
                </a:lnTo>
                <a:lnTo>
                  <a:pt x="1235509" y="858073"/>
                </a:lnTo>
                <a:lnTo>
                  <a:pt x="1245030" y="853982"/>
                </a:lnTo>
                <a:lnTo>
                  <a:pt x="1249875" y="851951"/>
                </a:lnTo>
                <a:lnTo>
                  <a:pt x="1263577" y="846066"/>
                </a:lnTo>
                <a:lnTo>
                  <a:pt x="1264241" y="845787"/>
                </a:lnTo>
                <a:lnTo>
                  <a:pt x="1278608" y="839748"/>
                </a:lnTo>
                <a:lnTo>
                  <a:pt x="1282325" y="838150"/>
                </a:lnTo>
                <a:lnTo>
                  <a:pt x="1292974" y="833689"/>
                </a:lnTo>
                <a:lnTo>
                  <a:pt x="1301013" y="830235"/>
                </a:lnTo>
                <a:lnTo>
                  <a:pt x="1307341" y="827583"/>
                </a:lnTo>
                <a:lnTo>
                  <a:pt x="1319594" y="822319"/>
                </a:lnTo>
                <a:lnTo>
                  <a:pt x="1321707" y="821433"/>
                </a:lnTo>
                <a:lnTo>
                  <a:pt x="1336073" y="815341"/>
                </a:lnTo>
                <a:lnTo>
                  <a:pt x="1338254" y="814403"/>
                </a:lnTo>
                <a:lnTo>
                  <a:pt x="1350440" y="809300"/>
                </a:lnTo>
                <a:lnTo>
                  <a:pt x="1356983" y="806488"/>
                </a:lnTo>
                <a:lnTo>
                  <a:pt x="1364806" y="803210"/>
                </a:lnTo>
                <a:lnTo>
                  <a:pt x="1375600" y="798572"/>
                </a:lnTo>
                <a:lnTo>
                  <a:pt x="1379172" y="797075"/>
                </a:lnTo>
                <a:lnTo>
                  <a:pt x="1393539" y="790928"/>
                </a:lnTo>
                <a:lnTo>
                  <a:pt x="1394169" y="790657"/>
                </a:lnTo>
                <a:lnTo>
                  <a:pt x="1407905" y="784905"/>
                </a:lnTo>
                <a:lnTo>
                  <a:pt x="1412939" y="782741"/>
                </a:lnTo>
                <a:lnTo>
                  <a:pt x="1422272" y="778831"/>
                </a:lnTo>
                <a:lnTo>
                  <a:pt x="1431594" y="774825"/>
                </a:lnTo>
                <a:lnTo>
                  <a:pt x="1436638" y="772711"/>
                </a:lnTo>
                <a:lnTo>
                  <a:pt x="1450145" y="766910"/>
                </a:lnTo>
                <a:lnTo>
                  <a:pt x="1451004" y="766549"/>
                </a:lnTo>
                <a:lnTo>
                  <a:pt x="1465371" y="760503"/>
                </a:lnTo>
                <a:lnTo>
                  <a:pt x="1468880" y="758994"/>
                </a:lnTo>
                <a:lnTo>
                  <a:pt x="1479737" y="754447"/>
                </a:lnTo>
                <a:lnTo>
                  <a:pt x="1487574" y="751078"/>
                </a:lnTo>
                <a:lnTo>
                  <a:pt x="1494104" y="748342"/>
                </a:lnTo>
                <a:lnTo>
                  <a:pt x="1506161" y="743163"/>
                </a:lnTo>
                <a:lnTo>
                  <a:pt x="1508470" y="742195"/>
                </a:lnTo>
                <a:lnTo>
                  <a:pt x="1522836" y="736095"/>
                </a:lnTo>
                <a:lnTo>
                  <a:pt x="1524873" y="735247"/>
                </a:lnTo>
                <a:lnTo>
                  <a:pt x="1537203" y="730320"/>
                </a:lnTo>
                <a:lnTo>
                  <a:pt x="1544900" y="727332"/>
                </a:lnTo>
                <a:lnTo>
                  <a:pt x="1551569" y="724829"/>
                </a:lnTo>
                <a:lnTo>
                  <a:pt x="1565524" y="719416"/>
                </a:lnTo>
                <a:lnTo>
                  <a:pt x="1565935" y="719261"/>
                </a:lnTo>
                <a:lnTo>
                  <a:pt x="1580302" y="713865"/>
                </a:lnTo>
                <a:lnTo>
                  <a:pt x="1586392" y="711500"/>
                </a:lnTo>
                <a:lnTo>
                  <a:pt x="1594668" y="708396"/>
                </a:lnTo>
                <a:lnTo>
                  <a:pt x="1607068" y="703585"/>
                </a:lnTo>
                <a:lnTo>
                  <a:pt x="1609035" y="702846"/>
                </a:lnTo>
                <a:lnTo>
                  <a:pt x="1623401" y="697405"/>
                </a:lnTo>
                <a:lnTo>
                  <a:pt x="1627870" y="695669"/>
                </a:lnTo>
                <a:lnTo>
                  <a:pt x="1637767" y="691957"/>
                </a:lnTo>
                <a:lnTo>
                  <a:pt x="1648600" y="687754"/>
                </a:lnTo>
                <a:lnTo>
                  <a:pt x="1652134" y="686427"/>
                </a:lnTo>
                <a:lnTo>
                  <a:pt x="1666500" y="680938"/>
                </a:lnTo>
                <a:lnTo>
                  <a:pt x="1669333" y="679838"/>
                </a:lnTo>
                <a:lnTo>
                  <a:pt x="1680866" y="675513"/>
                </a:lnTo>
                <a:lnTo>
                  <a:pt x="1690118" y="671922"/>
                </a:lnTo>
                <a:lnTo>
                  <a:pt x="1695233" y="670003"/>
                </a:lnTo>
                <a:lnTo>
                  <a:pt x="1709599" y="664466"/>
                </a:lnTo>
                <a:lnTo>
                  <a:pt x="1710781" y="664007"/>
                </a:lnTo>
                <a:lnTo>
                  <a:pt x="1723966" y="659064"/>
                </a:lnTo>
                <a:lnTo>
                  <a:pt x="1731624" y="656091"/>
                </a:lnTo>
                <a:lnTo>
                  <a:pt x="1738332" y="653574"/>
                </a:lnTo>
                <a:lnTo>
                  <a:pt x="1752249" y="648175"/>
                </a:lnTo>
                <a:lnTo>
                  <a:pt x="1752698" y="648007"/>
                </a:lnTo>
                <a:lnTo>
                  <a:pt x="1767065" y="642609"/>
                </a:lnTo>
                <a:lnTo>
                  <a:pt x="1773116" y="640260"/>
                </a:lnTo>
                <a:lnTo>
                  <a:pt x="1781431" y="637141"/>
                </a:lnTo>
                <a:lnTo>
                  <a:pt x="1793793" y="632344"/>
                </a:lnTo>
                <a:lnTo>
                  <a:pt x="1795798" y="631591"/>
                </a:lnTo>
                <a:lnTo>
                  <a:pt x="1810164" y="626149"/>
                </a:lnTo>
                <a:lnTo>
                  <a:pt x="1814593" y="624428"/>
                </a:lnTo>
                <a:lnTo>
                  <a:pt x="1824530" y="620702"/>
                </a:lnTo>
                <a:lnTo>
                  <a:pt x="1835324" y="616513"/>
                </a:lnTo>
                <a:lnTo>
                  <a:pt x="1838897" y="615172"/>
                </a:lnTo>
                <a:lnTo>
                  <a:pt x="1853263" y="609682"/>
                </a:lnTo>
                <a:lnTo>
                  <a:pt x="1856056" y="608597"/>
                </a:lnTo>
                <a:lnTo>
                  <a:pt x="1867629" y="604258"/>
                </a:lnTo>
                <a:lnTo>
                  <a:pt x="1876843" y="600682"/>
                </a:lnTo>
                <a:lnTo>
                  <a:pt x="1881996" y="598748"/>
                </a:lnTo>
                <a:lnTo>
                  <a:pt x="1896362" y="593209"/>
                </a:lnTo>
                <a:lnTo>
                  <a:pt x="1897503" y="592766"/>
                </a:lnTo>
                <a:lnTo>
                  <a:pt x="1910729" y="587808"/>
                </a:lnTo>
                <a:lnTo>
                  <a:pt x="1918348" y="584850"/>
                </a:lnTo>
                <a:lnTo>
                  <a:pt x="1925095" y="582319"/>
                </a:lnTo>
                <a:lnTo>
                  <a:pt x="1938974" y="576935"/>
                </a:lnTo>
                <a:lnTo>
                  <a:pt x="1939461" y="576752"/>
                </a:lnTo>
                <a:lnTo>
                  <a:pt x="1953828" y="571353"/>
                </a:lnTo>
                <a:lnTo>
                  <a:pt x="1959839" y="569019"/>
                </a:lnTo>
                <a:lnTo>
                  <a:pt x="1968194" y="565885"/>
                </a:lnTo>
                <a:lnTo>
                  <a:pt x="1980518" y="561103"/>
                </a:lnTo>
                <a:lnTo>
                  <a:pt x="1982560" y="560337"/>
                </a:lnTo>
                <a:lnTo>
                  <a:pt x="1996927" y="554893"/>
                </a:lnTo>
                <a:lnTo>
                  <a:pt x="2001316" y="553188"/>
                </a:lnTo>
                <a:lnTo>
                  <a:pt x="2011293" y="549446"/>
                </a:lnTo>
                <a:lnTo>
                  <a:pt x="2022049" y="545272"/>
                </a:lnTo>
                <a:lnTo>
                  <a:pt x="2025660" y="543917"/>
                </a:lnTo>
                <a:lnTo>
                  <a:pt x="2040026" y="538426"/>
                </a:lnTo>
                <a:lnTo>
                  <a:pt x="2042779" y="537357"/>
                </a:lnTo>
                <a:lnTo>
                  <a:pt x="2054392" y="533002"/>
                </a:lnTo>
                <a:lnTo>
                  <a:pt x="2063567" y="529441"/>
                </a:lnTo>
                <a:lnTo>
                  <a:pt x="2068759" y="527493"/>
                </a:lnTo>
                <a:lnTo>
                  <a:pt x="2083125" y="521987"/>
                </a:lnTo>
                <a:lnTo>
                  <a:pt x="2084335" y="521525"/>
                </a:lnTo>
                <a:lnTo>
                  <a:pt x="2097492" y="516745"/>
                </a:lnTo>
                <a:lnTo>
                  <a:pt x="2105671" y="513610"/>
                </a:lnTo>
                <a:lnTo>
                  <a:pt x="2111858" y="511345"/>
                </a:lnTo>
                <a:lnTo>
                  <a:pt x="2126224" y="505836"/>
                </a:lnTo>
                <a:lnTo>
                  <a:pt x="2126620" y="505694"/>
                </a:lnTo>
                <a:lnTo>
                  <a:pt x="2140591" y="500838"/>
                </a:lnTo>
                <a:lnTo>
                  <a:pt x="2149101" y="497779"/>
                </a:lnTo>
                <a:lnTo>
                  <a:pt x="2154957" y="495741"/>
                </a:lnTo>
                <a:lnTo>
                  <a:pt x="2169323" y="490625"/>
                </a:lnTo>
                <a:lnTo>
                  <a:pt x="2171443" y="489863"/>
                </a:lnTo>
                <a:lnTo>
                  <a:pt x="2183690" y="485605"/>
                </a:lnTo>
                <a:lnTo>
                  <a:pt x="2193868" y="481947"/>
                </a:lnTo>
                <a:lnTo>
                  <a:pt x="2198056" y="480490"/>
                </a:lnTo>
                <a:lnTo>
                  <a:pt x="2212423" y="475410"/>
                </a:lnTo>
                <a:lnTo>
                  <a:pt x="2216254" y="474032"/>
                </a:lnTo>
                <a:lnTo>
                  <a:pt x="2226789" y="470368"/>
                </a:lnTo>
                <a:lnTo>
                  <a:pt x="2238623" y="466116"/>
                </a:lnTo>
                <a:lnTo>
                  <a:pt x="2241155" y="465235"/>
                </a:lnTo>
                <a:lnTo>
                  <a:pt x="2255522" y="460189"/>
                </a:lnTo>
                <a:lnTo>
                  <a:pt x="2261053" y="458200"/>
                </a:lnTo>
                <a:lnTo>
                  <a:pt x="2269888" y="455128"/>
                </a:lnTo>
                <a:lnTo>
                  <a:pt x="2283367" y="450285"/>
                </a:lnTo>
                <a:lnTo>
                  <a:pt x="2284255" y="449976"/>
                </a:lnTo>
                <a:lnTo>
                  <a:pt x="2298621" y="444964"/>
                </a:lnTo>
                <a:lnTo>
                  <a:pt x="2305840" y="442369"/>
                </a:lnTo>
                <a:lnTo>
                  <a:pt x="2312987" y="439883"/>
                </a:lnTo>
                <a:lnTo>
                  <a:pt x="2327353" y="434739"/>
                </a:lnTo>
                <a:lnTo>
                  <a:pt x="2328147" y="434454"/>
                </a:lnTo>
                <a:lnTo>
                  <a:pt x="2341720" y="429735"/>
                </a:lnTo>
                <a:lnTo>
                  <a:pt x="2350615" y="426538"/>
                </a:lnTo>
                <a:lnTo>
                  <a:pt x="2356086" y="424635"/>
                </a:lnTo>
                <a:lnTo>
                  <a:pt x="2370453" y="419527"/>
                </a:lnTo>
                <a:lnTo>
                  <a:pt x="2372968" y="418622"/>
                </a:lnTo>
                <a:lnTo>
                  <a:pt x="2384819" y="414502"/>
                </a:lnTo>
                <a:lnTo>
                  <a:pt x="2395379" y="410707"/>
                </a:lnTo>
                <a:lnTo>
                  <a:pt x="2399185" y="409382"/>
                </a:lnTo>
                <a:lnTo>
                  <a:pt x="2413552" y="404310"/>
                </a:lnTo>
                <a:lnTo>
                  <a:pt x="2417776" y="402791"/>
                </a:lnTo>
                <a:lnTo>
                  <a:pt x="2427918" y="399264"/>
                </a:lnTo>
                <a:lnTo>
                  <a:pt x="2440132" y="394875"/>
                </a:lnTo>
                <a:lnTo>
                  <a:pt x="2442285" y="394126"/>
                </a:lnTo>
                <a:lnTo>
                  <a:pt x="2456651" y="388826"/>
                </a:lnTo>
                <a:lnTo>
                  <a:pt x="2461197" y="386960"/>
                </a:lnTo>
                <a:lnTo>
                  <a:pt x="2471017" y="382545"/>
                </a:lnTo>
                <a:lnTo>
                  <a:pt x="2478697" y="379044"/>
                </a:lnTo>
                <a:lnTo>
                  <a:pt x="2485384" y="376038"/>
                </a:lnTo>
                <a:lnTo>
                  <a:pt x="2496152" y="371129"/>
                </a:lnTo>
                <a:lnTo>
                  <a:pt x="2499750" y="369511"/>
                </a:lnTo>
                <a:lnTo>
                  <a:pt x="2513567" y="363213"/>
                </a:lnTo>
                <a:lnTo>
                  <a:pt x="2514116" y="362966"/>
                </a:lnTo>
                <a:lnTo>
                  <a:pt x="2528483" y="356493"/>
                </a:lnTo>
                <a:lnTo>
                  <a:pt x="2531171" y="355297"/>
                </a:lnTo>
                <a:lnTo>
                  <a:pt x="2542849" y="350072"/>
                </a:lnTo>
                <a:lnTo>
                  <a:pt x="2548943" y="347382"/>
                </a:lnTo>
                <a:lnTo>
                  <a:pt x="2557216" y="343779"/>
                </a:lnTo>
                <a:lnTo>
                  <a:pt x="2566991" y="339466"/>
                </a:lnTo>
                <a:lnTo>
                  <a:pt x="2571582" y="337471"/>
                </a:lnTo>
                <a:lnTo>
                  <a:pt x="2585003" y="331551"/>
                </a:lnTo>
                <a:lnTo>
                  <a:pt x="2585949" y="331140"/>
                </a:lnTo>
                <a:lnTo>
                  <a:pt x="2600315" y="324876"/>
                </a:lnTo>
                <a:lnTo>
                  <a:pt x="2603127" y="323635"/>
                </a:lnTo>
                <a:lnTo>
                  <a:pt x="2614681" y="318617"/>
                </a:lnTo>
                <a:lnTo>
                  <a:pt x="2621247" y="315719"/>
                </a:lnTo>
                <a:lnTo>
                  <a:pt x="2629048" y="312331"/>
                </a:lnTo>
                <a:lnTo>
                  <a:pt x="2639308" y="307804"/>
                </a:lnTo>
                <a:lnTo>
                  <a:pt x="2643414" y="306020"/>
                </a:lnTo>
                <a:lnTo>
                  <a:pt x="2657313" y="299888"/>
                </a:lnTo>
                <a:lnTo>
                  <a:pt x="2657780" y="299685"/>
                </a:lnTo>
                <a:lnTo>
                  <a:pt x="2672147" y="293434"/>
                </a:lnTo>
                <a:lnTo>
                  <a:pt x="2675459" y="291972"/>
                </a:lnTo>
                <a:lnTo>
                  <a:pt x="2686513" y="287172"/>
                </a:lnTo>
                <a:lnTo>
                  <a:pt x="2693572" y="284057"/>
                </a:lnTo>
                <a:lnTo>
                  <a:pt x="2700879" y="280882"/>
                </a:lnTo>
                <a:lnTo>
                  <a:pt x="2711625" y="276141"/>
                </a:lnTo>
                <a:lnTo>
                  <a:pt x="2715246" y="274568"/>
                </a:lnTo>
                <a:lnTo>
                  <a:pt x="2729612" y="268231"/>
                </a:lnTo>
                <a:lnTo>
                  <a:pt x="2729624" y="268225"/>
                </a:lnTo>
                <a:lnTo>
                  <a:pt x="2743979" y="261992"/>
                </a:lnTo>
                <a:lnTo>
                  <a:pt x="2747790" y="260310"/>
                </a:lnTo>
                <a:lnTo>
                  <a:pt x="2758345" y="255726"/>
                </a:lnTo>
                <a:lnTo>
                  <a:pt x="2765895" y="252394"/>
                </a:lnTo>
                <a:lnTo>
                  <a:pt x="2772711" y="249433"/>
                </a:lnTo>
                <a:lnTo>
                  <a:pt x="2783941" y="244479"/>
                </a:lnTo>
                <a:lnTo>
                  <a:pt x="2787078" y="243116"/>
                </a:lnTo>
                <a:lnTo>
                  <a:pt x="2801444" y="236792"/>
                </a:lnTo>
                <a:lnTo>
                  <a:pt x="2801962" y="236563"/>
                </a:lnTo>
                <a:lnTo>
                  <a:pt x="2815811" y="230550"/>
                </a:lnTo>
                <a:lnTo>
                  <a:pt x="2820121" y="228647"/>
                </a:lnTo>
                <a:lnTo>
                  <a:pt x="2830177" y="224280"/>
                </a:lnTo>
                <a:lnTo>
                  <a:pt x="2838217" y="220732"/>
                </a:lnTo>
                <a:lnTo>
                  <a:pt x="2844543" y="217984"/>
                </a:lnTo>
                <a:lnTo>
                  <a:pt x="2856255" y="212816"/>
                </a:lnTo>
                <a:lnTo>
                  <a:pt x="2858910" y="211663"/>
                </a:lnTo>
                <a:lnTo>
                  <a:pt x="2873276" y="205352"/>
                </a:lnTo>
                <a:lnTo>
                  <a:pt x="2874300" y="204900"/>
                </a:lnTo>
                <a:lnTo>
                  <a:pt x="2887642" y="199107"/>
                </a:lnTo>
                <a:lnTo>
                  <a:pt x="2892450" y="196985"/>
                </a:lnTo>
                <a:lnTo>
                  <a:pt x="2902009" y="192833"/>
                </a:lnTo>
                <a:lnTo>
                  <a:pt x="2910538" y="189069"/>
                </a:lnTo>
                <a:lnTo>
                  <a:pt x="2916375" y="186534"/>
                </a:lnTo>
                <a:lnTo>
                  <a:pt x="2928569" y="181154"/>
                </a:lnTo>
                <a:lnTo>
                  <a:pt x="2930742" y="180210"/>
                </a:lnTo>
                <a:lnTo>
                  <a:pt x="2945108" y="173913"/>
                </a:lnTo>
                <a:lnTo>
                  <a:pt x="2946636" y="173238"/>
                </a:lnTo>
                <a:lnTo>
                  <a:pt x="2959474" y="167663"/>
                </a:lnTo>
                <a:lnTo>
                  <a:pt x="2964778" y="165322"/>
                </a:lnTo>
                <a:lnTo>
                  <a:pt x="2973841" y="161386"/>
                </a:lnTo>
                <a:lnTo>
                  <a:pt x="2982859" y="157407"/>
                </a:lnTo>
                <a:lnTo>
                  <a:pt x="2988207" y="155083"/>
                </a:lnTo>
                <a:lnTo>
                  <a:pt x="3000882" y="149491"/>
                </a:lnTo>
                <a:lnTo>
                  <a:pt x="3002574" y="148756"/>
                </a:lnTo>
                <a:lnTo>
                  <a:pt x="3016940" y="142472"/>
                </a:lnTo>
                <a:lnTo>
                  <a:pt x="3018971" y="141575"/>
                </a:lnTo>
                <a:lnTo>
                  <a:pt x="3031306" y="136219"/>
                </a:lnTo>
                <a:lnTo>
                  <a:pt x="3037105" y="133660"/>
                </a:lnTo>
                <a:lnTo>
                  <a:pt x="3045673" y="129938"/>
                </a:lnTo>
                <a:lnTo>
                  <a:pt x="3055178" y="125744"/>
                </a:lnTo>
                <a:lnTo>
                  <a:pt x="3060039" y="123632"/>
                </a:lnTo>
                <a:lnTo>
                  <a:pt x="3073194" y="117829"/>
                </a:lnTo>
                <a:lnTo>
                  <a:pt x="3074405" y="117302"/>
                </a:lnTo>
                <a:lnTo>
                  <a:pt x="3088772" y="111031"/>
                </a:lnTo>
                <a:lnTo>
                  <a:pt x="3091306" y="109913"/>
                </a:lnTo>
                <a:lnTo>
                  <a:pt x="3103138" y="104774"/>
                </a:lnTo>
                <a:lnTo>
                  <a:pt x="3109430" y="101997"/>
                </a:lnTo>
                <a:lnTo>
                  <a:pt x="3117504" y="98490"/>
                </a:lnTo>
                <a:lnTo>
                  <a:pt x="3127496" y="94082"/>
                </a:lnTo>
                <a:lnTo>
                  <a:pt x="3131871" y="92181"/>
                </a:lnTo>
                <a:lnTo>
                  <a:pt x="3145505" y="86166"/>
                </a:lnTo>
                <a:lnTo>
                  <a:pt x="3146237" y="85848"/>
                </a:lnTo>
                <a:lnTo>
                  <a:pt x="3160604" y="79590"/>
                </a:lnTo>
                <a:lnTo>
                  <a:pt x="3163638" y="78251"/>
                </a:lnTo>
                <a:lnTo>
                  <a:pt x="3174970" y="73329"/>
                </a:lnTo>
                <a:lnTo>
                  <a:pt x="3181755" y="70335"/>
                </a:lnTo>
                <a:lnTo>
                  <a:pt x="3189336" y="67042"/>
                </a:lnTo>
                <a:lnTo>
                  <a:pt x="3199813" y="62419"/>
                </a:lnTo>
                <a:lnTo>
                  <a:pt x="3203703" y="60729"/>
                </a:lnTo>
                <a:lnTo>
                  <a:pt x="3217815" y="54504"/>
                </a:lnTo>
                <a:lnTo>
                  <a:pt x="3218069" y="54393"/>
                </a:lnTo>
                <a:lnTo>
                  <a:pt x="3232436" y="48148"/>
                </a:lnTo>
                <a:lnTo>
                  <a:pt x="3235970" y="46588"/>
                </a:lnTo>
                <a:lnTo>
                  <a:pt x="3246802" y="41884"/>
                </a:lnTo>
                <a:lnTo>
                  <a:pt x="3254079" y="38672"/>
                </a:lnTo>
                <a:lnTo>
                  <a:pt x="3261168" y="35593"/>
                </a:lnTo>
                <a:lnTo>
                  <a:pt x="3261168" y="30757"/>
                </a:lnTo>
                <a:lnTo>
                  <a:pt x="3261168" y="22841"/>
                </a:lnTo>
                <a:lnTo>
                  <a:pt x="3261168" y="14925"/>
                </a:lnTo>
                <a:lnTo>
                  <a:pt x="3261168" y="7010"/>
                </a:lnTo>
                <a:lnTo>
                  <a:pt x="3261168" y="0"/>
                </a:lnTo>
                <a:lnTo>
                  <a:pt x="3246802" y="6285"/>
                </a:lnTo>
                <a:lnTo>
                  <a:pt x="3245143" y="7010"/>
                </a:lnTo>
                <a:lnTo>
                  <a:pt x="3232436" y="12590"/>
                </a:lnTo>
                <a:lnTo>
                  <a:pt x="3227085" y="14925"/>
                </a:lnTo>
                <a:lnTo>
                  <a:pt x="3218069" y="18886"/>
                </a:lnTo>
                <a:lnTo>
                  <a:pt x="3209006" y="22841"/>
                </a:lnTo>
                <a:lnTo>
                  <a:pt x="3203703" y="25171"/>
                </a:lnTo>
                <a:lnTo>
                  <a:pt x="3190901" y="30757"/>
                </a:lnTo>
                <a:lnTo>
                  <a:pt x="3189336" y="31444"/>
                </a:lnTo>
                <a:lnTo>
                  <a:pt x="3174970" y="37735"/>
                </a:lnTo>
                <a:lnTo>
                  <a:pt x="3172823" y="38672"/>
                </a:lnTo>
                <a:lnTo>
                  <a:pt x="3160604" y="44038"/>
                </a:lnTo>
                <a:lnTo>
                  <a:pt x="3154763" y="46588"/>
                </a:lnTo>
                <a:lnTo>
                  <a:pt x="3146237" y="50333"/>
                </a:lnTo>
                <a:lnTo>
                  <a:pt x="3136681" y="54504"/>
                </a:lnTo>
                <a:lnTo>
                  <a:pt x="3131871" y="56617"/>
                </a:lnTo>
                <a:lnTo>
                  <a:pt x="3118573" y="62419"/>
                </a:lnTo>
                <a:lnTo>
                  <a:pt x="3117504" y="62889"/>
                </a:lnTo>
                <a:lnTo>
                  <a:pt x="3103138" y="69185"/>
                </a:lnTo>
                <a:lnTo>
                  <a:pt x="3100504" y="70335"/>
                </a:lnTo>
                <a:lnTo>
                  <a:pt x="3088772" y="75487"/>
                </a:lnTo>
                <a:lnTo>
                  <a:pt x="3082441" y="78251"/>
                </a:lnTo>
                <a:lnTo>
                  <a:pt x="3074405" y="81780"/>
                </a:lnTo>
                <a:lnTo>
                  <a:pt x="3064355" y="86166"/>
                </a:lnTo>
                <a:lnTo>
                  <a:pt x="3060039" y="88063"/>
                </a:lnTo>
                <a:lnTo>
                  <a:pt x="3046243" y="94082"/>
                </a:lnTo>
                <a:lnTo>
                  <a:pt x="3045673" y="94333"/>
                </a:lnTo>
                <a:lnTo>
                  <a:pt x="3031306" y="100634"/>
                </a:lnTo>
                <a:lnTo>
                  <a:pt x="3028184" y="101997"/>
                </a:lnTo>
                <a:lnTo>
                  <a:pt x="3016940" y="106935"/>
                </a:lnTo>
                <a:lnTo>
                  <a:pt x="3010118" y="109913"/>
                </a:lnTo>
                <a:lnTo>
                  <a:pt x="3002574" y="113227"/>
                </a:lnTo>
                <a:lnTo>
                  <a:pt x="2992029" y="117829"/>
                </a:lnTo>
                <a:lnTo>
                  <a:pt x="2988207" y="119508"/>
                </a:lnTo>
                <a:lnTo>
                  <a:pt x="2973913" y="125744"/>
                </a:lnTo>
                <a:lnTo>
                  <a:pt x="2973841" y="125776"/>
                </a:lnTo>
                <a:lnTo>
                  <a:pt x="2959474" y="132083"/>
                </a:lnTo>
                <a:lnTo>
                  <a:pt x="2955863" y="133660"/>
                </a:lnTo>
                <a:lnTo>
                  <a:pt x="2945108" y="138383"/>
                </a:lnTo>
                <a:lnTo>
                  <a:pt x="2937795" y="141575"/>
                </a:lnTo>
                <a:lnTo>
                  <a:pt x="2930742" y="144674"/>
                </a:lnTo>
                <a:lnTo>
                  <a:pt x="2919703" y="149491"/>
                </a:lnTo>
                <a:lnTo>
                  <a:pt x="2916375" y="150953"/>
                </a:lnTo>
                <a:lnTo>
                  <a:pt x="2902009" y="157225"/>
                </a:lnTo>
                <a:lnTo>
                  <a:pt x="2901594" y="157407"/>
                </a:lnTo>
                <a:lnTo>
                  <a:pt x="2887642" y="163532"/>
                </a:lnTo>
                <a:lnTo>
                  <a:pt x="2883542" y="165322"/>
                </a:lnTo>
                <a:lnTo>
                  <a:pt x="2873276" y="169831"/>
                </a:lnTo>
                <a:lnTo>
                  <a:pt x="2865471" y="173238"/>
                </a:lnTo>
                <a:lnTo>
                  <a:pt x="2858910" y="176120"/>
                </a:lnTo>
                <a:lnTo>
                  <a:pt x="2847375" y="181154"/>
                </a:lnTo>
                <a:lnTo>
                  <a:pt x="2844543" y="182398"/>
                </a:lnTo>
                <a:lnTo>
                  <a:pt x="2830177" y="188675"/>
                </a:lnTo>
                <a:lnTo>
                  <a:pt x="2829275" y="189069"/>
                </a:lnTo>
                <a:lnTo>
                  <a:pt x="2815811" y="194981"/>
                </a:lnTo>
                <a:lnTo>
                  <a:pt x="2811221" y="196985"/>
                </a:lnTo>
                <a:lnTo>
                  <a:pt x="2801444" y="201279"/>
                </a:lnTo>
                <a:lnTo>
                  <a:pt x="2793147" y="204900"/>
                </a:lnTo>
                <a:lnTo>
                  <a:pt x="2787078" y="207567"/>
                </a:lnTo>
                <a:lnTo>
                  <a:pt x="2775048" y="212816"/>
                </a:lnTo>
                <a:lnTo>
                  <a:pt x="2772711" y="213843"/>
                </a:lnTo>
                <a:lnTo>
                  <a:pt x="2758345" y="220125"/>
                </a:lnTo>
                <a:lnTo>
                  <a:pt x="2756956" y="220732"/>
                </a:lnTo>
                <a:lnTo>
                  <a:pt x="2743979" y="226430"/>
                </a:lnTo>
                <a:lnTo>
                  <a:pt x="2738900" y="228647"/>
                </a:lnTo>
                <a:lnTo>
                  <a:pt x="2729612" y="232727"/>
                </a:lnTo>
                <a:lnTo>
                  <a:pt x="2720823" y="236563"/>
                </a:lnTo>
                <a:lnTo>
                  <a:pt x="2715246" y="239013"/>
                </a:lnTo>
                <a:lnTo>
                  <a:pt x="2702720" y="244479"/>
                </a:lnTo>
                <a:lnTo>
                  <a:pt x="2700879" y="245287"/>
                </a:lnTo>
                <a:lnTo>
                  <a:pt x="2686513" y="251575"/>
                </a:lnTo>
                <a:lnTo>
                  <a:pt x="2684637" y="252394"/>
                </a:lnTo>
                <a:lnTo>
                  <a:pt x="2672147" y="257879"/>
                </a:lnTo>
                <a:lnTo>
                  <a:pt x="2666578" y="260310"/>
                </a:lnTo>
                <a:lnTo>
                  <a:pt x="2657780" y="264174"/>
                </a:lnTo>
                <a:lnTo>
                  <a:pt x="2648498" y="268225"/>
                </a:lnTo>
                <a:lnTo>
                  <a:pt x="2643414" y="270459"/>
                </a:lnTo>
                <a:lnTo>
                  <a:pt x="2630391" y="276141"/>
                </a:lnTo>
                <a:lnTo>
                  <a:pt x="2629048" y="276732"/>
                </a:lnTo>
                <a:lnTo>
                  <a:pt x="2614681" y="283024"/>
                </a:lnTo>
                <a:lnTo>
                  <a:pt x="2612328" y="284057"/>
                </a:lnTo>
                <a:lnTo>
                  <a:pt x="2600315" y="289337"/>
                </a:lnTo>
                <a:lnTo>
                  <a:pt x="2594453" y="291972"/>
                </a:lnTo>
                <a:lnTo>
                  <a:pt x="2585949" y="295744"/>
                </a:lnTo>
                <a:lnTo>
                  <a:pt x="2576770" y="299888"/>
                </a:lnTo>
                <a:lnTo>
                  <a:pt x="2571582" y="302244"/>
                </a:lnTo>
                <a:lnTo>
                  <a:pt x="2559266" y="307804"/>
                </a:lnTo>
                <a:lnTo>
                  <a:pt x="2557216" y="308735"/>
                </a:lnTo>
                <a:lnTo>
                  <a:pt x="2542849" y="315231"/>
                </a:lnTo>
                <a:lnTo>
                  <a:pt x="2541768" y="315719"/>
                </a:lnTo>
                <a:lnTo>
                  <a:pt x="2528483" y="321750"/>
                </a:lnTo>
                <a:lnTo>
                  <a:pt x="2524309" y="323635"/>
                </a:lnTo>
                <a:lnTo>
                  <a:pt x="2514116" y="328262"/>
                </a:lnTo>
                <a:lnTo>
                  <a:pt x="2506834" y="331551"/>
                </a:lnTo>
                <a:lnTo>
                  <a:pt x="2499750" y="334767"/>
                </a:lnTo>
                <a:lnTo>
                  <a:pt x="2489341" y="339466"/>
                </a:lnTo>
                <a:lnTo>
                  <a:pt x="2485384" y="341263"/>
                </a:lnTo>
                <a:lnTo>
                  <a:pt x="2471829" y="347382"/>
                </a:lnTo>
                <a:lnTo>
                  <a:pt x="2471017" y="347750"/>
                </a:lnTo>
                <a:lnTo>
                  <a:pt x="2456651" y="354261"/>
                </a:lnTo>
                <a:lnTo>
                  <a:pt x="2454357" y="355297"/>
                </a:lnTo>
                <a:lnTo>
                  <a:pt x="2442285" y="360777"/>
                </a:lnTo>
                <a:lnTo>
                  <a:pt x="2436891" y="363213"/>
                </a:lnTo>
                <a:lnTo>
                  <a:pt x="2427918" y="367287"/>
                </a:lnTo>
                <a:lnTo>
                  <a:pt x="2419410" y="371129"/>
                </a:lnTo>
                <a:lnTo>
                  <a:pt x="2413552" y="373763"/>
                </a:lnTo>
                <a:lnTo>
                  <a:pt x="2400542" y="379044"/>
                </a:lnTo>
                <a:lnTo>
                  <a:pt x="2399185" y="379527"/>
                </a:lnTo>
                <a:lnTo>
                  <a:pt x="2384819" y="384625"/>
                </a:lnTo>
                <a:lnTo>
                  <a:pt x="2378177" y="386960"/>
                </a:lnTo>
                <a:lnTo>
                  <a:pt x="2370453" y="389710"/>
                </a:lnTo>
                <a:lnTo>
                  <a:pt x="2356086" y="394757"/>
                </a:lnTo>
                <a:lnTo>
                  <a:pt x="2355748" y="394875"/>
                </a:lnTo>
                <a:lnTo>
                  <a:pt x="2341720" y="399866"/>
                </a:lnTo>
                <a:lnTo>
                  <a:pt x="2333396" y="402791"/>
                </a:lnTo>
                <a:lnTo>
                  <a:pt x="2327353" y="404943"/>
                </a:lnTo>
                <a:lnTo>
                  <a:pt x="2312987" y="410092"/>
                </a:lnTo>
                <a:lnTo>
                  <a:pt x="2311323" y="410707"/>
                </a:lnTo>
                <a:lnTo>
                  <a:pt x="2298621" y="415516"/>
                </a:lnTo>
                <a:lnTo>
                  <a:pt x="2290148" y="418622"/>
                </a:lnTo>
                <a:lnTo>
                  <a:pt x="2284255" y="420842"/>
                </a:lnTo>
                <a:lnTo>
                  <a:pt x="2269888" y="426118"/>
                </a:lnTo>
                <a:lnTo>
                  <a:pt x="2268782" y="426538"/>
                </a:lnTo>
                <a:lnTo>
                  <a:pt x="2255522" y="431631"/>
                </a:lnTo>
                <a:lnTo>
                  <a:pt x="2248077" y="434454"/>
                </a:lnTo>
                <a:lnTo>
                  <a:pt x="2241155" y="437115"/>
                </a:lnTo>
                <a:lnTo>
                  <a:pt x="2227282" y="442369"/>
                </a:lnTo>
                <a:lnTo>
                  <a:pt x="2226789" y="442559"/>
                </a:lnTo>
                <a:lnTo>
                  <a:pt x="2212423" y="448069"/>
                </a:lnTo>
                <a:lnTo>
                  <a:pt x="2206580" y="450285"/>
                </a:lnTo>
                <a:lnTo>
                  <a:pt x="2198056" y="453561"/>
                </a:lnTo>
                <a:lnTo>
                  <a:pt x="2185810" y="458200"/>
                </a:lnTo>
                <a:lnTo>
                  <a:pt x="2183690" y="459016"/>
                </a:lnTo>
                <a:lnTo>
                  <a:pt x="2169323" y="464505"/>
                </a:lnTo>
                <a:lnTo>
                  <a:pt x="2165077" y="466116"/>
                </a:lnTo>
                <a:lnTo>
                  <a:pt x="2154957" y="470005"/>
                </a:lnTo>
                <a:lnTo>
                  <a:pt x="2144331" y="474032"/>
                </a:lnTo>
                <a:lnTo>
                  <a:pt x="2140591" y="475470"/>
                </a:lnTo>
                <a:lnTo>
                  <a:pt x="2126224" y="480940"/>
                </a:lnTo>
                <a:lnTo>
                  <a:pt x="2123570" y="481947"/>
                </a:lnTo>
                <a:lnTo>
                  <a:pt x="2111858" y="486446"/>
                </a:lnTo>
                <a:lnTo>
                  <a:pt x="2102845" y="489863"/>
                </a:lnTo>
                <a:lnTo>
                  <a:pt x="2097492" y="491922"/>
                </a:lnTo>
                <a:lnTo>
                  <a:pt x="2083125" y="497374"/>
                </a:lnTo>
                <a:lnTo>
                  <a:pt x="2082058" y="497779"/>
                </a:lnTo>
                <a:lnTo>
                  <a:pt x="2068759" y="502886"/>
                </a:lnTo>
                <a:lnTo>
                  <a:pt x="2061353" y="505694"/>
                </a:lnTo>
                <a:lnTo>
                  <a:pt x="2054392" y="508370"/>
                </a:lnTo>
                <a:lnTo>
                  <a:pt x="2040559" y="513610"/>
                </a:lnTo>
                <a:lnTo>
                  <a:pt x="2040026" y="513815"/>
                </a:lnTo>
                <a:lnTo>
                  <a:pt x="2025660" y="519324"/>
                </a:lnTo>
                <a:lnTo>
                  <a:pt x="2019856" y="521525"/>
                </a:lnTo>
                <a:lnTo>
                  <a:pt x="2011293" y="524816"/>
                </a:lnTo>
                <a:lnTo>
                  <a:pt x="1999087" y="529441"/>
                </a:lnTo>
                <a:lnTo>
                  <a:pt x="1996927" y="530272"/>
                </a:lnTo>
                <a:lnTo>
                  <a:pt x="1982560" y="535760"/>
                </a:lnTo>
                <a:lnTo>
                  <a:pt x="1978353" y="537357"/>
                </a:lnTo>
                <a:lnTo>
                  <a:pt x="1968194" y="541260"/>
                </a:lnTo>
                <a:lnTo>
                  <a:pt x="1957608" y="545272"/>
                </a:lnTo>
                <a:lnTo>
                  <a:pt x="1953828" y="546726"/>
                </a:lnTo>
                <a:lnTo>
                  <a:pt x="1939461" y="552195"/>
                </a:lnTo>
                <a:lnTo>
                  <a:pt x="1936846" y="553188"/>
                </a:lnTo>
                <a:lnTo>
                  <a:pt x="1925095" y="557702"/>
                </a:lnTo>
                <a:lnTo>
                  <a:pt x="1916122" y="561103"/>
                </a:lnTo>
                <a:lnTo>
                  <a:pt x="1910729" y="563177"/>
                </a:lnTo>
                <a:lnTo>
                  <a:pt x="1896362" y="568629"/>
                </a:lnTo>
                <a:lnTo>
                  <a:pt x="1895334" y="569019"/>
                </a:lnTo>
                <a:lnTo>
                  <a:pt x="1881996" y="574142"/>
                </a:lnTo>
                <a:lnTo>
                  <a:pt x="1874630" y="576935"/>
                </a:lnTo>
                <a:lnTo>
                  <a:pt x="1867629" y="579626"/>
                </a:lnTo>
                <a:lnTo>
                  <a:pt x="1853836" y="584850"/>
                </a:lnTo>
                <a:lnTo>
                  <a:pt x="1853263" y="585071"/>
                </a:lnTo>
                <a:lnTo>
                  <a:pt x="1838897" y="590579"/>
                </a:lnTo>
                <a:lnTo>
                  <a:pt x="1833132" y="592766"/>
                </a:lnTo>
                <a:lnTo>
                  <a:pt x="1824530" y="596072"/>
                </a:lnTo>
                <a:lnTo>
                  <a:pt x="1812364" y="600682"/>
                </a:lnTo>
                <a:lnTo>
                  <a:pt x="1810164" y="601528"/>
                </a:lnTo>
                <a:lnTo>
                  <a:pt x="1795798" y="607016"/>
                </a:lnTo>
                <a:lnTo>
                  <a:pt x="1791629" y="608597"/>
                </a:lnTo>
                <a:lnTo>
                  <a:pt x="1781431" y="612516"/>
                </a:lnTo>
                <a:lnTo>
                  <a:pt x="1770884" y="616513"/>
                </a:lnTo>
                <a:lnTo>
                  <a:pt x="1767065" y="617982"/>
                </a:lnTo>
                <a:lnTo>
                  <a:pt x="1752698" y="623450"/>
                </a:lnTo>
                <a:lnTo>
                  <a:pt x="1750122" y="624428"/>
                </a:lnTo>
                <a:lnTo>
                  <a:pt x="1738332" y="628957"/>
                </a:lnTo>
                <a:lnTo>
                  <a:pt x="1729398" y="632344"/>
                </a:lnTo>
                <a:lnTo>
                  <a:pt x="1723966" y="634433"/>
                </a:lnTo>
                <a:lnTo>
                  <a:pt x="1709599" y="639884"/>
                </a:lnTo>
                <a:lnTo>
                  <a:pt x="1708610" y="640260"/>
                </a:lnTo>
                <a:lnTo>
                  <a:pt x="1695233" y="645397"/>
                </a:lnTo>
                <a:lnTo>
                  <a:pt x="1687906" y="648175"/>
                </a:lnTo>
                <a:lnTo>
                  <a:pt x="1680866" y="650882"/>
                </a:lnTo>
                <a:lnTo>
                  <a:pt x="1667113" y="656091"/>
                </a:lnTo>
                <a:lnTo>
                  <a:pt x="1666500" y="656327"/>
                </a:lnTo>
                <a:lnTo>
                  <a:pt x="1652134" y="661835"/>
                </a:lnTo>
                <a:lnTo>
                  <a:pt x="1646408" y="664007"/>
                </a:lnTo>
                <a:lnTo>
                  <a:pt x="1637767" y="667328"/>
                </a:lnTo>
                <a:lnTo>
                  <a:pt x="1625640" y="671922"/>
                </a:lnTo>
                <a:lnTo>
                  <a:pt x="1623401" y="672784"/>
                </a:lnTo>
                <a:lnTo>
                  <a:pt x="1609035" y="678271"/>
                </a:lnTo>
                <a:lnTo>
                  <a:pt x="1604905" y="679838"/>
                </a:lnTo>
                <a:lnTo>
                  <a:pt x="1594668" y="683771"/>
                </a:lnTo>
                <a:lnTo>
                  <a:pt x="1584161" y="687754"/>
                </a:lnTo>
                <a:lnTo>
                  <a:pt x="1580302" y="689238"/>
                </a:lnTo>
                <a:lnTo>
                  <a:pt x="1565935" y="694706"/>
                </a:lnTo>
                <a:lnTo>
                  <a:pt x="1563397" y="695669"/>
                </a:lnTo>
                <a:lnTo>
                  <a:pt x="1551569" y="700213"/>
                </a:lnTo>
                <a:lnTo>
                  <a:pt x="1542674" y="703585"/>
                </a:lnTo>
                <a:lnTo>
                  <a:pt x="1537203" y="705689"/>
                </a:lnTo>
                <a:lnTo>
                  <a:pt x="1522836" y="711227"/>
                </a:lnTo>
                <a:lnTo>
                  <a:pt x="1522191" y="711500"/>
                </a:lnTo>
                <a:lnTo>
                  <a:pt x="1508470" y="717349"/>
                </a:lnTo>
                <a:lnTo>
                  <a:pt x="1503578" y="719416"/>
                </a:lnTo>
                <a:lnTo>
                  <a:pt x="1494104" y="723457"/>
                </a:lnTo>
                <a:lnTo>
                  <a:pt x="1484928" y="727332"/>
                </a:lnTo>
                <a:lnTo>
                  <a:pt x="1479737" y="729547"/>
                </a:lnTo>
                <a:lnTo>
                  <a:pt x="1466229" y="735247"/>
                </a:lnTo>
                <a:lnTo>
                  <a:pt x="1465371" y="735614"/>
                </a:lnTo>
                <a:lnTo>
                  <a:pt x="1451004" y="741724"/>
                </a:lnTo>
                <a:lnTo>
                  <a:pt x="1447599" y="743163"/>
                </a:lnTo>
                <a:lnTo>
                  <a:pt x="1436638" y="747837"/>
                </a:lnTo>
                <a:lnTo>
                  <a:pt x="1428963" y="751078"/>
                </a:lnTo>
                <a:lnTo>
                  <a:pt x="1422272" y="753934"/>
                </a:lnTo>
                <a:lnTo>
                  <a:pt x="1410282" y="758994"/>
                </a:lnTo>
                <a:lnTo>
                  <a:pt x="1407905" y="760009"/>
                </a:lnTo>
                <a:lnTo>
                  <a:pt x="1393539" y="766096"/>
                </a:lnTo>
                <a:lnTo>
                  <a:pt x="1391615" y="766910"/>
                </a:lnTo>
                <a:lnTo>
                  <a:pt x="1379172" y="772215"/>
                </a:lnTo>
                <a:lnTo>
                  <a:pt x="1372992" y="774825"/>
                </a:lnTo>
                <a:lnTo>
                  <a:pt x="1364806" y="778318"/>
                </a:lnTo>
                <a:lnTo>
                  <a:pt x="1354328" y="782741"/>
                </a:lnTo>
                <a:lnTo>
                  <a:pt x="1350440" y="784401"/>
                </a:lnTo>
                <a:lnTo>
                  <a:pt x="1336073" y="790468"/>
                </a:lnTo>
                <a:lnTo>
                  <a:pt x="1335628" y="790657"/>
                </a:lnTo>
                <a:lnTo>
                  <a:pt x="1321707" y="796590"/>
                </a:lnTo>
                <a:lnTo>
                  <a:pt x="1317017" y="798572"/>
                </a:lnTo>
                <a:lnTo>
                  <a:pt x="1307341" y="802699"/>
                </a:lnTo>
                <a:lnTo>
                  <a:pt x="1298368" y="806488"/>
                </a:lnTo>
                <a:lnTo>
                  <a:pt x="1292974" y="808790"/>
                </a:lnTo>
                <a:lnTo>
                  <a:pt x="1279672" y="814403"/>
                </a:lnTo>
                <a:lnTo>
                  <a:pt x="1278608" y="814858"/>
                </a:lnTo>
                <a:lnTo>
                  <a:pt x="1264241" y="820965"/>
                </a:lnTo>
                <a:lnTo>
                  <a:pt x="1261037" y="822319"/>
                </a:lnTo>
                <a:lnTo>
                  <a:pt x="1249875" y="827079"/>
                </a:lnTo>
                <a:lnTo>
                  <a:pt x="1242402" y="830235"/>
                </a:lnTo>
                <a:lnTo>
                  <a:pt x="1235509" y="833176"/>
                </a:lnTo>
                <a:lnTo>
                  <a:pt x="1223724" y="838150"/>
                </a:lnTo>
                <a:lnTo>
                  <a:pt x="1221142" y="839253"/>
                </a:lnTo>
                <a:lnTo>
                  <a:pt x="1206776" y="845337"/>
                </a:lnTo>
                <a:lnTo>
                  <a:pt x="1205052" y="846066"/>
                </a:lnTo>
                <a:lnTo>
                  <a:pt x="1192410" y="851456"/>
                </a:lnTo>
                <a:lnTo>
                  <a:pt x="1186431" y="853982"/>
                </a:lnTo>
                <a:lnTo>
                  <a:pt x="1178043" y="857560"/>
                </a:lnTo>
                <a:lnTo>
                  <a:pt x="1167769" y="861897"/>
                </a:lnTo>
                <a:lnTo>
                  <a:pt x="1163677" y="863644"/>
                </a:lnTo>
                <a:lnTo>
                  <a:pt x="1149310" y="869709"/>
                </a:lnTo>
                <a:lnTo>
                  <a:pt x="1149065" y="869813"/>
                </a:lnTo>
                <a:lnTo>
                  <a:pt x="1134944" y="875832"/>
                </a:lnTo>
                <a:lnTo>
                  <a:pt x="1130455" y="877728"/>
                </a:lnTo>
                <a:lnTo>
                  <a:pt x="1120578" y="881941"/>
                </a:lnTo>
                <a:lnTo>
                  <a:pt x="1111681" y="885644"/>
                </a:lnTo>
                <a:lnTo>
                  <a:pt x="1106211" y="887944"/>
                </a:lnTo>
                <a:lnTo>
                  <a:pt x="1092628" y="893560"/>
                </a:lnTo>
                <a:lnTo>
                  <a:pt x="1091845" y="893888"/>
                </a:lnTo>
                <a:lnTo>
                  <a:pt x="1077478" y="899880"/>
                </a:lnTo>
                <a:lnTo>
                  <a:pt x="1073625" y="901475"/>
                </a:lnTo>
                <a:lnTo>
                  <a:pt x="1063112" y="905871"/>
                </a:lnTo>
                <a:lnTo>
                  <a:pt x="1054606" y="909391"/>
                </a:lnTo>
                <a:lnTo>
                  <a:pt x="1048746" y="911843"/>
                </a:lnTo>
                <a:lnTo>
                  <a:pt x="1035533" y="917307"/>
                </a:lnTo>
                <a:lnTo>
                  <a:pt x="1034379" y="917790"/>
                </a:lnTo>
                <a:lnTo>
                  <a:pt x="1020013" y="923776"/>
                </a:lnTo>
                <a:lnTo>
                  <a:pt x="1016521" y="925222"/>
                </a:lnTo>
                <a:lnTo>
                  <a:pt x="1005647" y="929769"/>
                </a:lnTo>
                <a:lnTo>
                  <a:pt x="997506" y="933138"/>
                </a:lnTo>
                <a:lnTo>
                  <a:pt x="991280" y="935743"/>
                </a:lnTo>
                <a:lnTo>
                  <a:pt x="978438" y="941053"/>
                </a:lnTo>
                <a:lnTo>
                  <a:pt x="976914" y="941692"/>
                </a:lnTo>
                <a:lnTo>
                  <a:pt x="962547" y="947673"/>
                </a:lnTo>
                <a:lnTo>
                  <a:pt x="959417" y="948969"/>
                </a:lnTo>
                <a:lnTo>
                  <a:pt x="948181" y="953667"/>
                </a:lnTo>
                <a:lnTo>
                  <a:pt x="940406" y="956885"/>
                </a:lnTo>
                <a:lnTo>
                  <a:pt x="933815" y="959710"/>
                </a:lnTo>
                <a:lnTo>
                  <a:pt x="922156" y="964800"/>
                </a:lnTo>
                <a:lnTo>
                  <a:pt x="919448" y="966011"/>
                </a:lnTo>
                <a:lnTo>
                  <a:pt x="905082" y="972384"/>
                </a:lnTo>
                <a:lnTo>
                  <a:pt x="904328" y="972716"/>
                </a:lnTo>
                <a:lnTo>
                  <a:pt x="890715" y="978757"/>
                </a:lnTo>
                <a:lnTo>
                  <a:pt x="886359" y="980632"/>
                </a:lnTo>
                <a:lnTo>
                  <a:pt x="876349" y="984975"/>
                </a:lnTo>
                <a:lnTo>
                  <a:pt x="868043" y="988547"/>
                </a:lnTo>
                <a:lnTo>
                  <a:pt x="861983" y="991178"/>
                </a:lnTo>
                <a:lnTo>
                  <a:pt x="849688" y="996463"/>
                </a:lnTo>
                <a:lnTo>
                  <a:pt x="847616" y="997363"/>
                </a:lnTo>
                <a:lnTo>
                  <a:pt x="833250" y="1003562"/>
                </a:lnTo>
                <a:lnTo>
                  <a:pt x="831354" y="1004378"/>
                </a:lnTo>
                <a:lnTo>
                  <a:pt x="818884" y="1009788"/>
                </a:lnTo>
                <a:lnTo>
                  <a:pt x="813058" y="1012294"/>
                </a:lnTo>
                <a:lnTo>
                  <a:pt x="804517" y="1016001"/>
                </a:lnTo>
                <a:lnTo>
                  <a:pt x="794728" y="1020210"/>
                </a:lnTo>
                <a:lnTo>
                  <a:pt x="790151" y="1022197"/>
                </a:lnTo>
                <a:lnTo>
                  <a:pt x="776357" y="1028125"/>
                </a:lnTo>
                <a:lnTo>
                  <a:pt x="775785" y="1028374"/>
                </a:lnTo>
                <a:lnTo>
                  <a:pt x="761418" y="1034596"/>
                </a:lnTo>
                <a:lnTo>
                  <a:pt x="758059" y="1036041"/>
                </a:lnTo>
                <a:lnTo>
                  <a:pt x="747052" y="1040817"/>
                </a:lnTo>
                <a:lnTo>
                  <a:pt x="739752" y="1043957"/>
                </a:lnTo>
                <a:lnTo>
                  <a:pt x="732685" y="1047024"/>
                </a:lnTo>
                <a:lnTo>
                  <a:pt x="721408" y="1051872"/>
                </a:lnTo>
                <a:lnTo>
                  <a:pt x="718319" y="1053214"/>
                </a:lnTo>
                <a:lnTo>
                  <a:pt x="703953" y="1059399"/>
                </a:lnTo>
                <a:lnTo>
                  <a:pt x="703050" y="1059788"/>
                </a:lnTo>
                <a:lnTo>
                  <a:pt x="689586" y="1065628"/>
                </a:lnTo>
                <a:lnTo>
                  <a:pt x="684727" y="1067703"/>
                </a:lnTo>
                <a:lnTo>
                  <a:pt x="675220" y="1071823"/>
                </a:lnTo>
                <a:lnTo>
                  <a:pt x="666076" y="1075619"/>
                </a:lnTo>
                <a:lnTo>
                  <a:pt x="660854" y="1077811"/>
                </a:lnTo>
                <a:lnTo>
                  <a:pt x="647058" y="1083535"/>
                </a:lnTo>
                <a:lnTo>
                  <a:pt x="646487" y="1083774"/>
                </a:lnTo>
                <a:lnTo>
                  <a:pt x="632121" y="1089787"/>
                </a:lnTo>
                <a:lnTo>
                  <a:pt x="628118" y="1091450"/>
                </a:lnTo>
                <a:lnTo>
                  <a:pt x="617754" y="1095797"/>
                </a:lnTo>
                <a:lnTo>
                  <a:pt x="609157" y="1099366"/>
                </a:lnTo>
                <a:lnTo>
                  <a:pt x="603388" y="1101787"/>
                </a:lnTo>
                <a:lnTo>
                  <a:pt x="590146" y="1107281"/>
                </a:lnTo>
                <a:lnTo>
                  <a:pt x="589022" y="1107753"/>
                </a:lnTo>
                <a:lnTo>
                  <a:pt x="574655" y="1113759"/>
                </a:lnTo>
                <a:lnTo>
                  <a:pt x="571193" y="1115197"/>
                </a:lnTo>
                <a:lnTo>
                  <a:pt x="560289" y="1119770"/>
                </a:lnTo>
                <a:lnTo>
                  <a:pt x="552238" y="1123113"/>
                </a:lnTo>
                <a:lnTo>
                  <a:pt x="545922" y="1125763"/>
                </a:lnTo>
                <a:lnTo>
                  <a:pt x="533232" y="1131028"/>
                </a:lnTo>
                <a:lnTo>
                  <a:pt x="531556" y="1131732"/>
                </a:lnTo>
                <a:lnTo>
                  <a:pt x="517190" y="1137730"/>
                </a:lnTo>
                <a:lnTo>
                  <a:pt x="514268" y="1138944"/>
                </a:lnTo>
                <a:lnTo>
                  <a:pt x="502823" y="1143743"/>
                </a:lnTo>
                <a:lnTo>
                  <a:pt x="495317" y="1146860"/>
                </a:lnTo>
                <a:lnTo>
                  <a:pt x="488457" y="1149738"/>
                </a:lnTo>
                <a:lnTo>
                  <a:pt x="476318" y="1154775"/>
                </a:lnTo>
                <a:lnTo>
                  <a:pt x="474091" y="1155710"/>
                </a:lnTo>
                <a:lnTo>
                  <a:pt x="459724" y="1161701"/>
                </a:lnTo>
                <a:lnTo>
                  <a:pt x="457342" y="1162691"/>
                </a:lnTo>
                <a:lnTo>
                  <a:pt x="445358" y="1167715"/>
                </a:lnTo>
                <a:lnTo>
                  <a:pt x="438396" y="1170606"/>
                </a:lnTo>
                <a:lnTo>
                  <a:pt x="430991" y="1173713"/>
                </a:lnTo>
                <a:lnTo>
                  <a:pt x="419403" y="1178522"/>
                </a:lnTo>
                <a:lnTo>
                  <a:pt x="416625" y="1179688"/>
                </a:lnTo>
                <a:lnTo>
                  <a:pt x="402259" y="1185672"/>
                </a:lnTo>
                <a:lnTo>
                  <a:pt x="400415" y="1186438"/>
                </a:lnTo>
                <a:lnTo>
                  <a:pt x="387892" y="1191688"/>
                </a:lnTo>
                <a:lnTo>
                  <a:pt x="381474" y="1194353"/>
                </a:lnTo>
                <a:lnTo>
                  <a:pt x="373526" y="1197688"/>
                </a:lnTo>
                <a:lnTo>
                  <a:pt x="362488" y="1202269"/>
                </a:lnTo>
                <a:lnTo>
                  <a:pt x="359160" y="1203666"/>
                </a:lnTo>
                <a:lnTo>
                  <a:pt x="344793" y="1209642"/>
                </a:lnTo>
                <a:lnTo>
                  <a:pt x="343488" y="1210185"/>
                </a:lnTo>
                <a:lnTo>
                  <a:pt x="330427" y="1215660"/>
                </a:lnTo>
                <a:lnTo>
                  <a:pt x="324551" y="1218100"/>
                </a:lnTo>
                <a:lnTo>
                  <a:pt x="316060" y="1221662"/>
                </a:lnTo>
                <a:lnTo>
                  <a:pt x="305571" y="1226016"/>
                </a:lnTo>
                <a:lnTo>
                  <a:pt x="301694" y="1227643"/>
                </a:lnTo>
                <a:lnTo>
                  <a:pt x="287328" y="1233613"/>
                </a:lnTo>
                <a:lnTo>
                  <a:pt x="286560" y="1233931"/>
                </a:lnTo>
                <a:lnTo>
                  <a:pt x="272961" y="1239632"/>
                </a:lnTo>
                <a:lnTo>
                  <a:pt x="267628" y="1241847"/>
                </a:lnTo>
                <a:lnTo>
                  <a:pt x="258595" y="1245636"/>
                </a:lnTo>
                <a:lnTo>
                  <a:pt x="248654" y="1249763"/>
                </a:lnTo>
                <a:lnTo>
                  <a:pt x="244228" y="1251620"/>
                </a:lnTo>
                <a:lnTo>
                  <a:pt x="229862" y="1257583"/>
                </a:lnTo>
                <a:lnTo>
                  <a:pt x="229632" y="1257678"/>
                </a:lnTo>
                <a:lnTo>
                  <a:pt x="215496" y="1263604"/>
                </a:lnTo>
                <a:lnTo>
                  <a:pt x="210705" y="1265594"/>
                </a:lnTo>
                <a:lnTo>
                  <a:pt x="201129" y="1269610"/>
                </a:lnTo>
                <a:lnTo>
                  <a:pt x="191736" y="1273510"/>
                </a:lnTo>
                <a:lnTo>
                  <a:pt x="186763" y="1275597"/>
                </a:lnTo>
                <a:lnTo>
                  <a:pt x="172714" y="1281425"/>
                </a:lnTo>
                <a:lnTo>
                  <a:pt x="172397" y="1281559"/>
                </a:lnTo>
                <a:lnTo>
                  <a:pt x="158030" y="1287575"/>
                </a:lnTo>
                <a:lnTo>
                  <a:pt x="153780" y="1289341"/>
                </a:lnTo>
                <a:lnTo>
                  <a:pt x="143664" y="1293583"/>
                </a:lnTo>
                <a:lnTo>
                  <a:pt x="134817" y="1297257"/>
                </a:lnTo>
                <a:lnTo>
                  <a:pt x="129297" y="1299573"/>
                </a:lnTo>
                <a:lnTo>
                  <a:pt x="115802" y="1305172"/>
                </a:lnTo>
                <a:lnTo>
                  <a:pt x="114931" y="1305538"/>
                </a:lnTo>
                <a:lnTo>
                  <a:pt x="100565" y="1311547"/>
                </a:lnTo>
                <a:lnTo>
                  <a:pt x="96856" y="1313088"/>
                </a:lnTo>
                <a:lnTo>
                  <a:pt x="86198" y="1317557"/>
                </a:lnTo>
                <a:lnTo>
                  <a:pt x="77898" y="1321003"/>
                </a:lnTo>
                <a:lnTo>
                  <a:pt x="71832" y="1323549"/>
                </a:lnTo>
                <a:lnTo>
                  <a:pt x="58889" y="1328919"/>
                </a:lnTo>
                <a:lnTo>
                  <a:pt x="57466" y="1329517"/>
                </a:lnTo>
                <a:lnTo>
                  <a:pt x="43099" y="1335518"/>
                </a:lnTo>
                <a:lnTo>
                  <a:pt x="39930" y="1336835"/>
                </a:lnTo>
                <a:lnTo>
                  <a:pt x="28733" y="1341530"/>
                </a:lnTo>
                <a:lnTo>
                  <a:pt x="20977" y="1344750"/>
                </a:lnTo>
                <a:lnTo>
                  <a:pt x="14366" y="1347524"/>
                </a:lnTo>
                <a:lnTo>
                  <a:pt x="1976" y="1352666"/>
                </a:lnTo>
                <a:lnTo>
                  <a:pt x="0" y="1353495"/>
                </a:lnTo>
                <a:lnTo>
                  <a:pt x="0" y="1360581"/>
                </a:lnTo>
                <a:lnTo>
                  <a:pt x="0" y="1368497"/>
                </a:lnTo>
                <a:lnTo>
                  <a:pt x="0" y="1376413"/>
                </a:lnTo>
                <a:lnTo>
                  <a:pt x="0" y="1379581"/>
                </a:lnTo>
                <a:lnTo>
                  <a:pt x="7497" y="1376413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B7D3E-7A06-4A06-AE00-92409301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785498"/>
            <a:ext cx="3261168" cy="1385260"/>
          </a:xfrm>
          <a:custGeom xmlns:a="http://schemas.openxmlformats.org/drawingml/2006/main">
            <a:pathLst>
              <a:path w="3261168" h="1385260">
                <a:moveTo>
                  <a:pt x="11425" y="1380398"/>
                </a:moveTo>
                <a:lnTo>
                  <a:pt x="14366" y="1379196"/>
                </a:lnTo>
                <a:lnTo>
                  <a:pt x="28733" y="1373165"/>
                </a:lnTo>
                <a:lnTo>
                  <a:pt x="30335" y="1372482"/>
                </a:lnTo>
                <a:lnTo>
                  <a:pt x="43099" y="1367268"/>
                </a:lnTo>
                <a:lnTo>
                  <a:pt x="49446" y="1364567"/>
                </a:lnTo>
                <a:lnTo>
                  <a:pt x="57466" y="1361290"/>
                </a:lnTo>
                <a:lnTo>
                  <a:pt x="68364" y="1356651"/>
                </a:lnTo>
                <a:lnTo>
                  <a:pt x="71832" y="1355234"/>
                </a:lnTo>
                <a:lnTo>
                  <a:pt x="86198" y="1349173"/>
                </a:lnTo>
                <a:lnTo>
                  <a:pt x="87227" y="1348735"/>
                </a:lnTo>
                <a:lnTo>
                  <a:pt x="100565" y="1343287"/>
                </a:lnTo>
                <a:lnTo>
                  <a:pt x="106360" y="1340820"/>
                </a:lnTo>
                <a:lnTo>
                  <a:pt x="114931" y="1337318"/>
                </a:lnTo>
                <a:lnTo>
                  <a:pt x="125301" y="1332904"/>
                </a:lnTo>
                <a:lnTo>
                  <a:pt x="129297" y="1331271"/>
                </a:lnTo>
                <a:lnTo>
                  <a:pt x="143664" y="1325181"/>
                </a:lnTo>
                <a:lnTo>
                  <a:pt x="144115" y="1324988"/>
                </a:lnTo>
                <a:lnTo>
                  <a:pt x="158030" y="1319305"/>
                </a:lnTo>
                <a:lnTo>
                  <a:pt x="163273" y="1317073"/>
                </a:lnTo>
                <a:lnTo>
                  <a:pt x="172397" y="1313345"/>
                </a:lnTo>
                <a:lnTo>
                  <a:pt x="182236" y="1309157"/>
                </a:lnTo>
                <a:lnTo>
                  <a:pt x="186763" y="1307307"/>
                </a:lnTo>
                <a:lnTo>
                  <a:pt x="201016" y="1301242"/>
                </a:lnTo>
                <a:lnTo>
                  <a:pt x="201129" y="1301195"/>
                </a:lnTo>
                <a:lnTo>
                  <a:pt x="215496" y="1295321"/>
                </a:lnTo>
                <a:lnTo>
                  <a:pt x="220182" y="1293326"/>
                </a:lnTo>
                <a:lnTo>
                  <a:pt x="229862" y="1289371"/>
                </a:lnTo>
                <a:lnTo>
                  <a:pt x="239167" y="1285410"/>
                </a:lnTo>
                <a:lnTo>
                  <a:pt x="244228" y="1283342"/>
                </a:lnTo>
                <a:lnTo>
                  <a:pt x="257969" y="1277495"/>
                </a:lnTo>
                <a:lnTo>
                  <a:pt x="258595" y="1277239"/>
                </a:lnTo>
                <a:lnTo>
                  <a:pt x="272961" y="1271336"/>
                </a:lnTo>
                <a:lnTo>
                  <a:pt x="277089" y="1269579"/>
                </a:lnTo>
                <a:lnTo>
                  <a:pt x="287328" y="1265396"/>
                </a:lnTo>
                <a:lnTo>
                  <a:pt x="296097" y="1261663"/>
                </a:lnTo>
                <a:lnTo>
                  <a:pt x="301694" y="1259376"/>
                </a:lnTo>
                <a:lnTo>
                  <a:pt x="314919" y="1253748"/>
                </a:lnTo>
                <a:lnTo>
                  <a:pt x="316060" y="1253281"/>
                </a:lnTo>
                <a:lnTo>
                  <a:pt x="330427" y="1247350"/>
                </a:lnTo>
                <a:lnTo>
                  <a:pt x="333993" y="1245832"/>
                </a:lnTo>
                <a:lnTo>
                  <a:pt x="344793" y="1241420"/>
                </a:lnTo>
                <a:lnTo>
                  <a:pt x="353023" y="1237917"/>
                </a:lnTo>
                <a:lnTo>
                  <a:pt x="359160" y="1235409"/>
                </a:lnTo>
                <a:lnTo>
                  <a:pt x="371867" y="1230001"/>
                </a:lnTo>
                <a:lnTo>
                  <a:pt x="373526" y="1229323"/>
                </a:lnTo>
                <a:lnTo>
                  <a:pt x="387892" y="1223363"/>
                </a:lnTo>
                <a:lnTo>
                  <a:pt x="390894" y="1222085"/>
                </a:lnTo>
                <a:lnTo>
                  <a:pt x="402259" y="1217443"/>
                </a:lnTo>
                <a:lnTo>
                  <a:pt x="409947" y="1214170"/>
                </a:lnTo>
                <a:lnTo>
                  <a:pt x="416625" y="1211441"/>
                </a:lnTo>
                <a:lnTo>
                  <a:pt x="428812" y="1206254"/>
                </a:lnTo>
                <a:lnTo>
                  <a:pt x="430991" y="1205363"/>
                </a:lnTo>
                <a:lnTo>
                  <a:pt x="445358" y="1199375"/>
                </a:lnTo>
                <a:lnTo>
                  <a:pt x="447792" y="1198338"/>
                </a:lnTo>
                <a:lnTo>
                  <a:pt x="459724" y="1193464"/>
                </a:lnTo>
                <a:lnTo>
                  <a:pt x="466868" y="1190423"/>
                </a:lnTo>
                <a:lnTo>
                  <a:pt x="474091" y="1187472"/>
                </a:lnTo>
                <a:lnTo>
                  <a:pt x="485755" y="1182507"/>
                </a:lnTo>
                <a:lnTo>
                  <a:pt x="488457" y="1181403"/>
                </a:lnTo>
                <a:lnTo>
                  <a:pt x="502823" y="1175385"/>
                </a:lnTo>
                <a:lnTo>
                  <a:pt x="504688" y="1174592"/>
                </a:lnTo>
                <a:lnTo>
                  <a:pt x="517190" y="1169485"/>
                </a:lnTo>
                <a:lnTo>
                  <a:pt x="523787" y="1166676"/>
                </a:lnTo>
                <a:lnTo>
                  <a:pt x="531556" y="1163502"/>
                </a:lnTo>
                <a:lnTo>
                  <a:pt x="542696" y="1158760"/>
                </a:lnTo>
                <a:lnTo>
                  <a:pt x="545922" y="1157442"/>
                </a:lnTo>
                <a:lnTo>
                  <a:pt x="560289" y="1151395"/>
                </a:lnTo>
                <a:lnTo>
                  <a:pt x="561580" y="1150845"/>
                </a:lnTo>
                <a:lnTo>
                  <a:pt x="574655" y="1145504"/>
                </a:lnTo>
                <a:lnTo>
                  <a:pt x="580703" y="1142929"/>
                </a:lnTo>
                <a:lnTo>
                  <a:pt x="589022" y="1139530"/>
                </a:lnTo>
                <a:lnTo>
                  <a:pt x="599634" y="1135013"/>
                </a:lnTo>
                <a:lnTo>
                  <a:pt x="603388" y="1133479"/>
                </a:lnTo>
                <a:lnTo>
                  <a:pt x="617754" y="1127403"/>
                </a:lnTo>
                <a:lnTo>
                  <a:pt x="618470" y="1127098"/>
                </a:lnTo>
                <a:lnTo>
                  <a:pt x="632121" y="1121522"/>
                </a:lnTo>
                <a:lnTo>
                  <a:pt x="637617" y="1119182"/>
                </a:lnTo>
                <a:lnTo>
                  <a:pt x="646487" y="1115558"/>
                </a:lnTo>
                <a:lnTo>
                  <a:pt x="656327" y="1111267"/>
                </a:lnTo>
                <a:lnTo>
                  <a:pt x="660854" y="1109376"/>
                </a:lnTo>
                <a:lnTo>
                  <a:pt x="674559" y="1103351"/>
                </a:lnTo>
                <a:lnTo>
                  <a:pt x="675220" y="1103071"/>
                </a:lnTo>
                <a:lnTo>
                  <a:pt x="689586" y="1096943"/>
                </a:lnTo>
                <a:lnTo>
                  <a:pt x="693014" y="1095435"/>
                </a:lnTo>
                <a:lnTo>
                  <a:pt x="703953" y="1090799"/>
                </a:lnTo>
                <a:lnTo>
                  <a:pt x="711409" y="1087520"/>
                </a:lnTo>
                <a:lnTo>
                  <a:pt x="718319" y="1084590"/>
                </a:lnTo>
                <a:lnTo>
                  <a:pt x="729660" y="1079604"/>
                </a:lnTo>
                <a:lnTo>
                  <a:pt x="732685" y="1078321"/>
                </a:lnTo>
                <a:lnTo>
                  <a:pt x="747052" y="1072051"/>
                </a:lnTo>
                <a:lnTo>
                  <a:pt x="747875" y="1071688"/>
                </a:lnTo>
                <a:lnTo>
                  <a:pt x="761418" y="1065949"/>
                </a:lnTo>
                <a:lnTo>
                  <a:pt x="766366" y="1063773"/>
                </a:lnTo>
                <a:lnTo>
                  <a:pt x="775785" y="1059781"/>
                </a:lnTo>
                <a:lnTo>
                  <a:pt x="784707" y="1055857"/>
                </a:lnTo>
                <a:lnTo>
                  <a:pt x="790151" y="1053549"/>
                </a:lnTo>
                <a:lnTo>
                  <a:pt x="802905" y="1047942"/>
                </a:lnTo>
                <a:lnTo>
                  <a:pt x="804517" y="1047258"/>
                </a:lnTo>
                <a:lnTo>
                  <a:pt x="818884" y="1041073"/>
                </a:lnTo>
                <a:lnTo>
                  <a:pt x="821264" y="1040026"/>
                </a:lnTo>
                <a:lnTo>
                  <a:pt x="833250" y="1034946"/>
                </a:lnTo>
                <a:lnTo>
                  <a:pt x="839697" y="1032110"/>
                </a:lnTo>
                <a:lnTo>
                  <a:pt x="847616" y="1028753"/>
                </a:lnTo>
                <a:lnTo>
                  <a:pt x="857984" y="1024195"/>
                </a:lnTo>
                <a:lnTo>
                  <a:pt x="861983" y="1022499"/>
                </a:lnTo>
                <a:lnTo>
                  <a:pt x="876131" y="1016279"/>
                </a:lnTo>
                <a:lnTo>
                  <a:pt x="876349" y="1016187"/>
                </a:lnTo>
                <a:lnTo>
                  <a:pt x="890715" y="1009929"/>
                </a:lnTo>
                <a:lnTo>
                  <a:pt x="894177" y="1008363"/>
                </a:lnTo>
                <a:lnTo>
                  <a:pt x="905082" y="1003593"/>
                </a:lnTo>
                <a:lnTo>
                  <a:pt x="912037" y="1000448"/>
                </a:lnTo>
                <a:lnTo>
                  <a:pt x="919448" y="997205"/>
                </a:lnTo>
                <a:lnTo>
                  <a:pt x="929785" y="992532"/>
                </a:lnTo>
                <a:lnTo>
                  <a:pt x="933815" y="990769"/>
                </a:lnTo>
                <a:lnTo>
                  <a:pt x="947425" y="984617"/>
                </a:lnTo>
                <a:lnTo>
                  <a:pt x="948181" y="984286"/>
                </a:lnTo>
                <a:lnTo>
                  <a:pt x="962547" y="977953"/>
                </a:lnTo>
                <a:lnTo>
                  <a:pt x="965317" y="976701"/>
                </a:lnTo>
                <a:lnTo>
                  <a:pt x="976914" y="971628"/>
                </a:lnTo>
                <a:lnTo>
                  <a:pt x="983200" y="968785"/>
                </a:lnTo>
                <a:lnTo>
                  <a:pt x="991280" y="965250"/>
                </a:lnTo>
                <a:lnTo>
                  <a:pt x="1000969" y="960870"/>
                </a:lnTo>
                <a:lnTo>
                  <a:pt x="1005647" y="958823"/>
                </a:lnTo>
                <a:lnTo>
                  <a:pt x="1018630" y="952954"/>
                </a:lnTo>
                <a:lnTo>
                  <a:pt x="1020013" y="952369"/>
                </a:lnTo>
                <a:lnTo>
                  <a:pt x="1034379" y="946394"/>
                </a:lnTo>
                <a:lnTo>
                  <a:pt x="1037570" y="945038"/>
                </a:lnTo>
                <a:lnTo>
                  <a:pt x="1048746" y="940493"/>
                </a:lnTo>
                <a:lnTo>
                  <a:pt x="1056678" y="937123"/>
                </a:lnTo>
                <a:lnTo>
                  <a:pt x="1063112" y="934505"/>
                </a:lnTo>
                <a:lnTo>
                  <a:pt x="1075586" y="929207"/>
                </a:lnTo>
                <a:lnTo>
                  <a:pt x="1077478" y="928437"/>
                </a:lnTo>
                <a:lnTo>
                  <a:pt x="1091845" y="922486"/>
                </a:lnTo>
                <a:lnTo>
                  <a:pt x="1094656" y="921292"/>
                </a:lnTo>
                <a:lnTo>
                  <a:pt x="1106211" y="916592"/>
                </a:lnTo>
                <a:lnTo>
                  <a:pt x="1113781" y="913376"/>
                </a:lnTo>
                <a:lnTo>
                  <a:pt x="1120578" y="910611"/>
                </a:lnTo>
                <a:lnTo>
                  <a:pt x="1132556" y="905460"/>
                </a:lnTo>
                <a:lnTo>
                  <a:pt x="1134944" y="904474"/>
                </a:lnTo>
                <a:lnTo>
                  <a:pt x="1149310" y="898362"/>
                </a:lnTo>
                <a:lnTo>
                  <a:pt x="1151198" y="897545"/>
                </a:lnTo>
                <a:lnTo>
                  <a:pt x="1163677" y="892360"/>
                </a:lnTo>
                <a:lnTo>
                  <a:pt x="1169985" y="889629"/>
                </a:lnTo>
                <a:lnTo>
                  <a:pt x="1178043" y="886280"/>
                </a:lnTo>
                <a:lnTo>
                  <a:pt x="1188594" y="881713"/>
                </a:lnTo>
                <a:lnTo>
                  <a:pt x="1192410" y="880128"/>
                </a:lnTo>
                <a:lnTo>
                  <a:pt x="1206776" y="873928"/>
                </a:lnTo>
                <a:lnTo>
                  <a:pt x="1207076" y="873798"/>
                </a:lnTo>
                <a:lnTo>
                  <a:pt x="1221142" y="867954"/>
                </a:lnTo>
                <a:lnTo>
                  <a:pt x="1225928" y="865882"/>
                </a:lnTo>
                <a:lnTo>
                  <a:pt x="1235509" y="861901"/>
                </a:lnTo>
                <a:lnTo>
                  <a:pt x="1244598" y="857967"/>
                </a:lnTo>
                <a:lnTo>
                  <a:pt x="1249875" y="855773"/>
                </a:lnTo>
                <a:lnTo>
                  <a:pt x="1263099" y="850051"/>
                </a:lnTo>
                <a:lnTo>
                  <a:pt x="1264241" y="849576"/>
                </a:lnTo>
                <a:lnTo>
                  <a:pt x="1278608" y="843538"/>
                </a:lnTo>
                <a:lnTo>
                  <a:pt x="1281849" y="842135"/>
                </a:lnTo>
                <a:lnTo>
                  <a:pt x="1292974" y="837512"/>
                </a:lnTo>
                <a:lnTo>
                  <a:pt x="1300581" y="834220"/>
                </a:lnTo>
                <a:lnTo>
                  <a:pt x="1307341" y="831410"/>
                </a:lnTo>
                <a:lnTo>
                  <a:pt x="1319140" y="826304"/>
                </a:lnTo>
                <a:lnTo>
                  <a:pt x="1321707" y="825237"/>
                </a:lnTo>
                <a:lnTo>
                  <a:pt x="1336073" y="819113"/>
                </a:lnTo>
                <a:lnTo>
                  <a:pt x="1337747" y="818389"/>
                </a:lnTo>
                <a:lnTo>
                  <a:pt x="1350440" y="813115"/>
                </a:lnTo>
                <a:lnTo>
                  <a:pt x="1356543" y="810473"/>
                </a:lnTo>
                <a:lnTo>
                  <a:pt x="1364806" y="807039"/>
                </a:lnTo>
                <a:lnTo>
                  <a:pt x="1375161" y="802557"/>
                </a:lnTo>
                <a:lnTo>
                  <a:pt x="1379172" y="800889"/>
                </a:lnTo>
                <a:lnTo>
                  <a:pt x="1393539" y="794678"/>
                </a:lnTo>
                <a:lnTo>
                  <a:pt x="1393623" y="794642"/>
                </a:lnTo>
                <a:lnTo>
                  <a:pt x="1407905" y="788708"/>
                </a:lnTo>
                <a:lnTo>
                  <a:pt x="1412483" y="786726"/>
                </a:lnTo>
                <a:lnTo>
                  <a:pt x="1422272" y="782658"/>
                </a:lnTo>
                <a:lnTo>
                  <a:pt x="1431162" y="778810"/>
                </a:lnTo>
                <a:lnTo>
                  <a:pt x="1436638" y="776534"/>
                </a:lnTo>
                <a:lnTo>
                  <a:pt x="1449670" y="770895"/>
                </a:lnTo>
                <a:lnTo>
                  <a:pt x="1451004" y="770340"/>
                </a:lnTo>
                <a:lnTo>
                  <a:pt x="1465371" y="764291"/>
                </a:lnTo>
                <a:lnTo>
                  <a:pt x="1468401" y="762979"/>
                </a:lnTo>
                <a:lnTo>
                  <a:pt x="1479737" y="758269"/>
                </a:lnTo>
                <a:lnTo>
                  <a:pt x="1487142" y="755063"/>
                </a:lnTo>
                <a:lnTo>
                  <a:pt x="1494104" y="752170"/>
                </a:lnTo>
                <a:lnTo>
                  <a:pt x="1505708" y="747148"/>
                </a:lnTo>
                <a:lnTo>
                  <a:pt x="1508470" y="746000"/>
                </a:lnTo>
                <a:lnTo>
                  <a:pt x="1522836" y="739864"/>
                </a:lnTo>
                <a:lnTo>
                  <a:pt x="1524296" y="739232"/>
                </a:lnTo>
                <a:lnTo>
                  <a:pt x="1537203" y="733870"/>
                </a:lnTo>
                <a:lnTo>
                  <a:pt x="1543503" y="731317"/>
                </a:lnTo>
                <a:lnTo>
                  <a:pt x="1551569" y="728244"/>
                </a:lnTo>
                <a:lnTo>
                  <a:pt x="1563927" y="723401"/>
                </a:lnTo>
                <a:lnTo>
                  <a:pt x="1565935" y="722655"/>
                </a:lnTo>
                <a:lnTo>
                  <a:pt x="1580302" y="717230"/>
                </a:lnTo>
                <a:lnTo>
                  <a:pt x="1584752" y="715485"/>
                </a:lnTo>
                <a:lnTo>
                  <a:pt x="1594668" y="711807"/>
                </a:lnTo>
                <a:lnTo>
                  <a:pt x="1605480" y="707570"/>
                </a:lnTo>
                <a:lnTo>
                  <a:pt x="1609035" y="706250"/>
                </a:lnTo>
                <a:lnTo>
                  <a:pt x="1623401" y="700750"/>
                </a:lnTo>
                <a:lnTo>
                  <a:pt x="1626195" y="699654"/>
                </a:lnTo>
                <a:lnTo>
                  <a:pt x="1637767" y="695362"/>
                </a:lnTo>
                <a:lnTo>
                  <a:pt x="1647011" y="691739"/>
                </a:lnTo>
                <a:lnTo>
                  <a:pt x="1652134" y="689838"/>
                </a:lnTo>
                <a:lnTo>
                  <a:pt x="1666500" y="684260"/>
                </a:lnTo>
                <a:lnTo>
                  <a:pt x="1667615" y="683823"/>
                </a:lnTo>
                <a:lnTo>
                  <a:pt x="1680866" y="678908"/>
                </a:lnTo>
                <a:lnTo>
                  <a:pt x="1688522" y="675907"/>
                </a:lnTo>
                <a:lnTo>
                  <a:pt x="1695233" y="673417"/>
                </a:lnTo>
                <a:lnTo>
                  <a:pt x="1709079" y="667992"/>
                </a:lnTo>
                <a:lnTo>
                  <a:pt x="1709599" y="667799"/>
                </a:lnTo>
                <a:lnTo>
                  <a:pt x="1723966" y="662446"/>
                </a:lnTo>
                <a:lnTo>
                  <a:pt x="1730010" y="660076"/>
                </a:lnTo>
                <a:lnTo>
                  <a:pt x="1738332" y="656988"/>
                </a:lnTo>
                <a:lnTo>
                  <a:pt x="1750652" y="652160"/>
                </a:lnTo>
                <a:lnTo>
                  <a:pt x="1752698" y="651401"/>
                </a:lnTo>
                <a:lnTo>
                  <a:pt x="1767065" y="645974"/>
                </a:lnTo>
                <a:lnTo>
                  <a:pt x="1771475" y="644245"/>
                </a:lnTo>
                <a:lnTo>
                  <a:pt x="1781431" y="640551"/>
                </a:lnTo>
                <a:lnTo>
                  <a:pt x="1792205" y="636329"/>
                </a:lnTo>
                <a:lnTo>
                  <a:pt x="1795798" y="634996"/>
                </a:lnTo>
                <a:lnTo>
                  <a:pt x="1810164" y="629646"/>
                </a:lnTo>
                <a:lnTo>
                  <a:pt x="1813471" y="628414"/>
                </a:lnTo>
                <a:lnTo>
                  <a:pt x="1824530" y="624564"/>
                </a:lnTo>
                <a:lnTo>
                  <a:pt x="1835366" y="620498"/>
                </a:lnTo>
                <a:lnTo>
                  <a:pt x="1838897" y="619259"/>
                </a:lnTo>
                <a:lnTo>
                  <a:pt x="1853263" y="614076"/>
                </a:lnTo>
                <a:lnTo>
                  <a:pt x="1857378" y="612582"/>
                </a:lnTo>
                <a:lnTo>
                  <a:pt x="1867629" y="609054"/>
                </a:lnTo>
                <a:lnTo>
                  <a:pt x="1879723" y="604667"/>
                </a:lnTo>
                <a:lnTo>
                  <a:pt x="1881996" y="603884"/>
                </a:lnTo>
                <a:lnTo>
                  <a:pt x="1896362" y="598864"/>
                </a:lnTo>
                <a:lnTo>
                  <a:pt x="1902185" y="596751"/>
                </a:lnTo>
                <a:lnTo>
                  <a:pt x="1910729" y="593810"/>
                </a:lnTo>
                <a:lnTo>
                  <a:pt x="1924443" y="588835"/>
                </a:lnTo>
                <a:lnTo>
                  <a:pt x="1925095" y="588611"/>
                </a:lnTo>
                <a:lnTo>
                  <a:pt x="1939461" y="583646"/>
                </a:lnTo>
                <a:lnTo>
                  <a:pt x="1946973" y="580920"/>
                </a:lnTo>
                <a:lnTo>
                  <a:pt x="1953828" y="578560"/>
                </a:lnTo>
                <a:lnTo>
                  <a:pt x="1968194" y="573384"/>
                </a:lnTo>
                <a:lnTo>
                  <a:pt x="1969240" y="573004"/>
                </a:lnTo>
                <a:lnTo>
                  <a:pt x="1982560" y="568420"/>
                </a:lnTo>
                <a:lnTo>
                  <a:pt x="1991743" y="565089"/>
                </a:lnTo>
                <a:lnTo>
                  <a:pt x="1996927" y="563304"/>
                </a:lnTo>
                <a:lnTo>
                  <a:pt x="2011293" y="558185"/>
                </a:lnTo>
                <a:lnTo>
                  <a:pt x="2014081" y="557173"/>
                </a:lnTo>
                <a:lnTo>
                  <a:pt x="2025660" y="553188"/>
                </a:lnTo>
                <a:lnTo>
                  <a:pt x="2036494" y="549257"/>
                </a:lnTo>
                <a:lnTo>
                  <a:pt x="2040026" y="548041"/>
                </a:lnTo>
                <a:lnTo>
                  <a:pt x="2054392" y="542978"/>
                </a:lnTo>
                <a:lnTo>
                  <a:pt x="2058902" y="541342"/>
                </a:lnTo>
                <a:lnTo>
                  <a:pt x="2068759" y="537949"/>
                </a:lnTo>
                <a:lnTo>
                  <a:pt x="2081227" y="533426"/>
                </a:lnTo>
                <a:lnTo>
                  <a:pt x="2083125" y="532773"/>
                </a:lnTo>
                <a:lnTo>
                  <a:pt x="2097492" y="527765"/>
                </a:lnTo>
                <a:lnTo>
                  <a:pt x="2103705" y="525510"/>
                </a:lnTo>
                <a:lnTo>
                  <a:pt x="2111858" y="522704"/>
                </a:lnTo>
                <a:lnTo>
                  <a:pt x="2125943" y="517595"/>
                </a:lnTo>
                <a:lnTo>
                  <a:pt x="2126224" y="517498"/>
                </a:lnTo>
                <a:lnTo>
                  <a:pt x="2140591" y="512545"/>
                </a:lnTo>
                <a:lnTo>
                  <a:pt x="2148488" y="509679"/>
                </a:lnTo>
                <a:lnTo>
                  <a:pt x="2154957" y="507453"/>
                </a:lnTo>
                <a:lnTo>
                  <a:pt x="2169323" y="502289"/>
                </a:lnTo>
                <a:lnTo>
                  <a:pt x="2170771" y="501764"/>
                </a:lnTo>
                <a:lnTo>
                  <a:pt x="2183690" y="497318"/>
                </a:lnTo>
                <a:lnTo>
                  <a:pt x="2193254" y="493848"/>
                </a:lnTo>
                <a:lnTo>
                  <a:pt x="2198056" y="492195"/>
                </a:lnTo>
                <a:lnTo>
                  <a:pt x="2212423" y="487089"/>
                </a:lnTo>
                <a:lnTo>
                  <a:pt x="2215608" y="485932"/>
                </a:lnTo>
                <a:lnTo>
                  <a:pt x="2226789" y="482084"/>
                </a:lnTo>
                <a:lnTo>
                  <a:pt x="2238001" y="478017"/>
                </a:lnTo>
                <a:lnTo>
                  <a:pt x="2241155" y="476931"/>
                </a:lnTo>
                <a:lnTo>
                  <a:pt x="2255522" y="471881"/>
                </a:lnTo>
                <a:lnTo>
                  <a:pt x="2260425" y="470101"/>
                </a:lnTo>
                <a:lnTo>
                  <a:pt x="2269888" y="466844"/>
                </a:lnTo>
                <a:lnTo>
                  <a:pt x="2282730" y="462186"/>
                </a:lnTo>
                <a:lnTo>
                  <a:pt x="2284255" y="461661"/>
                </a:lnTo>
                <a:lnTo>
                  <a:pt x="2298621" y="456666"/>
                </a:lnTo>
                <a:lnTo>
                  <a:pt x="2305224" y="454270"/>
                </a:lnTo>
                <a:lnTo>
                  <a:pt x="2312987" y="451597"/>
                </a:lnTo>
                <a:lnTo>
                  <a:pt x="2327353" y="446389"/>
                </a:lnTo>
                <a:lnTo>
                  <a:pt x="2327451" y="446354"/>
                </a:lnTo>
                <a:lnTo>
                  <a:pt x="2341720" y="441444"/>
                </a:lnTo>
                <a:lnTo>
                  <a:pt x="2350003" y="438439"/>
                </a:lnTo>
                <a:lnTo>
                  <a:pt x="2356086" y="436344"/>
                </a:lnTo>
                <a:lnTo>
                  <a:pt x="2370453" y="431194"/>
                </a:lnTo>
                <a:lnTo>
                  <a:pt x="2372302" y="430523"/>
                </a:lnTo>
                <a:lnTo>
                  <a:pt x="2384819" y="426216"/>
                </a:lnTo>
                <a:lnTo>
                  <a:pt x="2394764" y="422607"/>
                </a:lnTo>
                <a:lnTo>
                  <a:pt x="2399185" y="421085"/>
                </a:lnTo>
                <a:lnTo>
                  <a:pt x="2413552" y="415992"/>
                </a:lnTo>
                <a:lnTo>
                  <a:pt x="2417134" y="414692"/>
                </a:lnTo>
                <a:lnTo>
                  <a:pt x="2427918" y="410980"/>
                </a:lnTo>
                <a:lnTo>
                  <a:pt x="2439507" y="406776"/>
                </a:lnTo>
                <a:lnTo>
                  <a:pt x="2442285" y="405820"/>
                </a:lnTo>
                <a:lnTo>
                  <a:pt x="2456651" y="400783"/>
                </a:lnTo>
                <a:lnTo>
                  <a:pt x="2462106" y="398860"/>
                </a:lnTo>
                <a:lnTo>
                  <a:pt x="2471017" y="395827"/>
                </a:lnTo>
                <a:lnTo>
                  <a:pt x="2485044" y="390945"/>
                </a:lnTo>
                <a:lnTo>
                  <a:pt x="2485384" y="390833"/>
                </a:lnTo>
                <a:lnTo>
                  <a:pt x="2499750" y="386092"/>
                </a:lnTo>
                <a:lnTo>
                  <a:pt x="2508547" y="383029"/>
                </a:lnTo>
                <a:lnTo>
                  <a:pt x="2514116" y="381194"/>
                </a:lnTo>
                <a:lnTo>
                  <a:pt x="2528483" y="376295"/>
                </a:lnTo>
                <a:lnTo>
                  <a:pt x="2531872" y="375114"/>
                </a:lnTo>
                <a:lnTo>
                  <a:pt x="2542849" y="370841"/>
                </a:lnTo>
                <a:lnTo>
                  <a:pt x="2551068" y="367198"/>
                </a:lnTo>
                <a:lnTo>
                  <a:pt x="2557216" y="364541"/>
                </a:lnTo>
                <a:lnTo>
                  <a:pt x="2569078" y="359282"/>
                </a:lnTo>
                <a:lnTo>
                  <a:pt x="2571582" y="358200"/>
                </a:lnTo>
                <a:lnTo>
                  <a:pt x="2585949" y="351881"/>
                </a:lnTo>
                <a:lnTo>
                  <a:pt x="2587108" y="351367"/>
                </a:lnTo>
                <a:lnTo>
                  <a:pt x="2600315" y="345659"/>
                </a:lnTo>
                <a:lnTo>
                  <a:pt x="2605296" y="343451"/>
                </a:lnTo>
                <a:lnTo>
                  <a:pt x="2614681" y="339395"/>
                </a:lnTo>
                <a:lnTo>
                  <a:pt x="2623387" y="335535"/>
                </a:lnTo>
                <a:lnTo>
                  <a:pt x="2629048" y="333089"/>
                </a:lnTo>
                <a:lnTo>
                  <a:pt x="2641386" y="327620"/>
                </a:lnTo>
                <a:lnTo>
                  <a:pt x="2643414" y="326743"/>
                </a:lnTo>
                <a:lnTo>
                  <a:pt x="2657780" y="320445"/>
                </a:lnTo>
                <a:lnTo>
                  <a:pt x="2659451" y="319704"/>
                </a:lnTo>
                <a:lnTo>
                  <a:pt x="2672147" y="314218"/>
                </a:lnTo>
                <a:lnTo>
                  <a:pt x="2677626" y="311789"/>
                </a:lnTo>
                <a:lnTo>
                  <a:pt x="2686513" y="307948"/>
                </a:lnTo>
                <a:lnTo>
                  <a:pt x="2695705" y="303873"/>
                </a:lnTo>
                <a:lnTo>
                  <a:pt x="2700879" y="301637"/>
                </a:lnTo>
                <a:lnTo>
                  <a:pt x="2713692" y="295957"/>
                </a:lnTo>
                <a:lnTo>
                  <a:pt x="2715246" y="295286"/>
                </a:lnTo>
                <a:lnTo>
                  <a:pt x="2729612" y="289009"/>
                </a:lnTo>
                <a:lnTo>
                  <a:pt x="2731793" y="288042"/>
                </a:lnTo>
                <a:lnTo>
                  <a:pt x="2743979" y="282776"/>
                </a:lnTo>
                <a:lnTo>
                  <a:pt x="2749955" y="280126"/>
                </a:lnTo>
                <a:lnTo>
                  <a:pt x="2758345" y="276500"/>
                </a:lnTo>
                <a:lnTo>
                  <a:pt x="2768021" y="272211"/>
                </a:lnTo>
                <a:lnTo>
                  <a:pt x="2772711" y="270183"/>
                </a:lnTo>
                <a:lnTo>
                  <a:pt x="2785996" y="264295"/>
                </a:lnTo>
                <a:lnTo>
                  <a:pt x="2787078" y="263827"/>
                </a:lnTo>
                <a:lnTo>
                  <a:pt x="2801444" y="257571"/>
                </a:lnTo>
                <a:lnTo>
                  <a:pt x="2804133" y="256379"/>
                </a:lnTo>
                <a:lnTo>
                  <a:pt x="2815811" y="251333"/>
                </a:lnTo>
                <a:lnTo>
                  <a:pt x="2822282" y="248464"/>
                </a:lnTo>
                <a:lnTo>
                  <a:pt x="2830177" y="245052"/>
                </a:lnTo>
                <a:lnTo>
                  <a:pt x="2840336" y="240548"/>
                </a:lnTo>
                <a:lnTo>
                  <a:pt x="2844543" y="238729"/>
                </a:lnTo>
                <a:lnTo>
                  <a:pt x="2858299" y="232632"/>
                </a:lnTo>
                <a:lnTo>
                  <a:pt x="2858910" y="232368"/>
                </a:lnTo>
                <a:lnTo>
                  <a:pt x="2873276" y="226133"/>
                </a:lnTo>
                <a:lnTo>
                  <a:pt x="2876471" y="224717"/>
                </a:lnTo>
                <a:lnTo>
                  <a:pt x="2887642" y="219889"/>
                </a:lnTo>
                <a:lnTo>
                  <a:pt x="2894607" y="216801"/>
                </a:lnTo>
                <a:lnTo>
                  <a:pt x="2902009" y="213602"/>
                </a:lnTo>
                <a:lnTo>
                  <a:pt x="2912649" y="208886"/>
                </a:lnTo>
                <a:lnTo>
                  <a:pt x="2916375" y="207275"/>
                </a:lnTo>
                <a:lnTo>
                  <a:pt x="2930601" y="200970"/>
                </a:lnTo>
                <a:lnTo>
                  <a:pt x="2930742" y="200909"/>
                </a:lnTo>
                <a:lnTo>
                  <a:pt x="2945108" y="194695"/>
                </a:lnTo>
                <a:lnTo>
                  <a:pt x="2948808" y="193054"/>
                </a:lnTo>
                <a:lnTo>
                  <a:pt x="2959474" y="188444"/>
                </a:lnTo>
                <a:lnTo>
                  <a:pt x="2966931" y="185139"/>
                </a:lnTo>
                <a:lnTo>
                  <a:pt x="2973841" y="182152"/>
                </a:lnTo>
                <a:lnTo>
                  <a:pt x="2984961" y="177223"/>
                </a:lnTo>
                <a:lnTo>
                  <a:pt x="2988207" y="175820"/>
                </a:lnTo>
                <a:lnTo>
                  <a:pt x="3002574" y="169467"/>
                </a:lnTo>
                <a:lnTo>
                  <a:pt x="3002934" y="169307"/>
                </a:lnTo>
                <a:lnTo>
                  <a:pt x="3016940" y="163255"/>
                </a:lnTo>
                <a:lnTo>
                  <a:pt x="3021142" y="161392"/>
                </a:lnTo>
                <a:lnTo>
                  <a:pt x="3031306" y="156999"/>
                </a:lnTo>
                <a:lnTo>
                  <a:pt x="3039253" y="153476"/>
                </a:lnTo>
                <a:lnTo>
                  <a:pt x="3045673" y="150702"/>
                </a:lnTo>
                <a:lnTo>
                  <a:pt x="3057271" y="145560"/>
                </a:lnTo>
                <a:lnTo>
                  <a:pt x="3060039" y="144364"/>
                </a:lnTo>
                <a:lnTo>
                  <a:pt x="3074405" y="138041"/>
                </a:lnTo>
                <a:lnTo>
                  <a:pt x="3075301" y="137645"/>
                </a:lnTo>
                <a:lnTo>
                  <a:pt x="3088772" y="131854"/>
                </a:lnTo>
                <a:lnTo>
                  <a:pt x="3093580" y="129729"/>
                </a:lnTo>
                <a:lnTo>
                  <a:pt x="3103138" y="125618"/>
                </a:lnTo>
                <a:lnTo>
                  <a:pt x="3111743" y="121814"/>
                </a:lnTo>
                <a:lnTo>
                  <a:pt x="3117504" y="119334"/>
                </a:lnTo>
                <a:lnTo>
                  <a:pt x="3129795" y="113898"/>
                </a:lnTo>
                <a:lnTo>
                  <a:pt x="3131871" y="113004"/>
                </a:lnTo>
                <a:lnTo>
                  <a:pt x="3146237" y="106734"/>
                </a:lnTo>
                <a:lnTo>
                  <a:pt x="3147947" y="105982"/>
                </a:lnTo>
                <a:lnTo>
                  <a:pt x="3160604" y="100560"/>
                </a:lnTo>
                <a:lnTo>
                  <a:pt x="3166277" y="98067"/>
                </a:lnTo>
                <a:lnTo>
                  <a:pt x="3174970" y="94342"/>
                </a:lnTo>
                <a:lnTo>
                  <a:pt x="3184507" y="90151"/>
                </a:lnTo>
                <a:lnTo>
                  <a:pt x="3189336" y="88082"/>
                </a:lnTo>
                <a:lnTo>
                  <a:pt x="3202643" y="82236"/>
                </a:lnTo>
                <a:lnTo>
                  <a:pt x="3203703" y="81781"/>
                </a:lnTo>
                <a:lnTo>
                  <a:pt x="3218069" y="75582"/>
                </a:lnTo>
                <a:lnTo>
                  <a:pt x="3220942" y="74320"/>
                </a:lnTo>
                <a:lnTo>
                  <a:pt x="3232436" y="69395"/>
                </a:lnTo>
                <a:lnTo>
                  <a:pt x="3239242" y="66404"/>
                </a:lnTo>
                <a:lnTo>
                  <a:pt x="3246802" y="63165"/>
                </a:lnTo>
                <a:lnTo>
                  <a:pt x="3257445" y="58489"/>
                </a:lnTo>
                <a:lnTo>
                  <a:pt x="3261168" y="56893"/>
                </a:lnTo>
                <a:lnTo>
                  <a:pt x="3261168" y="50573"/>
                </a:lnTo>
                <a:lnTo>
                  <a:pt x="3261168" y="42657"/>
                </a:lnTo>
                <a:lnTo>
                  <a:pt x="3261168" y="34742"/>
                </a:lnTo>
                <a:lnTo>
                  <a:pt x="3261168" y="26826"/>
                </a:lnTo>
                <a:lnTo>
                  <a:pt x="3261168" y="18911"/>
                </a:lnTo>
                <a:lnTo>
                  <a:pt x="3261168" y="10995"/>
                </a:lnTo>
                <a:lnTo>
                  <a:pt x="3261168" y="3079"/>
                </a:lnTo>
                <a:lnTo>
                  <a:pt x="3261168" y="0"/>
                </a:lnTo>
                <a:lnTo>
                  <a:pt x="3254079" y="3079"/>
                </a:lnTo>
                <a:lnTo>
                  <a:pt x="3246802" y="6291"/>
                </a:lnTo>
                <a:lnTo>
                  <a:pt x="3235970" y="10995"/>
                </a:lnTo>
                <a:lnTo>
                  <a:pt x="3232436" y="12555"/>
                </a:lnTo>
                <a:lnTo>
                  <a:pt x="3218069" y="18800"/>
                </a:lnTo>
                <a:lnTo>
                  <a:pt x="3217815" y="18911"/>
                </a:lnTo>
                <a:lnTo>
                  <a:pt x="3203703" y="25136"/>
                </a:lnTo>
                <a:lnTo>
                  <a:pt x="3199813" y="26826"/>
                </a:lnTo>
                <a:lnTo>
                  <a:pt x="3189336" y="31449"/>
                </a:lnTo>
                <a:lnTo>
                  <a:pt x="3181755" y="34742"/>
                </a:lnTo>
                <a:lnTo>
                  <a:pt x="3174970" y="37736"/>
                </a:lnTo>
                <a:lnTo>
                  <a:pt x="3163638" y="42657"/>
                </a:lnTo>
                <a:lnTo>
                  <a:pt x="3160604" y="43997"/>
                </a:lnTo>
                <a:lnTo>
                  <a:pt x="3146237" y="50255"/>
                </a:lnTo>
                <a:lnTo>
                  <a:pt x="3145505" y="50573"/>
                </a:lnTo>
                <a:lnTo>
                  <a:pt x="3131871" y="56588"/>
                </a:lnTo>
                <a:lnTo>
                  <a:pt x="3127496" y="58489"/>
                </a:lnTo>
                <a:lnTo>
                  <a:pt x="3117504" y="62897"/>
                </a:lnTo>
                <a:lnTo>
                  <a:pt x="3109430" y="66404"/>
                </a:lnTo>
                <a:lnTo>
                  <a:pt x="3103138" y="69181"/>
                </a:lnTo>
                <a:lnTo>
                  <a:pt x="3091306" y="74320"/>
                </a:lnTo>
                <a:lnTo>
                  <a:pt x="3088772" y="75438"/>
                </a:lnTo>
                <a:lnTo>
                  <a:pt x="3074405" y="81709"/>
                </a:lnTo>
                <a:lnTo>
                  <a:pt x="3073194" y="82236"/>
                </a:lnTo>
                <a:lnTo>
                  <a:pt x="3060039" y="88039"/>
                </a:lnTo>
                <a:lnTo>
                  <a:pt x="3055178" y="90151"/>
                </a:lnTo>
                <a:lnTo>
                  <a:pt x="3045673" y="94345"/>
                </a:lnTo>
                <a:lnTo>
                  <a:pt x="3037105" y="98067"/>
                </a:lnTo>
                <a:lnTo>
                  <a:pt x="3031306" y="100626"/>
                </a:lnTo>
                <a:lnTo>
                  <a:pt x="3018971" y="105982"/>
                </a:lnTo>
                <a:lnTo>
                  <a:pt x="3016940" y="106879"/>
                </a:lnTo>
                <a:lnTo>
                  <a:pt x="3002574" y="113163"/>
                </a:lnTo>
                <a:lnTo>
                  <a:pt x="3000882" y="113898"/>
                </a:lnTo>
                <a:lnTo>
                  <a:pt x="2988207" y="119490"/>
                </a:lnTo>
                <a:lnTo>
                  <a:pt x="2982859" y="121814"/>
                </a:lnTo>
                <a:lnTo>
                  <a:pt x="2973841" y="125793"/>
                </a:lnTo>
                <a:lnTo>
                  <a:pt x="2964778" y="129729"/>
                </a:lnTo>
                <a:lnTo>
                  <a:pt x="2959474" y="132070"/>
                </a:lnTo>
                <a:lnTo>
                  <a:pt x="2946636" y="137645"/>
                </a:lnTo>
                <a:lnTo>
                  <a:pt x="2945108" y="138320"/>
                </a:lnTo>
                <a:lnTo>
                  <a:pt x="2930742" y="144617"/>
                </a:lnTo>
                <a:lnTo>
                  <a:pt x="2928569" y="145560"/>
                </a:lnTo>
                <a:lnTo>
                  <a:pt x="2916375" y="150941"/>
                </a:lnTo>
                <a:lnTo>
                  <a:pt x="2910538" y="153476"/>
                </a:lnTo>
                <a:lnTo>
                  <a:pt x="2902009" y="157240"/>
                </a:lnTo>
                <a:lnTo>
                  <a:pt x="2892450" y="161392"/>
                </a:lnTo>
                <a:lnTo>
                  <a:pt x="2887642" y="163514"/>
                </a:lnTo>
                <a:lnTo>
                  <a:pt x="2874300" y="169307"/>
                </a:lnTo>
                <a:lnTo>
                  <a:pt x="2873276" y="169759"/>
                </a:lnTo>
                <a:lnTo>
                  <a:pt x="2858910" y="176070"/>
                </a:lnTo>
                <a:lnTo>
                  <a:pt x="2856255" y="177223"/>
                </a:lnTo>
                <a:lnTo>
                  <a:pt x="2844543" y="182391"/>
                </a:lnTo>
                <a:lnTo>
                  <a:pt x="2838217" y="185139"/>
                </a:lnTo>
                <a:lnTo>
                  <a:pt x="2830177" y="188687"/>
                </a:lnTo>
                <a:lnTo>
                  <a:pt x="2820121" y="193054"/>
                </a:lnTo>
                <a:lnTo>
                  <a:pt x="2815811" y="194957"/>
                </a:lnTo>
                <a:lnTo>
                  <a:pt x="2801962" y="200970"/>
                </a:lnTo>
                <a:lnTo>
                  <a:pt x="2801444" y="201199"/>
                </a:lnTo>
                <a:lnTo>
                  <a:pt x="2787078" y="207523"/>
                </a:lnTo>
                <a:lnTo>
                  <a:pt x="2783941" y="208886"/>
                </a:lnTo>
                <a:lnTo>
                  <a:pt x="2772711" y="213840"/>
                </a:lnTo>
                <a:lnTo>
                  <a:pt x="2765895" y="216801"/>
                </a:lnTo>
                <a:lnTo>
                  <a:pt x="2758345" y="220133"/>
                </a:lnTo>
                <a:lnTo>
                  <a:pt x="2747790" y="224717"/>
                </a:lnTo>
                <a:lnTo>
                  <a:pt x="2743979" y="226399"/>
                </a:lnTo>
                <a:lnTo>
                  <a:pt x="2729624" y="232632"/>
                </a:lnTo>
                <a:lnTo>
                  <a:pt x="2729612" y="232637"/>
                </a:lnTo>
                <a:lnTo>
                  <a:pt x="2715246" y="238975"/>
                </a:lnTo>
                <a:lnTo>
                  <a:pt x="2711625" y="240548"/>
                </a:lnTo>
                <a:lnTo>
                  <a:pt x="2700879" y="245289"/>
                </a:lnTo>
                <a:lnTo>
                  <a:pt x="2693572" y="248464"/>
                </a:lnTo>
                <a:lnTo>
                  <a:pt x="2686513" y="251579"/>
                </a:lnTo>
                <a:lnTo>
                  <a:pt x="2675459" y="256379"/>
                </a:lnTo>
                <a:lnTo>
                  <a:pt x="2672147" y="257841"/>
                </a:lnTo>
                <a:lnTo>
                  <a:pt x="2657780" y="264092"/>
                </a:lnTo>
                <a:lnTo>
                  <a:pt x="2657313" y="264295"/>
                </a:lnTo>
                <a:lnTo>
                  <a:pt x="2643414" y="270427"/>
                </a:lnTo>
                <a:lnTo>
                  <a:pt x="2639308" y="272211"/>
                </a:lnTo>
                <a:lnTo>
                  <a:pt x="2629048" y="276738"/>
                </a:lnTo>
                <a:lnTo>
                  <a:pt x="2621247" y="280126"/>
                </a:lnTo>
                <a:lnTo>
                  <a:pt x="2614681" y="283024"/>
                </a:lnTo>
                <a:lnTo>
                  <a:pt x="2603127" y="288042"/>
                </a:lnTo>
                <a:lnTo>
                  <a:pt x="2600315" y="289283"/>
                </a:lnTo>
                <a:lnTo>
                  <a:pt x="2585949" y="295547"/>
                </a:lnTo>
                <a:lnTo>
                  <a:pt x="2585003" y="295957"/>
                </a:lnTo>
                <a:lnTo>
                  <a:pt x="2571582" y="301878"/>
                </a:lnTo>
                <a:lnTo>
                  <a:pt x="2566991" y="303873"/>
                </a:lnTo>
                <a:lnTo>
                  <a:pt x="2557216" y="308186"/>
                </a:lnTo>
                <a:lnTo>
                  <a:pt x="2548943" y="311789"/>
                </a:lnTo>
                <a:lnTo>
                  <a:pt x="2542849" y="314479"/>
                </a:lnTo>
                <a:lnTo>
                  <a:pt x="2531171" y="319704"/>
                </a:lnTo>
                <a:lnTo>
                  <a:pt x="2528483" y="320900"/>
                </a:lnTo>
                <a:lnTo>
                  <a:pt x="2514116" y="327373"/>
                </a:lnTo>
                <a:lnTo>
                  <a:pt x="2513567" y="327620"/>
                </a:lnTo>
                <a:lnTo>
                  <a:pt x="2499750" y="333918"/>
                </a:lnTo>
                <a:lnTo>
                  <a:pt x="2496152" y="335535"/>
                </a:lnTo>
                <a:lnTo>
                  <a:pt x="2485384" y="340445"/>
                </a:lnTo>
                <a:lnTo>
                  <a:pt x="2478697" y="343451"/>
                </a:lnTo>
                <a:lnTo>
                  <a:pt x="2471017" y="346952"/>
                </a:lnTo>
                <a:lnTo>
                  <a:pt x="2461197" y="351367"/>
                </a:lnTo>
                <a:lnTo>
                  <a:pt x="2456651" y="353233"/>
                </a:lnTo>
                <a:lnTo>
                  <a:pt x="2442285" y="358533"/>
                </a:lnTo>
                <a:lnTo>
                  <a:pt x="2440132" y="359282"/>
                </a:lnTo>
                <a:lnTo>
                  <a:pt x="2427918" y="363671"/>
                </a:lnTo>
                <a:lnTo>
                  <a:pt x="2417776" y="367198"/>
                </a:lnTo>
                <a:lnTo>
                  <a:pt x="2413552" y="368717"/>
                </a:lnTo>
                <a:lnTo>
                  <a:pt x="2399185" y="373789"/>
                </a:lnTo>
                <a:lnTo>
                  <a:pt x="2395379" y="375114"/>
                </a:lnTo>
                <a:lnTo>
                  <a:pt x="2384819" y="378909"/>
                </a:lnTo>
                <a:lnTo>
                  <a:pt x="2372968" y="383029"/>
                </a:lnTo>
                <a:lnTo>
                  <a:pt x="2370453" y="383934"/>
                </a:lnTo>
                <a:lnTo>
                  <a:pt x="2356086" y="389041"/>
                </a:lnTo>
                <a:lnTo>
                  <a:pt x="2350615" y="390945"/>
                </a:lnTo>
                <a:lnTo>
                  <a:pt x="2341720" y="394142"/>
                </a:lnTo>
                <a:lnTo>
                  <a:pt x="2328147" y="398860"/>
                </a:lnTo>
                <a:lnTo>
                  <a:pt x="2327353" y="399146"/>
                </a:lnTo>
                <a:lnTo>
                  <a:pt x="2312987" y="404290"/>
                </a:lnTo>
                <a:lnTo>
                  <a:pt x="2305840" y="406776"/>
                </a:lnTo>
                <a:lnTo>
                  <a:pt x="2298621" y="409371"/>
                </a:lnTo>
                <a:lnTo>
                  <a:pt x="2284255" y="414383"/>
                </a:lnTo>
                <a:lnTo>
                  <a:pt x="2283367" y="414692"/>
                </a:lnTo>
                <a:lnTo>
                  <a:pt x="2269888" y="419535"/>
                </a:lnTo>
                <a:lnTo>
                  <a:pt x="2261053" y="422607"/>
                </a:lnTo>
                <a:lnTo>
                  <a:pt x="2255522" y="424596"/>
                </a:lnTo>
                <a:lnTo>
                  <a:pt x="2241155" y="429642"/>
                </a:lnTo>
                <a:lnTo>
                  <a:pt x="2238623" y="430523"/>
                </a:lnTo>
                <a:lnTo>
                  <a:pt x="2226789" y="434775"/>
                </a:lnTo>
                <a:lnTo>
                  <a:pt x="2216254" y="438439"/>
                </a:lnTo>
                <a:lnTo>
                  <a:pt x="2212423" y="439817"/>
                </a:lnTo>
                <a:lnTo>
                  <a:pt x="2198056" y="444897"/>
                </a:lnTo>
                <a:lnTo>
                  <a:pt x="2193868" y="446354"/>
                </a:lnTo>
                <a:lnTo>
                  <a:pt x="2183690" y="450012"/>
                </a:lnTo>
                <a:lnTo>
                  <a:pt x="2171443" y="454270"/>
                </a:lnTo>
                <a:lnTo>
                  <a:pt x="2169323" y="455032"/>
                </a:lnTo>
                <a:lnTo>
                  <a:pt x="2154957" y="460148"/>
                </a:lnTo>
                <a:lnTo>
                  <a:pt x="2149101" y="462186"/>
                </a:lnTo>
                <a:lnTo>
                  <a:pt x="2140591" y="465245"/>
                </a:lnTo>
                <a:lnTo>
                  <a:pt x="2126620" y="470101"/>
                </a:lnTo>
                <a:lnTo>
                  <a:pt x="2126224" y="470243"/>
                </a:lnTo>
                <a:lnTo>
                  <a:pt x="2111858" y="475752"/>
                </a:lnTo>
                <a:lnTo>
                  <a:pt x="2105671" y="478017"/>
                </a:lnTo>
                <a:lnTo>
                  <a:pt x="2097492" y="481152"/>
                </a:lnTo>
                <a:lnTo>
                  <a:pt x="2084335" y="485932"/>
                </a:lnTo>
                <a:lnTo>
                  <a:pt x="2083125" y="486394"/>
                </a:lnTo>
                <a:lnTo>
                  <a:pt x="2068759" y="491899"/>
                </a:lnTo>
                <a:lnTo>
                  <a:pt x="2063567" y="493848"/>
                </a:lnTo>
                <a:lnTo>
                  <a:pt x="2054392" y="497409"/>
                </a:lnTo>
                <a:lnTo>
                  <a:pt x="2042779" y="501764"/>
                </a:lnTo>
                <a:lnTo>
                  <a:pt x="2040026" y="502833"/>
                </a:lnTo>
                <a:lnTo>
                  <a:pt x="2025660" y="508324"/>
                </a:lnTo>
                <a:lnTo>
                  <a:pt x="2022049" y="509679"/>
                </a:lnTo>
                <a:lnTo>
                  <a:pt x="2011293" y="513853"/>
                </a:lnTo>
                <a:lnTo>
                  <a:pt x="2001316" y="517595"/>
                </a:lnTo>
                <a:lnTo>
                  <a:pt x="1996927" y="519300"/>
                </a:lnTo>
                <a:lnTo>
                  <a:pt x="1982560" y="524743"/>
                </a:lnTo>
                <a:lnTo>
                  <a:pt x="1980518" y="525510"/>
                </a:lnTo>
                <a:lnTo>
                  <a:pt x="1968194" y="530292"/>
                </a:lnTo>
                <a:lnTo>
                  <a:pt x="1959839" y="533426"/>
                </a:lnTo>
                <a:lnTo>
                  <a:pt x="1953828" y="535760"/>
                </a:lnTo>
                <a:lnTo>
                  <a:pt x="1939461" y="541159"/>
                </a:lnTo>
                <a:lnTo>
                  <a:pt x="1938974" y="541342"/>
                </a:lnTo>
                <a:lnTo>
                  <a:pt x="1925095" y="546726"/>
                </a:lnTo>
                <a:lnTo>
                  <a:pt x="1918348" y="549257"/>
                </a:lnTo>
                <a:lnTo>
                  <a:pt x="1910729" y="552215"/>
                </a:lnTo>
                <a:lnTo>
                  <a:pt x="1897503" y="557173"/>
                </a:lnTo>
                <a:lnTo>
                  <a:pt x="1896362" y="557616"/>
                </a:lnTo>
                <a:lnTo>
                  <a:pt x="1881996" y="563155"/>
                </a:lnTo>
                <a:lnTo>
                  <a:pt x="1876843" y="565089"/>
                </a:lnTo>
                <a:lnTo>
                  <a:pt x="1867629" y="568665"/>
                </a:lnTo>
                <a:lnTo>
                  <a:pt x="1856056" y="573004"/>
                </a:lnTo>
                <a:lnTo>
                  <a:pt x="1853263" y="574089"/>
                </a:lnTo>
                <a:lnTo>
                  <a:pt x="1838897" y="579579"/>
                </a:lnTo>
                <a:lnTo>
                  <a:pt x="1835324" y="580920"/>
                </a:lnTo>
                <a:lnTo>
                  <a:pt x="1824530" y="585109"/>
                </a:lnTo>
                <a:lnTo>
                  <a:pt x="1814593" y="588835"/>
                </a:lnTo>
                <a:lnTo>
                  <a:pt x="1810164" y="590556"/>
                </a:lnTo>
                <a:lnTo>
                  <a:pt x="1795798" y="595998"/>
                </a:lnTo>
                <a:lnTo>
                  <a:pt x="1793793" y="596751"/>
                </a:lnTo>
                <a:lnTo>
                  <a:pt x="1781431" y="601547"/>
                </a:lnTo>
                <a:lnTo>
                  <a:pt x="1773116" y="604667"/>
                </a:lnTo>
                <a:lnTo>
                  <a:pt x="1767065" y="607016"/>
                </a:lnTo>
                <a:lnTo>
                  <a:pt x="1752698" y="612414"/>
                </a:lnTo>
                <a:lnTo>
                  <a:pt x="1752249" y="612582"/>
                </a:lnTo>
                <a:lnTo>
                  <a:pt x="1738332" y="617981"/>
                </a:lnTo>
                <a:lnTo>
                  <a:pt x="1731624" y="620498"/>
                </a:lnTo>
                <a:lnTo>
                  <a:pt x="1723966" y="623471"/>
                </a:lnTo>
                <a:lnTo>
                  <a:pt x="1710781" y="628414"/>
                </a:lnTo>
                <a:lnTo>
                  <a:pt x="1709599" y="628873"/>
                </a:lnTo>
                <a:lnTo>
                  <a:pt x="1695233" y="634410"/>
                </a:lnTo>
                <a:lnTo>
                  <a:pt x="1690118" y="636329"/>
                </a:lnTo>
                <a:lnTo>
                  <a:pt x="1680866" y="639920"/>
                </a:lnTo>
                <a:lnTo>
                  <a:pt x="1669333" y="644245"/>
                </a:lnTo>
                <a:lnTo>
                  <a:pt x="1666500" y="645345"/>
                </a:lnTo>
                <a:lnTo>
                  <a:pt x="1652134" y="650834"/>
                </a:lnTo>
                <a:lnTo>
                  <a:pt x="1648600" y="652160"/>
                </a:lnTo>
                <a:lnTo>
                  <a:pt x="1637767" y="656364"/>
                </a:lnTo>
                <a:lnTo>
                  <a:pt x="1627870" y="660076"/>
                </a:lnTo>
                <a:lnTo>
                  <a:pt x="1623401" y="661812"/>
                </a:lnTo>
                <a:lnTo>
                  <a:pt x="1609035" y="667253"/>
                </a:lnTo>
                <a:lnTo>
                  <a:pt x="1607068" y="667992"/>
                </a:lnTo>
                <a:lnTo>
                  <a:pt x="1594668" y="672803"/>
                </a:lnTo>
                <a:lnTo>
                  <a:pt x="1586392" y="675907"/>
                </a:lnTo>
                <a:lnTo>
                  <a:pt x="1580302" y="678272"/>
                </a:lnTo>
                <a:lnTo>
                  <a:pt x="1565935" y="683668"/>
                </a:lnTo>
                <a:lnTo>
                  <a:pt x="1565524" y="683823"/>
                </a:lnTo>
                <a:lnTo>
                  <a:pt x="1551569" y="689236"/>
                </a:lnTo>
                <a:lnTo>
                  <a:pt x="1544900" y="691739"/>
                </a:lnTo>
                <a:lnTo>
                  <a:pt x="1537203" y="694727"/>
                </a:lnTo>
                <a:lnTo>
                  <a:pt x="1524873" y="699654"/>
                </a:lnTo>
                <a:lnTo>
                  <a:pt x="1522836" y="700502"/>
                </a:lnTo>
                <a:lnTo>
                  <a:pt x="1508470" y="706602"/>
                </a:lnTo>
                <a:lnTo>
                  <a:pt x="1506161" y="707570"/>
                </a:lnTo>
                <a:lnTo>
                  <a:pt x="1494104" y="712749"/>
                </a:lnTo>
                <a:lnTo>
                  <a:pt x="1487574" y="715485"/>
                </a:lnTo>
                <a:lnTo>
                  <a:pt x="1479737" y="718854"/>
                </a:lnTo>
                <a:lnTo>
                  <a:pt x="1468880" y="723401"/>
                </a:lnTo>
                <a:lnTo>
                  <a:pt x="1465371" y="724910"/>
                </a:lnTo>
                <a:lnTo>
                  <a:pt x="1451004" y="730956"/>
                </a:lnTo>
                <a:lnTo>
                  <a:pt x="1450145" y="731317"/>
                </a:lnTo>
                <a:lnTo>
                  <a:pt x="1436638" y="737118"/>
                </a:lnTo>
                <a:lnTo>
                  <a:pt x="1431594" y="739232"/>
                </a:lnTo>
                <a:lnTo>
                  <a:pt x="1422272" y="743238"/>
                </a:lnTo>
                <a:lnTo>
                  <a:pt x="1412939" y="747148"/>
                </a:lnTo>
                <a:lnTo>
                  <a:pt x="1407905" y="749312"/>
                </a:lnTo>
                <a:lnTo>
                  <a:pt x="1394169" y="755063"/>
                </a:lnTo>
                <a:lnTo>
                  <a:pt x="1393539" y="755334"/>
                </a:lnTo>
                <a:lnTo>
                  <a:pt x="1379172" y="761481"/>
                </a:lnTo>
                <a:lnTo>
                  <a:pt x="1375600" y="762979"/>
                </a:lnTo>
                <a:lnTo>
                  <a:pt x="1364806" y="767617"/>
                </a:lnTo>
                <a:lnTo>
                  <a:pt x="1356983" y="770895"/>
                </a:lnTo>
                <a:lnTo>
                  <a:pt x="1350440" y="773707"/>
                </a:lnTo>
                <a:lnTo>
                  <a:pt x="1338254" y="778810"/>
                </a:lnTo>
                <a:lnTo>
                  <a:pt x="1336073" y="779748"/>
                </a:lnTo>
                <a:lnTo>
                  <a:pt x="1321707" y="785840"/>
                </a:lnTo>
                <a:lnTo>
                  <a:pt x="1319594" y="786726"/>
                </a:lnTo>
                <a:lnTo>
                  <a:pt x="1307341" y="791990"/>
                </a:lnTo>
                <a:lnTo>
                  <a:pt x="1301013" y="794642"/>
                </a:lnTo>
                <a:lnTo>
                  <a:pt x="1292974" y="798096"/>
                </a:lnTo>
                <a:lnTo>
                  <a:pt x="1282325" y="802557"/>
                </a:lnTo>
                <a:lnTo>
                  <a:pt x="1278608" y="804155"/>
                </a:lnTo>
                <a:lnTo>
                  <a:pt x="1264241" y="810194"/>
                </a:lnTo>
                <a:lnTo>
                  <a:pt x="1263577" y="810473"/>
                </a:lnTo>
                <a:lnTo>
                  <a:pt x="1249875" y="816358"/>
                </a:lnTo>
                <a:lnTo>
                  <a:pt x="1245030" y="818389"/>
                </a:lnTo>
                <a:lnTo>
                  <a:pt x="1235509" y="822480"/>
                </a:lnTo>
                <a:lnTo>
                  <a:pt x="1226381" y="826304"/>
                </a:lnTo>
                <a:lnTo>
                  <a:pt x="1221142" y="828556"/>
                </a:lnTo>
                <a:lnTo>
                  <a:pt x="1207617" y="834220"/>
                </a:lnTo>
                <a:lnTo>
                  <a:pt x="1206776" y="834581"/>
                </a:lnTo>
                <a:lnTo>
                  <a:pt x="1192410" y="840721"/>
                </a:lnTo>
                <a:lnTo>
                  <a:pt x="1189035" y="842135"/>
                </a:lnTo>
                <a:lnTo>
                  <a:pt x="1178043" y="846858"/>
                </a:lnTo>
                <a:lnTo>
                  <a:pt x="1170423" y="850051"/>
                </a:lnTo>
                <a:lnTo>
                  <a:pt x="1163677" y="852951"/>
                </a:lnTo>
                <a:lnTo>
                  <a:pt x="1151700" y="857967"/>
                </a:lnTo>
                <a:lnTo>
                  <a:pt x="1149310" y="858994"/>
                </a:lnTo>
                <a:lnTo>
                  <a:pt x="1134944" y="865079"/>
                </a:lnTo>
                <a:lnTo>
                  <a:pt x="1133028" y="865882"/>
                </a:lnTo>
                <a:lnTo>
                  <a:pt x="1120578" y="871231"/>
                </a:lnTo>
                <a:lnTo>
                  <a:pt x="1114331" y="873798"/>
                </a:lnTo>
                <a:lnTo>
                  <a:pt x="1106211" y="877222"/>
                </a:lnTo>
                <a:lnTo>
                  <a:pt x="1095261" y="881713"/>
                </a:lnTo>
                <a:lnTo>
                  <a:pt x="1091845" y="883154"/>
                </a:lnTo>
                <a:lnTo>
                  <a:pt x="1077478" y="889091"/>
                </a:lnTo>
                <a:lnTo>
                  <a:pt x="1076167" y="889629"/>
                </a:lnTo>
                <a:lnTo>
                  <a:pt x="1063112" y="895130"/>
                </a:lnTo>
                <a:lnTo>
                  <a:pt x="1057229" y="897545"/>
                </a:lnTo>
                <a:lnTo>
                  <a:pt x="1048746" y="901121"/>
                </a:lnTo>
                <a:lnTo>
                  <a:pt x="1038168" y="905460"/>
                </a:lnTo>
                <a:lnTo>
                  <a:pt x="1034379" y="907058"/>
                </a:lnTo>
                <a:lnTo>
                  <a:pt x="1020013" y="912982"/>
                </a:lnTo>
                <a:lnTo>
                  <a:pt x="1019054" y="913376"/>
                </a:lnTo>
                <a:lnTo>
                  <a:pt x="1005647" y="919025"/>
                </a:lnTo>
                <a:lnTo>
                  <a:pt x="1000125" y="921292"/>
                </a:lnTo>
                <a:lnTo>
                  <a:pt x="991280" y="925020"/>
                </a:lnTo>
                <a:lnTo>
                  <a:pt x="981074" y="929207"/>
                </a:lnTo>
                <a:lnTo>
                  <a:pt x="976914" y="930962"/>
                </a:lnTo>
                <a:lnTo>
                  <a:pt x="962547" y="937010"/>
                </a:lnTo>
                <a:lnTo>
                  <a:pt x="962286" y="937123"/>
                </a:lnTo>
                <a:lnTo>
                  <a:pt x="948181" y="943460"/>
                </a:lnTo>
                <a:lnTo>
                  <a:pt x="944598" y="945038"/>
                </a:lnTo>
                <a:lnTo>
                  <a:pt x="933815" y="949884"/>
                </a:lnTo>
                <a:lnTo>
                  <a:pt x="926845" y="952954"/>
                </a:lnTo>
                <a:lnTo>
                  <a:pt x="919448" y="956279"/>
                </a:lnTo>
                <a:lnTo>
                  <a:pt x="909023" y="960870"/>
                </a:lnTo>
                <a:lnTo>
                  <a:pt x="905082" y="962642"/>
                </a:lnTo>
                <a:lnTo>
                  <a:pt x="891125" y="968785"/>
                </a:lnTo>
                <a:lnTo>
                  <a:pt x="890715" y="968970"/>
                </a:lnTo>
                <a:lnTo>
                  <a:pt x="876349" y="975259"/>
                </a:lnTo>
                <a:lnTo>
                  <a:pt x="872974" y="976701"/>
                </a:lnTo>
                <a:lnTo>
                  <a:pt x="861983" y="981502"/>
                </a:lnTo>
                <a:lnTo>
                  <a:pt x="854690" y="984617"/>
                </a:lnTo>
                <a:lnTo>
                  <a:pt x="847616" y="987707"/>
                </a:lnTo>
                <a:lnTo>
                  <a:pt x="836314" y="992532"/>
                </a:lnTo>
                <a:lnTo>
                  <a:pt x="833250" y="993871"/>
                </a:lnTo>
                <a:lnTo>
                  <a:pt x="818884" y="1000037"/>
                </a:lnTo>
                <a:lnTo>
                  <a:pt x="817922" y="1000448"/>
                </a:lnTo>
                <a:lnTo>
                  <a:pt x="804517" y="1006302"/>
                </a:lnTo>
                <a:lnTo>
                  <a:pt x="799691" y="1008363"/>
                </a:lnTo>
                <a:lnTo>
                  <a:pt x="790151" y="1012531"/>
                </a:lnTo>
                <a:lnTo>
                  <a:pt x="781373" y="1016279"/>
                </a:lnTo>
                <a:lnTo>
                  <a:pt x="775785" y="1018722"/>
                </a:lnTo>
                <a:lnTo>
                  <a:pt x="762961" y="1024195"/>
                </a:lnTo>
                <a:lnTo>
                  <a:pt x="761418" y="1024869"/>
                </a:lnTo>
                <a:lnTo>
                  <a:pt x="747052" y="1031088"/>
                </a:lnTo>
                <a:lnTo>
                  <a:pt x="744658" y="1032110"/>
                </a:lnTo>
                <a:lnTo>
                  <a:pt x="732685" y="1037340"/>
                </a:lnTo>
                <a:lnTo>
                  <a:pt x="726396" y="1040026"/>
                </a:lnTo>
                <a:lnTo>
                  <a:pt x="718319" y="1043555"/>
                </a:lnTo>
                <a:lnTo>
                  <a:pt x="708044" y="1047942"/>
                </a:lnTo>
                <a:lnTo>
                  <a:pt x="703953" y="1049730"/>
                </a:lnTo>
                <a:lnTo>
                  <a:pt x="689595" y="1055857"/>
                </a:lnTo>
                <a:lnTo>
                  <a:pt x="689586" y="1055861"/>
                </a:lnTo>
                <a:lnTo>
                  <a:pt x="675220" y="1062134"/>
                </a:lnTo>
                <a:lnTo>
                  <a:pt x="671311" y="1063773"/>
                </a:lnTo>
                <a:lnTo>
                  <a:pt x="660854" y="1068287"/>
                </a:lnTo>
                <a:lnTo>
                  <a:pt x="652596" y="1071688"/>
                </a:lnTo>
                <a:lnTo>
                  <a:pt x="646487" y="1074271"/>
                </a:lnTo>
                <a:lnTo>
                  <a:pt x="633533" y="1079604"/>
                </a:lnTo>
                <a:lnTo>
                  <a:pt x="632121" y="1080201"/>
                </a:lnTo>
                <a:lnTo>
                  <a:pt x="617754" y="1086222"/>
                </a:lnTo>
                <a:lnTo>
                  <a:pt x="614606" y="1087520"/>
                </a:lnTo>
                <a:lnTo>
                  <a:pt x="603388" y="1092259"/>
                </a:lnTo>
                <a:lnTo>
                  <a:pt x="595677" y="1095435"/>
                </a:lnTo>
                <a:lnTo>
                  <a:pt x="589022" y="1098249"/>
                </a:lnTo>
                <a:lnTo>
                  <a:pt x="576630" y="1103351"/>
                </a:lnTo>
                <a:lnTo>
                  <a:pt x="574655" y="1104186"/>
                </a:lnTo>
                <a:lnTo>
                  <a:pt x="560289" y="1110188"/>
                </a:lnTo>
                <a:lnTo>
                  <a:pt x="557672" y="1111267"/>
                </a:lnTo>
                <a:lnTo>
                  <a:pt x="545922" y="1116230"/>
                </a:lnTo>
                <a:lnTo>
                  <a:pt x="538757" y="1119182"/>
                </a:lnTo>
                <a:lnTo>
                  <a:pt x="531556" y="1122226"/>
                </a:lnTo>
                <a:lnTo>
                  <a:pt x="519724" y="1127098"/>
                </a:lnTo>
                <a:lnTo>
                  <a:pt x="517190" y="1128170"/>
                </a:lnTo>
                <a:lnTo>
                  <a:pt x="502823" y="1134153"/>
                </a:lnTo>
                <a:lnTo>
                  <a:pt x="500737" y="1135013"/>
                </a:lnTo>
                <a:lnTo>
                  <a:pt x="488457" y="1140201"/>
                </a:lnTo>
                <a:lnTo>
                  <a:pt x="481835" y="1142929"/>
                </a:lnTo>
                <a:lnTo>
                  <a:pt x="474091" y="1146202"/>
                </a:lnTo>
                <a:lnTo>
                  <a:pt x="462817" y="1150845"/>
                </a:lnTo>
                <a:lnTo>
                  <a:pt x="459724" y="1152152"/>
                </a:lnTo>
                <a:lnTo>
                  <a:pt x="445358" y="1158118"/>
                </a:lnTo>
                <a:lnTo>
                  <a:pt x="443801" y="1158760"/>
                </a:lnTo>
                <a:lnTo>
                  <a:pt x="430991" y="1164171"/>
                </a:lnTo>
                <a:lnTo>
                  <a:pt x="424912" y="1166676"/>
                </a:lnTo>
                <a:lnTo>
                  <a:pt x="416625" y="1170178"/>
                </a:lnTo>
                <a:lnTo>
                  <a:pt x="405908" y="1174592"/>
                </a:lnTo>
                <a:lnTo>
                  <a:pt x="402259" y="1176135"/>
                </a:lnTo>
                <a:lnTo>
                  <a:pt x="387892" y="1182083"/>
                </a:lnTo>
                <a:lnTo>
                  <a:pt x="386863" y="1182507"/>
                </a:lnTo>
                <a:lnTo>
                  <a:pt x="373526" y="1188141"/>
                </a:lnTo>
                <a:lnTo>
                  <a:pt x="367987" y="1190423"/>
                </a:lnTo>
                <a:lnTo>
                  <a:pt x="359160" y="1194153"/>
                </a:lnTo>
                <a:lnTo>
                  <a:pt x="348997" y="1198338"/>
                </a:lnTo>
                <a:lnTo>
                  <a:pt x="344793" y="1200116"/>
                </a:lnTo>
                <a:lnTo>
                  <a:pt x="330427" y="1206047"/>
                </a:lnTo>
                <a:lnTo>
                  <a:pt x="329923" y="1206254"/>
                </a:lnTo>
                <a:lnTo>
                  <a:pt x="316060" y="1212109"/>
                </a:lnTo>
                <a:lnTo>
                  <a:pt x="311060" y="1214170"/>
                </a:lnTo>
                <a:lnTo>
                  <a:pt x="301694" y="1218128"/>
                </a:lnTo>
                <a:lnTo>
                  <a:pt x="292085" y="1222085"/>
                </a:lnTo>
                <a:lnTo>
                  <a:pt x="287328" y="1224096"/>
                </a:lnTo>
                <a:lnTo>
                  <a:pt x="272985" y="1230001"/>
                </a:lnTo>
                <a:lnTo>
                  <a:pt x="272961" y="1230011"/>
                </a:lnTo>
                <a:lnTo>
                  <a:pt x="258595" y="1236078"/>
                </a:lnTo>
                <a:lnTo>
                  <a:pt x="254132" y="1237917"/>
                </a:lnTo>
                <a:lnTo>
                  <a:pt x="244228" y="1242101"/>
                </a:lnTo>
                <a:lnTo>
                  <a:pt x="235171" y="1245832"/>
                </a:lnTo>
                <a:lnTo>
                  <a:pt x="229862" y="1248076"/>
                </a:lnTo>
                <a:lnTo>
                  <a:pt x="216086" y="1253748"/>
                </a:lnTo>
                <a:lnTo>
                  <a:pt x="215496" y="1253997"/>
                </a:lnTo>
                <a:lnTo>
                  <a:pt x="201129" y="1260045"/>
                </a:lnTo>
                <a:lnTo>
                  <a:pt x="197203" y="1261663"/>
                </a:lnTo>
                <a:lnTo>
                  <a:pt x="186763" y="1266074"/>
                </a:lnTo>
                <a:lnTo>
                  <a:pt x="178255" y="1269579"/>
                </a:lnTo>
                <a:lnTo>
                  <a:pt x="172397" y="1272055"/>
                </a:lnTo>
                <a:lnTo>
                  <a:pt x="159185" y="1277495"/>
                </a:lnTo>
                <a:lnTo>
                  <a:pt x="158030" y="1277983"/>
                </a:lnTo>
                <a:lnTo>
                  <a:pt x="143664" y="1284012"/>
                </a:lnTo>
                <a:lnTo>
                  <a:pt x="140271" y="1285410"/>
                </a:lnTo>
                <a:lnTo>
                  <a:pt x="129297" y="1290047"/>
                </a:lnTo>
                <a:lnTo>
                  <a:pt x="121337" y="1293326"/>
                </a:lnTo>
                <a:lnTo>
                  <a:pt x="114931" y="1296034"/>
                </a:lnTo>
                <a:lnTo>
                  <a:pt x="102282" y="1301242"/>
                </a:lnTo>
                <a:lnTo>
                  <a:pt x="100565" y="1301968"/>
                </a:lnTo>
                <a:lnTo>
                  <a:pt x="86198" y="1307978"/>
                </a:lnTo>
                <a:lnTo>
                  <a:pt x="83338" y="1309157"/>
                </a:lnTo>
                <a:lnTo>
                  <a:pt x="71832" y="1314018"/>
                </a:lnTo>
                <a:lnTo>
                  <a:pt x="64418" y="1317073"/>
                </a:lnTo>
                <a:lnTo>
                  <a:pt x="57466" y="1320011"/>
                </a:lnTo>
                <a:lnTo>
                  <a:pt x="45378" y="1324988"/>
                </a:lnTo>
                <a:lnTo>
                  <a:pt x="43099" y="1325952"/>
                </a:lnTo>
                <a:lnTo>
                  <a:pt x="28733" y="1331944"/>
                </a:lnTo>
                <a:lnTo>
                  <a:pt x="26404" y="1332904"/>
                </a:lnTo>
                <a:lnTo>
                  <a:pt x="14366" y="1337989"/>
                </a:lnTo>
                <a:lnTo>
                  <a:pt x="7497" y="1340820"/>
                </a:lnTo>
                <a:lnTo>
                  <a:pt x="0" y="1343988"/>
                </a:lnTo>
                <a:lnTo>
                  <a:pt x="0" y="1348735"/>
                </a:lnTo>
                <a:lnTo>
                  <a:pt x="0" y="1356651"/>
                </a:lnTo>
                <a:lnTo>
                  <a:pt x="0" y="1364567"/>
                </a:lnTo>
                <a:lnTo>
                  <a:pt x="0" y="1372482"/>
                </a:lnTo>
                <a:lnTo>
                  <a:pt x="0" y="1380398"/>
                </a:lnTo>
                <a:lnTo>
                  <a:pt x="0" y="1385260"/>
                </a:lnTo>
                <a:lnTo>
                  <a:pt x="11425" y="1380398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5D164-00DE-4143-98CA-EF45C43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842391"/>
            <a:ext cx="3261168" cy="1648045"/>
          </a:xfrm>
          <a:custGeom xmlns:a="http://schemas.openxmlformats.org/drawingml/2006/main">
            <a:pathLst>
              <a:path w="3261168" h="1648045">
                <a:moveTo>
                  <a:pt x="14366" y="1648045"/>
                </a:moveTo>
                <a:lnTo>
                  <a:pt x="28733" y="1648045"/>
                </a:lnTo>
                <a:lnTo>
                  <a:pt x="43099" y="1648045"/>
                </a:lnTo>
                <a:lnTo>
                  <a:pt x="57466" y="1648045"/>
                </a:lnTo>
                <a:lnTo>
                  <a:pt x="71832" y="1648045"/>
                </a:lnTo>
                <a:lnTo>
                  <a:pt x="86198" y="1648045"/>
                </a:lnTo>
                <a:lnTo>
                  <a:pt x="100565" y="1648045"/>
                </a:lnTo>
                <a:lnTo>
                  <a:pt x="114931" y="1648045"/>
                </a:lnTo>
                <a:lnTo>
                  <a:pt x="129297" y="1648045"/>
                </a:lnTo>
                <a:lnTo>
                  <a:pt x="143664" y="1648045"/>
                </a:lnTo>
                <a:lnTo>
                  <a:pt x="158030" y="1648045"/>
                </a:lnTo>
                <a:lnTo>
                  <a:pt x="172397" y="1648045"/>
                </a:lnTo>
                <a:lnTo>
                  <a:pt x="186763" y="1648045"/>
                </a:lnTo>
                <a:lnTo>
                  <a:pt x="201129" y="1648045"/>
                </a:lnTo>
                <a:lnTo>
                  <a:pt x="215496" y="1648045"/>
                </a:lnTo>
                <a:lnTo>
                  <a:pt x="229862" y="1648045"/>
                </a:lnTo>
                <a:lnTo>
                  <a:pt x="244228" y="1648045"/>
                </a:lnTo>
                <a:lnTo>
                  <a:pt x="258595" y="1648045"/>
                </a:lnTo>
                <a:lnTo>
                  <a:pt x="272961" y="1648045"/>
                </a:lnTo>
                <a:lnTo>
                  <a:pt x="287328" y="1648045"/>
                </a:lnTo>
                <a:lnTo>
                  <a:pt x="301694" y="1648045"/>
                </a:lnTo>
                <a:lnTo>
                  <a:pt x="316060" y="1648045"/>
                </a:lnTo>
                <a:lnTo>
                  <a:pt x="330427" y="1648045"/>
                </a:lnTo>
                <a:lnTo>
                  <a:pt x="344793" y="1648045"/>
                </a:lnTo>
                <a:lnTo>
                  <a:pt x="359160" y="1648045"/>
                </a:lnTo>
                <a:lnTo>
                  <a:pt x="373526" y="1648045"/>
                </a:lnTo>
                <a:lnTo>
                  <a:pt x="387892" y="1648045"/>
                </a:lnTo>
                <a:lnTo>
                  <a:pt x="402259" y="1648045"/>
                </a:lnTo>
                <a:lnTo>
                  <a:pt x="416625" y="1648045"/>
                </a:lnTo>
                <a:lnTo>
                  <a:pt x="430991" y="1648045"/>
                </a:lnTo>
                <a:lnTo>
                  <a:pt x="445358" y="1648045"/>
                </a:lnTo>
                <a:lnTo>
                  <a:pt x="459724" y="1648045"/>
                </a:lnTo>
                <a:lnTo>
                  <a:pt x="474091" y="1648045"/>
                </a:lnTo>
                <a:lnTo>
                  <a:pt x="488457" y="1648045"/>
                </a:lnTo>
                <a:lnTo>
                  <a:pt x="502823" y="1648045"/>
                </a:lnTo>
                <a:lnTo>
                  <a:pt x="517190" y="1648045"/>
                </a:lnTo>
                <a:lnTo>
                  <a:pt x="531556" y="1648045"/>
                </a:lnTo>
                <a:lnTo>
                  <a:pt x="545922" y="1648045"/>
                </a:lnTo>
                <a:lnTo>
                  <a:pt x="560289" y="1648045"/>
                </a:lnTo>
                <a:lnTo>
                  <a:pt x="574655" y="1648045"/>
                </a:lnTo>
                <a:lnTo>
                  <a:pt x="589022" y="1648045"/>
                </a:lnTo>
                <a:lnTo>
                  <a:pt x="603388" y="1648045"/>
                </a:lnTo>
                <a:lnTo>
                  <a:pt x="617754" y="1648045"/>
                </a:lnTo>
                <a:lnTo>
                  <a:pt x="632121" y="1648045"/>
                </a:lnTo>
                <a:lnTo>
                  <a:pt x="646487" y="1648045"/>
                </a:lnTo>
                <a:lnTo>
                  <a:pt x="660854" y="1648045"/>
                </a:lnTo>
                <a:lnTo>
                  <a:pt x="675220" y="1648045"/>
                </a:lnTo>
                <a:lnTo>
                  <a:pt x="689586" y="1648045"/>
                </a:lnTo>
                <a:lnTo>
                  <a:pt x="703953" y="1648045"/>
                </a:lnTo>
                <a:lnTo>
                  <a:pt x="718319" y="1648045"/>
                </a:lnTo>
                <a:lnTo>
                  <a:pt x="732685" y="1648045"/>
                </a:lnTo>
                <a:lnTo>
                  <a:pt x="747052" y="1648045"/>
                </a:lnTo>
                <a:lnTo>
                  <a:pt x="761418" y="1648045"/>
                </a:lnTo>
                <a:lnTo>
                  <a:pt x="775785" y="1648045"/>
                </a:lnTo>
                <a:lnTo>
                  <a:pt x="790151" y="1648045"/>
                </a:lnTo>
                <a:lnTo>
                  <a:pt x="804517" y="1648045"/>
                </a:lnTo>
                <a:lnTo>
                  <a:pt x="818884" y="1648045"/>
                </a:lnTo>
                <a:lnTo>
                  <a:pt x="833250" y="1648045"/>
                </a:lnTo>
                <a:lnTo>
                  <a:pt x="847616" y="1648045"/>
                </a:lnTo>
                <a:lnTo>
                  <a:pt x="861983" y="1648045"/>
                </a:lnTo>
                <a:lnTo>
                  <a:pt x="876349" y="1648045"/>
                </a:lnTo>
                <a:lnTo>
                  <a:pt x="890715" y="1648045"/>
                </a:lnTo>
                <a:lnTo>
                  <a:pt x="905082" y="1648045"/>
                </a:lnTo>
                <a:lnTo>
                  <a:pt x="919448" y="1648045"/>
                </a:lnTo>
                <a:lnTo>
                  <a:pt x="933815" y="1648045"/>
                </a:lnTo>
                <a:lnTo>
                  <a:pt x="948181" y="1648045"/>
                </a:lnTo>
                <a:lnTo>
                  <a:pt x="962547" y="1648045"/>
                </a:lnTo>
                <a:lnTo>
                  <a:pt x="976914" y="1648045"/>
                </a:lnTo>
                <a:lnTo>
                  <a:pt x="991280" y="1648045"/>
                </a:lnTo>
                <a:lnTo>
                  <a:pt x="1005647" y="1648045"/>
                </a:lnTo>
                <a:lnTo>
                  <a:pt x="1020013" y="1648045"/>
                </a:lnTo>
                <a:lnTo>
                  <a:pt x="1034379" y="1648045"/>
                </a:lnTo>
                <a:lnTo>
                  <a:pt x="1048746" y="1648045"/>
                </a:lnTo>
                <a:lnTo>
                  <a:pt x="1063112" y="1648045"/>
                </a:lnTo>
                <a:lnTo>
                  <a:pt x="1077478" y="1648045"/>
                </a:lnTo>
                <a:lnTo>
                  <a:pt x="1091845" y="1648045"/>
                </a:lnTo>
                <a:lnTo>
                  <a:pt x="1106211" y="1648045"/>
                </a:lnTo>
                <a:lnTo>
                  <a:pt x="1120578" y="1648045"/>
                </a:lnTo>
                <a:lnTo>
                  <a:pt x="1134944" y="1648045"/>
                </a:lnTo>
                <a:lnTo>
                  <a:pt x="1149310" y="1648045"/>
                </a:lnTo>
                <a:lnTo>
                  <a:pt x="1163677" y="1648045"/>
                </a:lnTo>
                <a:lnTo>
                  <a:pt x="1178043" y="1648045"/>
                </a:lnTo>
                <a:lnTo>
                  <a:pt x="1192410" y="1648045"/>
                </a:lnTo>
                <a:lnTo>
                  <a:pt x="1206776" y="1648045"/>
                </a:lnTo>
                <a:lnTo>
                  <a:pt x="1221142" y="1648045"/>
                </a:lnTo>
                <a:lnTo>
                  <a:pt x="1235509" y="1648045"/>
                </a:lnTo>
                <a:lnTo>
                  <a:pt x="1249875" y="1648045"/>
                </a:lnTo>
                <a:lnTo>
                  <a:pt x="1264241" y="1648045"/>
                </a:lnTo>
                <a:lnTo>
                  <a:pt x="1278608" y="1648045"/>
                </a:lnTo>
                <a:lnTo>
                  <a:pt x="1292974" y="1648045"/>
                </a:lnTo>
                <a:lnTo>
                  <a:pt x="1307341" y="1648045"/>
                </a:lnTo>
                <a:lnTo>
                  <a:pt x="1321707" y="1648045"/>
                </a:lnTo>
                <a:lnTo>
                  <a:pt x="1336073" y="1648045"/>
                </a:lnTo>
                <a:lnTo>
                  <a:pt x="1350440" y="1648045"/>
                </a:lnTo>
                <a:lnTo>
                  <a:pt x="1364806" y="1648045"/>
                </a:lnTo>
                <a:lnTo>
                  <a:pt x="1379172" y="1648045"/>
                </a:lnTo>
                <a:lnTo>
                  <a:pt x="1393539" y="1648045"/>
                </a:lnTo>
                <a:lnTo>
                  <a:pt x="1407905" y="1648045"/>
                </a:lnTo>
                <a:lnTo>
                  <a:pt x="1422272" y="1648045"/>
                </a:lnTo>
                <a:lnTo>
                  <a:pt x="1436638" y="1648045"/>
                </a:lnTo>
                <a:lnTo>
                  <a:pt x="1451004" y="1648045"/>
                </a:lnTo>
                <a:lnTo>
                  <a:pt x="1465371" y="1648045"/>
                </a:lnTo>
                <a:lnTo>
                  <a:pt x="1479737" y="1648045"/>
                </a:lnTo>
                <a:lnTo>
                  <a:pt x="1494104" y="1648045"/>
                </a:lnTo>
                <a:lnTo>
                  <a:pt x="1508470" y="1648045"/>
                </a:lnTo>
                <a:lnTo>
                  <a:pt x="1522836" y="1648045"/>
                </a:lnTo>
                <a:lnTo>
                  <a:pt x="1537203" y="1648045"/>
                </a:lnTo>
                <a:lnTo>
                  <a:pt x="1551569" y="1648045"/>
                </a:lnTo>
                <a:lnTo>
                  <a:pt x="1565935" y="1648045"/>
                </a:lnTo>
                <a:lnTo>
                  <a:pt x="1580302" y="1648045"/>
                </a:lnTo>
                <a:lnTo>
                  <a:pt x="1594668" y="1648045"/>
                </a:lnTo>
                <a:lnTo>
                  <a:pt x="1609035" y="1648045"/>
                </a:lnTo>
                <a:lnTo>
                  <a:pt x="1623401" y="1648045"/>
                </a:lnTo>
                <a:lnTo>
                  <a:pt x="1637767" y="1648045"/>
                </a:lnTo>
                <a:lnTo>
                  <a:pt x="1652134" y="1648045"/>
                </a:lnTo>
                <a:lnTo>
                  <a:pt x="1666500" y="1648045"/>
                </a:lnTo>
                <a:lnTo>
                  <a:pt x="1680866" y="1648045"/>
                </a:lnTo>
                <a:lnTo>
                  <a:pt x="1695233" y="1648045"/>
                </a:lnTo>
                <a:lnTo>
                  <a:pt x="1709599" y="1648045"/>
                </a:lnTo>
                <a:lnTo>
                  <a:pt x="1723966" y="1648045"/>
                </a:lnTo>
                <a:lnTo>
                  <a:pt x="1738332" y="1648045"/>
                </a:lnTo>
                <a:lnTo>
                  <a:pt x="1752698" y="1648045"/>
                </a:lnTo>
                <a:lnTo>
                  <a:pt x="1767065" y="1648045"/>
                </a:lnTo>
                <a:lnTo>
                  <a:pt x="1781431" y="1648045"/>
                </a:lnTo>
                <a:lnTo>
                  <a:pt x="1795798" y="1648045"/>
                </a:lnTo>
                <a:lnTo>
                  <a:pt x="1810164" y="1648045"/>
                </a:lnTo>
                <a:lnTo>
                  <a:pt x="1824530" y="1648045"/>
                </a:lnTo>
                <a:lnTo>
                  <a:pt x="1838897" y="1648045"/>
                </a:lnTo>
                <a:lnTo>
                  <a:pt x="1853263" y="1648045"/>
                </a:lnTo>
                <a:lnTo>
                  <a:pt x="1867629" y="1648045"/>
                </a:lnTo>
                <a:lnTo>
                  <a:pt x="1881996" y="1648045"/>
                </a:lnTo>
                <a:lnTo>
                  <a:pt x="1896362" y="1648045"/>
                </a:lnTo>
                <a:lnTo>
                  <a:pt x="1910729" y="1648045"/>
                </a:lnTo>
                <a:lnTo>
                  <a:pt x="1925095" y="1648045"/>
                </a:lnTo>
                <a:lnTo>
                  <a:pt x="1939461" y="1648045"/>
                </a:lnTo>
                <a:lnTo>
                  <a:pt x="1953828" y="1648045"/>
                </a:lnTo>
                <a:lnTo>
                  <a:pt x="1968194" y="1648045"/>
                </a:lnTo>
                <a:lnTo>
                  <a:pt x="1982560" y="1648045"/>
                </a:lnTo>
                <a:lnTo>
                  <a:pt x="1996927" y="1648045"/>
                </a:lnTo>
                <a:lnTo>
                  <a:pt x="2011293" y="1648045"/>
                </a:lnTo>
                <a:lnTo>
                  <a:pt x="2025660" y="1648045"/>
                </a:lnTo>
                <a:lnTo>
                  <a:pt x="2040026" y="1648045"/>
                </a:lnTo>
                <a:lnTo>
                  <a:pt x="2054392" y="1648045"/>
                </a:lnTo>
                <a:lnTo>
                  <a:pt x="2068759" y="1648045"/>
                </a:lnTo>
                <a:lnTo>
                  <a:pt x="2083125" y="1648045"/>
                </a:lnTo>
                <a:lnTo>
                  <a:pt x="2097492" y="1648045"/>
                </a:lnTo>
                <a:lnTo>
                  <a:pt x="2111858" y="1648045"/>
                </a:lnTo>
                <a:lnTo>
                  <a:pt x="2126224" y="1648045"/>
                </a:lnTo>
                <a:lnTo>
                  <a:pt x="2140591" y="1648045"/>
                </a:lnTo>
                <a:lnTo>
                  <a:pt x="2154957" y="1648045"/>
                </a:lnTo>
                <a:lnTo>
                  <a:pt x="2169323" y="1648045"/>
                </a:lnTo>
                <a:lnTo>
                  <a:pt x="2183690" y="1648045"/>
                </a:lnTo>
                <a:lnTo>
                  <a:pt x="2198056" y="1648045"/>
                </a:lnTo>
                <a:lnTo>
                  <a:pt x="2212423" y="1648045"/>
                </a:lnTo>
                <a:lnTo>
                  <a:pt x="2226789" y="1648045"/>
                </a:lnTo>
                <a:lnTo>
                  <a:pt x="2241155" y="1648045"/>
                </a:lnTo>
                <a:lnTo>
                  <a:pt x="2255522" y="1648045"/>
                </a:lnTo>
                <a:lnTo>
                  <a:pt x="2269888" y="1648045"/>
                </a:lnTo>
                <a:lnTo>
                  <a:pt x="2284255" y="1648045"/>
                </a:lnTo>
                <a:lnTo>
                  <a:pt x="2298621" y="1648045"/>
                </a:lnTo>
                <a:lnTo>
                  <a:pt x="2312987" y="1648045"/>
                </a:lnTo>
                <a:lnTo>
                  <a:pt x="2327353" y="1648045"/>
                </a:lnTo>
                <a:lnTo>
                  <a:pt x="2341720" y="1648045"/>
                </a:lnTo>
                <a:lnTo>
                  <a:pt x="2356086" y="1648045"/>
                </a:lnTo>
                <a:lnTo>
                  <a:pt x="2370453" y="1648045"/>
                </a:lnTo>
                <a:lnTo>
                  <a:pt x="2384819" y="1648045"/>
                </a:lnTo>
                <a:lnTo>
                  <a:pt x="2399185" y="1648045"/>
                </a:lnTo>
                <a:lnTo>
                  <a:pt x="2413552" y="1648045"/>
                </a:lnTo>
                <a:lnTo>
                  <a:pt x="2427918" y="1648045"/>
                </a:lnTo>
                <a:lnTo>
                  <a:pt x="2442285" y="1648045"/>
                </a:lnTo>
                <a:lnTo>
                  <a:pt x="2456651" y="1648045"/>
                </a:lnTo>
                <a:lnTo>
                  <a:pt x="2471017" y="1648045"/>
                </a:lnTo>
                <a:lnTo>
                  <a:pt x="2485384" y="1648045"/>
                </a:lnTo>
                <a:lnTo>
                  <a:pt x="2499750" y="1648045"/>
                </a:lnTo>
                <a:lnTo>
                  <a:pt x="2514116" y="1648045"/>
                </a:lnTo>
                <a:lnTo>
                  <a:pt x="2528483" y="1648045"/>
                </a:lnTo>
                <a:lnTo>
                  <a:pt x="2542849" y="1648045"/>
                </a:lnTo>
                <a:lnTo>
                  <a:pt x="2557216" y="1648045"/>
                </a:lnTo>
                <a:lnTo>
                  <a:pt x="2571582" y="1648045"/>
                </a:lnTo>
                <a:lnTo>
                  <a:pt x="2585949" y="1648045"/>
                </a:lnTo>
                <a:lnTo>
                  <a:pt x="2600315" y="1648045"/>
                </a:lnTo>
                <a:lnTo>
                  <a:pt x="2614681" y="1648045"/>
                </a:lnTo>
                <a:lnTo>
                  <a:pt x="2629048" y="1648045"/>
                </a:lnTo>
                <a:lnTo>
                  <a:pt x="2643414" y="1648045"/>
                </a:lnTo>
                <a:lnTo>
                  <a:pt x="2657780" y="1648045"/>
                </a:lnTo>
                <a:lnTo>
                  <a:pt x="2672147" y="1648045"/>
                </a:lnTo>
                <a:lnTo>
                  <a:pt x="2686513" y="1648045"/>
                </a:lnTo>
                <a:lnTo>
                  <a:pt x="2700879" y="1648045"/>
                </a:lnTo>
                <a:lnTo>
                  <a:pt x="2715246" y="1648045"/>
                </a:lnTo>
                <a:lnTo>
                  <a:pt x="2729612" y="1648045"/>
                </a:lnTo>
                <a:lnTo>
                  <a:pt x="2743979" y="1648045"/>
                </a:lnTo>
                <a:lnTo>
                  <a:pt x="2758345" y="1648045"/>
                </a:lnTo>
                <a:lnTo>
                  <a:pt x="2772711" y="1648045"/>
                </a:lnTo>
                <a:lnTo>
                  <a:pt x="2787078" y="1648045"/>
                </a:lnTo>
                <a:lnTo>
                  <a:pt x="2801444" y="1648045"/>
                </a:lnTo>
                <a:lnTo>
                  <a:pt x="2815811" y="1648045"/>
                </a:lnTo>
                <a:lnTo>
                  <a:pt x="2830177" y="1648045"/>
                </a:lnTo>
                <a:lnTo>
                  <a:pt x="2844543" y="1648045"/>
                </a:lnTo>
                <a:lnTo>
                  <a:pt x="2858910" y="1648045"/>
                </a:lnTo>
                <a:lnTo>
                  <a:pt x="2873276" y="1648045"/>
                </a:lnTo>
                <a:lnTo>
                  <a:pt x="2887642" y="1648045"/>
                </a:lnTo>
                <a:lnTo>
                  <a:pt x="2902009" y="1648045"/>
                </a:lnTo>
                <a:lnTo>
                  <a:pt x="2916375" y="1648045"/>
                </a:lnTo>
                <a:lnTo>
                  <a:pt x="2930742" y="1648045"/>
                </a:lnTo>
                <a:lnTo>
                  <a:pt x="2945108" y="1648045"/>
                </a:lnTo>
                <a:lnTo>
                  <a:pt x="2959474" y="1648045"/>
                </a:lnTo>
                <a:lnTo>
                  <a:pt x="2973841" y="1648045"/>
                </a:lnTo>
                <a:lnTo>
                  <a:pt x="2988207" y="1648045"/>
                </a:lnTo>
                <a:lnTo>
                  <a:pt x="3002574" y="1648045"/>
                </a:lnTo>
                <a:lnTo>
                  <a:pt x="3016940" y="1648045"/>
                </a:lnTo>
                <a:lnTo>
                  <a:pt x="3031306" y="1648045"/>
                </a:lnTo>
                <a:lnTo>
                  <a:pt x="3045673" y="1648045"/>
                </a:lnTo>
                <a:lnTo>
                  <a:pt x="3060039" y="1648045"/>
                </a:lnTo>
                <a:lnTo>
                  <a:pt x="3074405" y="1648045"/>
                </a:lnTo>
                <a:lnTo>
                  <a:pt x="3088772" y="1648045"/>
                </a:lnTo>
                <a:lnTo>
                  <a:pt x="3103138" y="1648045"/>
                </a:lnTo>
                <a:lnTo>
                  <a:pt x="3117504" y="1648045"/>
                </a:lnTo>
                <a:lnTo>
                  <a:pt x="3131871" y="1648045"/>
                </a:lnTo>
                <a:lnTo>
                  <a:pt x="3146237" y="1648045"/>
                </a:lnTo>
                <a:lnTo>
                  <a:pt x="3160604" y="1648045"/>
                </a:lnTo>
                <a:lnTo>
                  <a:pt x="3174970" y="1648045"/>
                </a:lnTo>
                <a:lnTo>
                  <a:pt x="3189336" y="1648045"/>
                </a:lnTo>
                <a:lnTo>
                  <a:pt x="3203703" y="1648045"/>
                </a:lnTo>
                <a:lnTo>
                  <a:pt x="3218069" y="1648045"/>
                </a:lnTo>
                <a:lnTo>
                  <a:pt x="3232436" y="1648045"/>
                </a:lnTo>
                <a:lnTo>
                  <a:pt x="3246802" y="1648045"/>
                </a:lnTo>
                <a:lnTo>
                  <a:pt x="3261168" y="1648045"/>
                </a:lnTo>
                <a:lnTo>
                  <a:pt x="3261168" y="1640130"/>
                </a:lnTo>
                <a:lnTo>
                  <a:pt x="3261168" y="1632214"/>
                </a:lnTo>
                <a:lnTo>
                  <a:pt x="3261168" y="1624298"/>
                </a:lnTo>
                <a:lnTo>
                  <a:pt x="3261168" y="1616383"/>
                </a:lnTo>
                <a:lnTo>
                  <a:pt x="3261168" y="1608467"/>
                </a:lnTo>
                <a:lnTo>
                  <a:pt x="3261168" y="1600551"/>
                </a:lnTo>
                <a:lnTo>
                  <a:pt x="3261168" y="1592636"/>
                </a:lnTo>
                <a:lnTo>
                  <a:pt x="3261168" y="1584720"/>
                </a:lnTo>
                <a:lnTo>
                  <a:pt x="3261168" y="1576805"/>
                </a:lnTo>
                <a:lnTo>
                  <a:pt x="3261168" y="1568889"/>
                </a:lnTo>
                <a:lnTo>
                  <a:pt x="3261168" y="1560973"/>
                </a:lnTo>
                <a:lnTo>
                  <a:pt x="3261168" y="1553058"/>
                </a:lnTo>
                <a:lnTo>
                  <a:pt x="3261168" y="1545142"/>
                </a:lnTo>
                <a:lnTo>
                  <a:pt x="3261168" y="1537226"/>
                </a:lnTo>
                <a:lnTo>
                  <a:pt x="3261168" y="1529311"/>
                </a:lnTo>
                <a:lnTo>
                  <a:pt x="3261168" y="1521395"/>
                </a:lnTo>
                <a:lnTo>
                  <a:pt x="3261168" y="1513480"/>
                </a:lnTo>
                <a:lnTo>
                  <a:pt x="3261168" y="1505564"/>
                </a:lnTo>
                <a:lnTo>
                  <a:pt x="3261168" y="1497648"/>
                </a:lnTo>
                <a:lnTo>
                  <a:pt x="3261168" y="1489733"/>
                </a:lnTo>
                <a:lnTo>
                  <a:pt x="3261168" y="1481817"/>
                </a:lnTo>
                <a:lnTo>
                  <a:pt x="3261168" y="1473901"/>
                </a:lnTo>
                <a:lnTo>
                  <a:pt x="3261168" y="1465986"/>
                </a:lnTo>
                <a:lnTo>
                  <a:pt x="3261168" y="1458070"/>
                </a:lnTo>
                <a:lnTo>
                  <a:pt x="3261168" y="1450155"/>
                </a:lnTo>
                <a:lnTo>
                  <a:pt x="3261168" y="1442239"/>
                </a:lnTo>
                <a:lnTo>
                  <a:pt x="3261168" y="1434323"/>
                </a:lnTo>
                <a:lnTo>
                  <a:pt x="3261168" y="1426408"/>
                </a:lnTo>
                <a:lnTo>
                  <a:pt x="3261168" y="1418492"/>
                </a:lnTo>
                <a:lnTo>
                  <a:pt x="3261168" y="1410576"/>
                </a:lnTo>
                <a:lnTo>
                  <a:pt x="3261168" y="1402661"/>
                </a:lnTo>
                <a:lnTo>
                  <a:pt x="3261168" y="1394745"/>
                </a:lnTo>
                <a:lnTo>
                  <a:pt x="3261168" y="1386830"/>
                </a:lnTo>
                <a:lnTo>
                  <a:pt x="3261168" y="1378914"/>
                </a:lnTo>
                <a:lnTo>
                  <a:pt x="3261168" y="1370998"/>
                </a:lnTo>
                <a:lnTo>
                  <a:pt x="3261168" y="1363083"/>
                </a:lnTo>
                <a:lnTo>
                  <a:pt x="3261168" y="1355167"/>
                </a:lnTo>
                <a:lnTo>
                  <a:pt x="3261168" y="1347251"/>
                </a:lnTo>
                <a:lnTo>
                  <a:pt x="3261168" y="1339336"/>
                </a:lnTo>
                <a:lnTo>
                  <a:pt x="3261168" y="1331420"/>
                </a:lnTo>
                <a:lnTo>
                  <a:pt x="3261168" y="1323505"/>
                </a:lnTo>
                <a:lnTo>
                  <a:pt x="3261168" y="1315589"/>
                </a:lnTo>
                <a:lnTo>
                  <a:pt x="3261168" y="1307673"/>
                </a:lnTo>
                <a:lnTo>
                  <a:pt x="3261168" y="1299758"/>
                </a:lnTo>
                <a:lnTo>
                  <a:pt x="3261168" y="1291842"/>
                </a:lnTo>
                <a:lnTo>
                  <a:pt x="3261168" y="1283926"/>
                </a:lnTo>
                <a:lnTo>
                  <a:pt x="3261168" y="1276011"/>
                </a:lnTo>
                <a:lnTo>
                  <a:pt x="3261168" y="1268095"/>
                </a:lnTo>
                <a:lnTo>
                  <a:pt x="3261168" y="1260180"/>
                </a:lnTo>
                <a:lnTo>
                  <a:pt x="3261168" y="1252264"/>
                </a:lnTo>
                <a:lnTo>
                  <a:pt x="3261168" y="1244348"/>
                </a:lnTo>
                <a:lnTo>
                  <a:pt x="3261168" y="1236433"/>
                </a:lnTo>
                <a:lnTo>
                  <a:pt x="3261168" y="1228517"/>
                </a:lnTo>
                <a:lnTo>
                  <a:pt x="3261168" y="1220601"/>
                </a:lnTo>
                <a:lnTo>
                  <a:pt x="3261168" y="1212686"/>
                </a:lnTo>
                <a:lnTo>
                  <a:pt x="3261168" y="1204770"/>
                </a:lnTo>
                <a:lnTo>
                  <a:pt x="3261168" y="1196855"/>
                </a:lnTo>
                <a:lnTo>
                  <a:pt x="3261168" y="1188939"/>
                </a:lnTo>
                <a:lnTo>
                  <a:pt x="3261168" y="1181023"/>
                </a:lnTo>
                <a:lnTo>
                  <a:pt x="3261168" y="1173108"/>
                </a:lnTo>
                <a:lnTo>
                  <a:pt x="3261168" y="1165192"/>
                </a:lnTo>
                <a:lnTo>
                  <a:pt x="3261168" y="1157276"/>
                </a:lnTo>
                <a:lnTo>
                  <a:pt x="3261168" y="1149361"/>
                </a:lnTo>
                <a:lnTo>
                  <a:pt x="3261168" y="1141445"/>
                </a:lnTo>
                <a:lnTo>
                  <a:pt x="3261168" y="1133530"/>
                </a:lnTo>
                <a:lnTo>
                  <a:pt x="3261168" y="1125614"/>
                </a:lnTo>
                <a:lnTo>
                  <a:pt x="3261168" y="1117698"/>
                </a:lnTo>
                <a:lnTo>
                  <a:pt x="3261168" y="1109783"/>
                </a:lnTo>
                <a:lnTo>
                  <a:pt x="3261168" y="1101867"/>
                </a:lnTo>
                <a:lnTo>
                  <a:pt x="3261168" y="1093951"/>
                </a:lnTo>
                <a:lnTo>
                  <a:pt x="3261168" y="1086036"/>
                </a:lnTo>
                <a:lnTo>
                  <a:pt x="3261168" y="1078120"/>
                </a:lnTo>
                <a:lnTo>
                  <a:pt x="3261168" y="1070205"/>
                </a:lnTo>
                <a:lnTo>
                  <a:pt x="3261168" y="1062289"/>
                </a:lnTo>
                <a:lnTo>
                  <a:pt x="3261168" y="1054373"/>
                </a:lnTo>
                <a:lnTo>
                  <a:pt x="3261168" y="1046458"/>
                </a:lnTo>
                <a:lnTo>
                  <a:pt x="3261168" y="1038542"/>
                </a:lnTo>
                <a:lnTo>
                  <a:pt x="3261168" y="1030626"/>
                </a:lnTo>
                <a:lnTo>
                  <a:pt x="3261168" y="1022711"/>
                </a:lnTo>
                <a:lnTo>
                  <a:pt x="3261168" y="1014795"/>
                </a:lnTo>
                <a:lnTo>
                  <a:pt x="3261168" y="1006880"/>
                </a:lnTo>
                <a:lnTo>
                  <a:pt x="3261168" y="998964"/>
                </a:lnTo>
                <a:lnTo>
                  <a:pt x="3261168" y="991048"/>
                </a:lnTo>
                <a:lnTo>
                  <a:pt x="3261168" y="983133"/>
                </a:lnTo>
                <a:lnTo>
                  <a:pt x="3261168" y="975217"/>
                </a:lnTo>
                <a:lnTo>
                  <a:pt x="3261168" y="967302"/>
                </a:lnTo>
                <a:lnTo>
                  <a:pt x="3261168" y="959386"/>
                </a:lnTo>
                <a:lnTo>
                  <a:pt x="3261168" y="951470"/>
                </a:lnTo>
                <a:lnTo>
                  <a:pt x="3261168" y="943555"/>
                </a:lnTo>
                <a:lnTo>
                  <a:pt x="3261168" y="935639"/>
                </a:lnTo>
                <a:lnTo>
                  <a:pt x="3261168" y="927723"/>
                </a:lnTo>
                <a:lnTo>
                  <a:pt x="3261168" y="919808"/>
                </a:lnTo>
                <a:lnTo>
                  <a:pt x="3261168" y="911892"/>
                </a:lnTo>
                <a:lnTo>
                  <a:pt x="3261168" y="903977"/>
                </a:lnTo>
                <a:lnTo>
                  <a:pt x="3261168" y="896061"/>
                </a:lnTo>
                <a:lnTo>
                  <a:pt x="3261168" y="888145"/>
                </a:lnTo>
                <a:lnTo>
                  <a:pt x="3261168" y="880230"/>
                </a:lnTo>
                <a:lnTo>
                  <a:pt x="3261168" y="872314"/>
                </a:lnTo>
                <a:lnTo>
                  <a:pt x="3261168" y="864398"/>
                </a:lnTo>
                <a:lnTo>
                  <a:pt x="3261168" y="856483"/>
                </a:lnTo>
                <a:lnTo>
                  <a:pt x="3261168" y="848567"/>
                </a:lnTo>
                <a:lnTo>
                  <a:pt x="3261168" y="840652"/>
                </a:lnTo>
                <a:lnTo>
                  <a:pt x="3261168" y="832736"/>
                </a:lnTo>
                <a:lnTo>
                  <a:pt x="3261168" y="824820"/>
                </a:lnTo>
                <a:lnTo>
                  <a:pt x="3261168" y="816905"/>
                </a:lnTo>
                <a:lnTo>
                  <a:pt x="3261168" y="808989"/>
                </a:lnTo>
                <a:lnTo>
                  <a:pt x="3261168" y="801073"/>
                </a:lnTo>
                <a:lnTo>
                  <a:pt x="3261168" y="793158"/>
                </a:lnTo>
                <a:lnTo>
                  <a:pt x="3261168" y="785242"/>
                </a:lnTo>
                <a:lnTo>
                  <a:pt x="3261168" y="777327"/>
                </a:lnTo>
                <a:lnTo>
                  <a:pt x="3261168" y="769411"/>
                </a:lnTo>
                <a:lnTo>
                  <a:pt x="3261168" y="761495"/>
                </a:lnTo>
                <a:lnTo>
                  <a:pt x="3261168" y="753580"/>
                </a:lnTo>
                <a:lnTo>
                  <a:pt x="3261168" y="745664"/>
                </a:lnTo>
                <a:lnTo>
                  <a:pt x="3261168" y="737748"/>
                </a:lnTo>
                <a:lnTo>
                  <a:pt x="3261168" y="729833"/>
                </a:lnTo>
                <a:lnTo>
                  <a:pt x="3261168" y="721917"/>
                </a:lnTo>
                <a:lnTo>
                  <a:pt x="3261168" y="714002"/>
                </a:lnTo>
                <a:lnTo>
                  <a:pt x="3261168" y="706086"/>
                </a:lnTo>
                <a:lnTo>
                  <a:pt x="3261168" y="698170"/>
                </a:lnTo>
                <a:lnTo>
                  <a:pt x="3261168" y="690255"/>
                </a:lnTo>
                <a:lnTo>
                  <a:pt x="3261168" y="682339"/>
                </a:lnTo>
                <a:lnTo>
                  <a:pt x="3261168" y="674423"/>
                </a:lnTo>
                <a:lnTo>
                  <a:pt x="3261168" y="666508"/>
                </a:lnTo>
                <a:lnTo>
                  <a:pt x="3261168" y="658592"/>
                </a:lnTo>
                <a:lnTo>
                  <a:pt x="3261168" y="650677"/>
                </a:lnTo>
                <a:lnTo>
                  <a:pt x="3261168" y="642761"/>
                </a:lnTo>
                <a:lnTo>
                  <a:pt x="3261168" y="634845"/>
                </a:lnTo>
                <a:lnTo>
                  <a:pt x="3261168" y="626930"/>
                </a:lnTo>
                <a:lnTo>
                  <a:pt x="3261168" y="619014"/>
                </a:lnTo>
                <a:lnTo>
                  <a:pt x="3261168" y="611099"/>
                </a:lnTo>
                <a:lnTo>
                  <a:pt x="3261168" y="603183"/>
                </a:lnTo>
                <a:lnTo>
                  <a:pt x="3261168" y="595267"/>
                </a:lnTo>
                <a:lnTo>
                  <a:pt x="3261168" y="587352"/>
                </a:lnTo>
                <a:lnTo>
                  <a:pt x="3261168" y="579436"/>
                </a:lnTo>
                <a:lnTo>
                  <a:pt x="3261168" y="571520"/>
                </a:lnTo>
                <a:lnTo>
                  <a:pt x="3261168" y="563605"/>
                </a:lnTo>
                <a:lnTo>
                  <a:pt x="3261168" y="555689"/>
                </a:lnTo>
                <a:lnTo>
                  <a:pt x="3261168" y="547773"/>
                </a:lnTo>
                <a:lnTo>
                  <a:pt x="3261168" y="539858"/>
                </a:lnTo>
                <a:lnTo>
                  <a:pt x="3261168" y="531942"/>
                </a:lnTo>
                <a:lnTo>
                  <a:pt x="3261168" y="524027"/>
                </a:lnTo>
                <a:lnTo>
                  <a:pt x="3261168" y="516111"/>
                </a:lnTo>
                <a:lnTo>
                  <a:pt x="3261168" y="508195"/>
                </a:lnTo>
                <a:lnTo>
                  <a:pt x="3261168" y="500280"/>
                </a:lnTo>
                <a:lnTo>
                  <a:pt x="3261168" y="492364"/>
                </a:lnTo>
                <a:lnTo>
                  <a:pt x="3261168" y="484448"/>
                </a:lnTo>
                <a:lnTo>
                  <a:pt x="3261168" y="476533"/>
                </a:lnTo>
                <a:lnTo>
                  <a:pt x="3261168" y="468617"/>
                </a:lnTo>
                <a:lnTo>
                  <a:pt x="3261168" y="460702"/>
                </a:lnTo>
                <a:lnTo>
                  <a:pt x="3261168" y="452786"/>
                </a:lnTo>
                <a:lnTo>
                  <a:pt x="3261168" y="444870"/>
                </a:lnTo>
                <a:lnTo>
                  <a:pt x="3261168" y="436955"/>
                </a:lnTo>
                <a:lnTo>
                  <a:pt x="3261168" y="429039"/>
                </a:lnTo>
                <a:lnTo>
                  <a:pt x="3261168" y="421123"/>
                </a:lnTo>
                <a:lnTo>
                  <a:pt x="3261168" y="413208"/>
                </a:lnTo>
                <a:lnTo>
                  <a:pt x="3261168" y="405292"/>
                </a:lnTo>
                <a:lnTo>
                  <a:pt x="3261168" y="397377"/>
                </a:lnTo>
                <a:lnTo>
                  <a:pt x="3261168" y="389461"/>
                </a:lnTo>
                <a:lnTo>
                  <a:pt x="3261168" y="381545"/>
                </a:lnTo>
                <a:lnTo>
                  <a:pt x="3261168" y="373630"/>
                </a:lnTo>
                <a:lnTo>
                  <a:pt x="3261168" y="365714"/>
                </a:lnTo>
                <a:lnTo>
                  <a:pt x="3261168" y="357799"/>
                </a:lnTo>
                <a:lnTo>
                  <a:pt x="3261168" y="349883"/>
                </a:lnTo>
                <a:lnTo>
                  <a:pt x="3261168" y="341967"/>
                </a:lnTo>
                <a:lnTo>
                  <a:pt x="3261168" y="334052"/>
                </a:lnTo>
                <a:lnTo>
                  <a:pt x="3261168" y="326136"/>
                </a:lnTo>
                <a:lnTo>
                  <a:pt x="3261168" y="318220"/>
                </a:lnTo>
                <a:lnTo>
                  <a:pt x="3261168" y="310305"/>
                </a:lnTo>
                <a:lnTo>
                  <a:pt x="3261168" y="302389"/>
                </a:lnTo>
                <a:lnTo>
                  <a:pt x="3261168" y="294473"/>
                </a:lnTo>
                <a:lnTo>
                  <a:pt x="3261168" y="286558"/>
                </a:lnTo>
                <a:lnTo>
                  <a:pt x="3261168" y="278642"/>
                </a:lnTo>
                <a:lnTo>
                  <a:pt x="3261168" y="270727"/>
                </a:lnTo>
                <a:lnTo>
                  <a:pt x="3261168" y="262811"/>
                </a:lnTo>
                <a:lnTo>
                  <a:pt x="3261168" y="254895"/>
                </a:lnTo>
                <a:lnTo>
                  <a:pt x="3261168" y="246980"/>
                </a:lnTo>
                <a:lnTo>
                  <a:pt x="3261168" y="239064"/>
                </a:lnTo>
                <a:lnTo>
                  <a:pt x="3261168" y="231149"/>
                </a:lnTo>
                <a:lnTo>
                  <a:pt x="3261168" y="223233"/>
                </a:lnTo>
                <a:lnTo>
                  <a:pt x="3261168" y="215317"/>
                </a:lnTo>
                <a:lnTo>
                  <a:pt x="3261168" y="207402"/>
                </a:lnTo>
                <a:lnTo>
                  <a:pt x="3261168" y="199486"/>
                </a:lnTo>
                <a:lnTo>
                  <a:pt x="3261168" y="191570"/>
                </a:lnTo>
                <a:lnTo>
                  <a:pt x="3261168" y="183655"/>
                </a:lnTo>
                <a:lnTo>
                  <a:pt x="3261168" y="175739"/>
                </a:lnTo>
                <a:lnTo>
                  <a:pt x="3261168" y="167824"/>
                </a:lnTo>
                <a:lnTo>
                  <a:pt x="3261168" y="159908"/>
                </a:lnTo>
                <a:lnTo>
                  <a:pt x="3261168" y="151992"/>
                </a:lnTo>
                <a:lnTo>
                  <a:pt x="3261168" y="144077"/>
                </a:lnTo>
                <a:lnTo>
                  <a:pt x="3261168" y="136161"/>
                </a:lnTo>
                <a:lnTo>
                  <a:pt x="3261168" y="128245"/>
                </a:lnTo>
                <a:lnTo>
                  <a:pt x="3261168" y="120330"/>
                </a:lnTo>
                <a:lnTo>
                  <a:pt x="3261168" y="112414"/>
                </a:lnTo>
                <a:lnTo>
                  <a:pt x="3261168" y="104499"/>
                </a:lnTo>
                <a:lnTo>
                  <a:pt x="3261168" y="96583"/>
                </a:lnTo>
                <a:lnTo>
                  <a:pt x="3261168" y="88667"/>
                </a:lnTo>
                <a:lnTo>
                  <a:pt x="3261168" y="80752"/>
                </a:lnTo>
                <a:lnTo>
                  <a:pt x="3261168" y="72836"/>
                </a:lnTo>
                <a:lnTo>
                  <a:pt x="3261168" y="64920"/>
                </a:lnTo>
                <a:lnTo>
                  <a:pt x="3261168" y="57005"/>
                </a:lnTo>
                <a:lnTo>
                  <a:pt x="3261168" y="49089"/>
                </a:lnTo>
                <a:lnTo>
                  <a:pt x="3261168" y="41174"/>
                </a:lnTo>
                <a:lnTo>
                  <a:pt x="3261168" y="33258"/>
                </a:lnTo>
                <a:lnTo>
                  <a:pt x="3261168" y="25342"/>
                </a:lnTo>
                <a:lnTo>
                  <a:pt x="3261168" y="17427"/>
                </a:lnTo>
                <a:lnTo>
                  <a:pt x="3261168" y="9511"/>
                </a:lnTo>
                <a:lnTo>
                  <a:pt x="3261168" y="1596"/>
                </a:lnTo>
                <a:lnTo>
                  <a:pt x="3261168" y="0"/>
                </a:lnTo>
                <a:lnTo>
                  <a:pt x="3257445" y="1596"/>
                </a:lnTo>
                <a:lnTo>
                  <a:pt x="3246802" y="6272"/>
                </a:lnTo>
                <a:lnTo>
                  <a:pt x="3239242" y="9511"/>
                </a:lnTo>
                <a:lnTo>
                  <a:pt x="3232436" y="12502"/>
                </a:lnTo>
                <a:lnTo>
                  <a:pt x="3220942" y="17427"/>
                </a:lnTo>
                <a:lnTo>
                  <a:pt x="3218069" y="18689"/>
                </a:lnTo>
                <a:lnTo>
                  <a:pt x="3203703" y="24888"/>
                </a:lnTo>
                <a:lnTo>
                  <a:pt x="3202643" y="25342"/>
                </a:lnTo>
                <a:lnTo>
                  <a:pt x="3189336" y="31189"/>
                </a:lnTo>
                <a:lnTo>
                  <a:pt x="3184507" y="33258"/>
                </a:lnTo>
                <a:lnTo>
                  <a:pt x="3174970" y="37449"/>
                </a:lnTo>
                <a:lnTo>
                  <a:pt x="3166277" y="41174"/>
                </a:lnTo>
                <a:lnTo>
                  <a:pt x="3160604" y="43666"/>
                </a:lnTo>
                <a:lnTo>
                  <a:pt x="3147947" y="49089"/>
                </a:lnTo>
                <a:lnTo>
                  <a:pt x="3146237" y="49840"/>
                </a:lnTo>
                <a:lnTo>
                  <a:pt x="3131871" y="56111"/>
                </a:lnTo>
                <a:lnTo>
                  <a:pt x="3129795" y="57005"/>
                </a:lnTo>
                <a:lnTo>
                  <a:pt x="3117504" y="62441"/>
                </a:lnTo>
                <a:lnTo>
                  <a:pt x="3111743" y="64920"/>
                </a:lnTo>
                <a:lnTo>
                  <a:pt x="3103138" y="68725"/>
                </a:lnTo>
                <a:lnTo>
                  <a:pt x="3093580" y="72836"/>
                </a:lnTo>
                <a:lnTo>
                  <a:pt x="3088772" y="74961"/>
                </a:lnTo>
                <a:lnTo>
                  <a:pt x="3075301" y="80752"/>
                </a:lnTo>
                <a:lnTo>
                  <a:pt x="3074405" y="81148"/>
                </a:lnTo>
                <a:lnTo>
                  <a:pt x="3060039" y="87471"/>
                </a:lnTo>
                <a:lnTo>
                  <a:pt x="3057271" y="88667"/>
                </a:lnTo>
                <a:lnTo>
                  <a:pt x="3045673" y="93808"/>
                </a:lnTo>
                <a:lnTo>
                  <a:pt x="3039253" y="96583"/>
                </a:lnTo>
                <a:lnTo>
                  <a:pt x="3031306" y="100106"/>
                </a:lnTo>
                <a:lnTo>
                  <a:pt x="3021142" y="104499"/>
                </a:lnTo>
                <a:lnTo>
                  <a:pt x="3016940" y="106362"/>
                </a:lnTo>
                <a:lnTo>
                  <a:pt x="3002934" y="112414"/>
                </a:lnTo>
                <a:lnTo>
                  <a:pt x="3002574" y="112574"/>
                </a:lnTo>
                <a:lnTo>
                  <a:pt x="2988207" y="118927"/>
                </a:lnTo>
                <a:lnTo>
                  <a:pt x="2984961" y="120330"/>
                </a:lnTo>
                <a:lnTo>
                  <a:pt x="2973841" y="125259"/>
                </a:lnTo>
                <a:lnTo>
                  <a:pt x="2966931" y="128245"/>
                </a:lnTo>
                <a:lnTo>
                  <a:pt x="2959474" y="131551"/>
                </a:lnTo>
                <a:lnTo>
                  <a:pt x="2948808" y="136161"/>
                </a:lnTo>
                <a:lnTo>
                  <a:pt x="2945108" y="137801"/>
                </a:lnTo>
                <a:lnTo>
                  <a:pt x="2930742" y="144016"/>
                </a:lnTo>
                <a:lnTo>
                  <a:pt x="2930601" y="144077"/>
                </a:lnTo>
                <a:lnTo>
                  <a:pt x="2916375" y="150382"/>
                </a:lnTo>
                <a:lnTo>
                  <a:pt x="2912649" y="151992"/>
                </a:lnTo>
                <a:lnTo>
                  <a:pt x="2902009" y="156709"/>
                </a:lnTo>
                <a:lnTo>
                  <a:pt x="2894607" y="159908"/>
                </a:lnTo>
                <a:lnTo>
                  <a:pt x="2887642" y="162996"/>
                </a:lnTo>
                <a:lnTo>
                  <a:pt x="2876471" y="167824"/>
                </a:lnTo>
                <a:lnTo>
                  <a:pt x="2873276" y="169240"/>
                </a:lnTo>
                <a:lnTo>
                  <a:pt x="2858910" y="175475"/>
                </a:lnTo>
                <a:lnTo>
                  <a:pt x="2858299" y="175739"/>
                </a:lnTo>
                <a:lnTo>
                  <a:pt x="2844543" y="181836"/>
                </a:lnTo>
                <a:lnTo>
                  <a:pt x="2840336" y="183655"/>
                </a:lnTo>
                <a:lnTo>
                  <a:pt x="2830177" y="188158"/>
                </a:lnTo>
                <a:lnTo>
                  <a:pt x="2822282" y="191570"/>
                </a:lnTo>
                <a:lnTo>
                  <a:pt x="2815811" y="194439"/>
                </a:lnTo>
                <a:lnTo>
                  <a:pt x="2804133" y="199486"/>
                </a:lnTo>
                <a:lnTo>
                  <a:pt x="2801444" y="200678"/>
                </a:lnTo>
                <a:lnTo>
                  <a:pt x="2787078" y="206934"/>
                </a:lnTo>
                <a:lnTo>
                  <a:pt x="2785996" y="207402"/>
                </a:lnTo>
                <a:lnTo>
                  <a:pt x="2772711" y="213290"/>
                </a:lnTo>
                <a:lnTo>
                  <a:pt x="2768021" y="215317"/>
                </a:lnTo>
                <a:lnTo>
                  <a:pt x="2758345" y="219607"/>
                </a:lnTo>
                <a:lnTo>
                  <a:pt x="2749955" y="223233"/>
                </a:lnTo>
                <a:lnTo>
                  <a:pt x="2743979" y="225882"/>
                </a:lnTo>
                <a:lnTo>
                  <a:pt x="2731793" y="231149"/>
                </a:lnTo>
                <a:lnTo>
                  <a:pt x="2729612" y="232115"/>
                </a:lnTo>
                <a:lnTo>
                  <a:pt x="2715246" y="238392"/>
                </a:lnTo>
                <a:lnTo>
                  <a:pt x="2713692" y="239064"/>
                </a:lnTo>
                <a:lnTo>
                  <a:pt x="2700879" y="244743"/>
                </a:lnTo>
                <a:lnTo>
                  <a:pt x="2695705" y="246980"/>
                </a:lnTo>
                <a:lnTo>
                  <a:pt x="2686513" y="251055"/>
                </a:lnTo>
                <a:lnTo>
                  <a:pt x="2677626" y="254895"/>
                </a:lnTo>
                <a:lnTo>
                  <a:pt x="2672147" y="257325"/>
                </a:lnTo>
                <a:lnTo>
                  <a:pt x="2659451" y="262811"/>
                </a:lnTo>
                <a:lnTo>
                  <a:pt x="2657780" y="263552"/>
                </a:lnTo>
                <a:lnTo>
                  <a:pt x="2643414" y="269850"/>
                </a:lnTo>
                <a:lnTo>
                  <a:pt x="2641386" y="270727"/>
                </a:lnTo>
                <a:lnTo>
                  <a:pt x="2629048" y="276196"/>
                </a:lnTo>
                <a:lnTo>
                  <a:pt x="2623387" y="278642"/>
                </a:lnTo>
                <a:lnTo>
                  <a:pt x="2614681" y="282502"/>
                </a:lnTo>
                <a:lnTo>
                  <a:pt x="2605296" y="286558"/>
                </a:lnTo>
                <a:lnTo>
                  <a:pt x="2600315" y="288766"/>
                </a:lnTo>
                <a:lnTo>
                  <a:pt x="2587108" y="294473"/>
                </a:lnTo>
                <a:lnTo>
                  <a:pt x="2585949" y="294987"/>
                </a:lnTo>
                <a:lnTo>
                  <a:pt x="2571582" y="301307"/>
                </a:lnTo>
                <a:lnTo>
                  <a:pt x="2569078" y="302389"/>
                </a:lnTo>
                <a:lnTo>
                  <a:pt x="2557216" y="307648"/>
                </a:lnTo>
                <a:lnTo>
                  <a:pt x="2551068" y="310305"/>
                </a:lnTo>
                <a:lnTo>
                  <a:pt x="2542849" y="313948"/>
                </a:lnTo>
                <a:lnTo>
                  <a:pt x="2531872" y="318220"/>
                </a:lnTo>
                <a:lnTo>
                  <a:pt x="2528483" y="319402"/>
                </a:lnTo>
                <a:lnTo>
                  <a:pt x="2514116" y="324301"/>
                </a:lnTo>
                <a:lnTo>
                  <a:pt x="2508547" y="326136"/>
                </a:lnTo>
                <a:lnTo>
                  <a:pt x="2499750" y="329199"/>
                </a:lnTo>
                <a:lnTo>
                  <a:pt x="2485384" y="333940"/>
                </a:lnTo>
                <a:lnTo>
                  <a:pt x="2485044" y="334052"/>
                </a:lnTo>
                <a:lnTo>
                  <a:pt x="2471017" y="338934"/>
                </a:lnTo>
                <a:lnTo>
                  <a:pt x="2462106" y="341967"/>
                </a:lnTo>
                <a:lnTo>
                  <a:pt x="2456651" y="343890"/>
                </a:lnTo>
                <a:lnTo>
                  <a:pt x="2442285" y="348926"/>
                </a:lnTo>
                <a:lnTo>
                  <a:pt x="2439507" y="349883"/>
                </a:lnTo>
                <a:lnTo>
                  <a:pt x="2427918" y="354087"/>
                </a:lnTo>
                <a:lnTo>
                  <a:pt x="2417134" y="357799"/>
                </a:lnTo>
                <a:lnTo>
                  <a:pt x="2413552" y="359099"/>
                </a:lnTo>
                <a:lnTo>
                  <a:pt x="2399185" y="364192"/>
                </a:lnTo>
                <a:lnTo>
                  <a:pt x="2394764" y="365714"/>
                </a:lnTo>
                <a:lnTo>
                  <a:pt x="2384819" y="369322"/>
                </a:lnTo>
                <a:lnTo>
                  <a:pt x="2372302" y="373630"/>
                </a:lnTo>
                <a:lnTo>
                  <a:pt x="2370453" y="374301"/>
                </a:lnTo>
                <a:lnTo>
                  <a:pt x="2356086" y="379451"/>
                </a:lnTo>
                <a:lnTo>
                  <a:pt x="2350003" y="381545"/>
                </a:lnTo>
                <a:lnTo>
                  <a:pt x="2341720" y="384551"/>
                </a:lnTo>
                <a:lnTo>
                  <a:pt x="2327451" y="389461"/>
                </a:lnTo>
                <a:lnTo>
                  <a:pt x="2327353" y="389496"/>
                </a:lnTo>
                <a:lnTo>
                  <a:pt x="2312987" y="394704"/>
                </a:lnTo>
                <a:lnTo>
                  <a:pt x="2305224" y="397377"/>
                </a:lnTo>
                <a:lnTo>
                  <a:pt x="2298621" y="399772"/>
                </a:lnTo>
                <a:lnTo>
                  <a:pt x="2284255" y="404767"/>
                </a:lnTo>
                <a:lnTo>
                  <a:pt x="2282730" y="405292"/>
                </a:lnTo>
                <a:lnTo>
                  <a:pt x="2269888" y="409951"/>
                </a:lnTo>
                <a:lnTo>
                  <a:pt x="2260425" y="413208"/>
                </a:lnTo>
                <a:lnTo>
                  <a:pt x="2255522" y="414987"/>
                </a:lnTo>
                <a:lnTo>
                  <a:pt x="2241155" y="420037"/>
                </a:lnTo>
                <a:lnTo>
                  <a:pt x="2238001" y="421123"/>
                </a:lnTo>
                <a:lnTo>
                  <a:pt x="2226789" y="425191"/>
                </a:lnTo>
                <a:lnTo>
                  <a:pt x="2215608" y="429039"/>
                </a:lnTo>
                <a:lnTo>
                  <a:pt x="2212423" y="430195"/>
                </a:lnTo>
                <a:lnTo>
                  <a:pt x="2198056" y="435302"/>
                </a:lnTo>
                <a:lnTo>
                  <a:pt x="2193254" y="436955"/>
                </a:lnTo>
                <a:lnTo>
                  <a:pt x="2183690" y="440425"/>
                </a:lnTo>
                <a:lnTo>
                  <a:pt x="2170771" y="444870"/>
                </a:lnTo>
                <a:lnTo>
                  <a:pt x="2169323" y="445396"/>
                </a:lnTo>
                <a:lnTo>
                  <a:pt x="2154957" y="450559"/>
                </a:lnTo>
                <a:lnTo>
                  <a:pt x="2148488" y="452786"/>
                </a:lnTo>
                <a:lnTo>
                  <a:pt x="2140591" y="455652"/>
                </a:lnTo>
                <a:lnTo>
                  <a:pt x="2126224" y="460605"/>
                </a:lnTo>
                <a:lnTo>
                  <a:pt x="2125943" y="460702"/>
                </a:lnTo>
                <a:lnTo>
                  <a:pt x="2111858" y="465811"/>
                </a:lnTo>
                <a:lnTo>
                  <a:pt x="2103705" y="468617"/>
                </a:lnTo>
                <a:lnTo>
                  <a:pt x="2097492" y="470872"/>
                </a:lnTo>
                <a:lnTo>
                  <a:pt x="2083125" y="475879"/>
                </a:lnTo>
                <a:lnTo>
                  <a:pt x="2081227" y="476533"/>
                </a:lnTo>
                <a:lnTo>
                  <a:pt x="2068759" y="481056"/>
                </a:lnTo>
                <a:lnTo>
                  <a:pt x="2058902" y="484448"/>
                </a:lnTo>
                <a:lnTo>
                  <a:pt x="2054392" y="486085"/>
                </a:lnTo>
                <a:lnTo>
                  <a:pt x="2040026" y="491148"/>
                </a:lnTo>
                <a:lnTo>
                  <a:pt x="2036494" y="492364"/>
                </a:lnTo>
                <a:lnTo>
                  <a:pt x="2025660" y="496295"/>
                </a:lnTo>
                <a:lnTo>
                  <a:pt x="2014081" y="500280"/>
                </a:lnTo>
                <a:lnTo>
                  <a:pt x="2011293" y="501291"/>
                </a:lnTo>
                <a:lnTo>
                  <a:pt x="1996927" y="506411"/>
                </a:lnTo>
                <a:lnTo>
                  <a:pt x="1991743" y="508195"/>
                </a:lnTo>
                <a:lnTo>
                  <a:pt x="1982560" y="511527"/>
                </a:lnTo>
                <a:lnTo>
                  <a:pt x="1969240" y="516111"/>
                </a:lnTo>
                <a:lnTo>
                  <a:pt x="1968194" y="516490"/>
                </a:lnTo>
                <a:lnTo>
                  <a:pt x="1953828" y="521667"/>
                </a:lnTo>
                <a:lnTo>
                  <a:pt x="1946973" y="524027"/>
                </a:lnTo>
                <a:lnTo>
                  <a:pt x="1939461" y="526752"/>
                </a:lnTo>
                <a:lnTo>
                  <a:pt x="1925095" y="531718"/>
                </a:lnTo>
                <a:lnTo>
                  <a:pt x="1924443" y="531942"/>
                </a:lnTo>
                <a:lnTo>
                  <a:pt x="1910729" y="536917"/>
                </a:lnTo>
                <a:lnTo>
                  <a:pt x="1902185" y="539858"/>
                </a:lnTo>
                <a:lnTo>
                  <a:pt x="1896362" y="541971"/>
                </a:lnTo>
                <a:lnTo>
                  <a:pt x="1881996" y="546991"/>
                </a:lnTo>
                <a:lnTo>
                  <a:pt x="1879723" y="547773"/>
                </a:lnTo>
                <a:lnTo>
                  <a:pt x="1867629" y="552161"/>
                </a:lnTo>
                <a:lnTo>
                  <a:pt x="1857378" y="555689"/>
                </a:lnTo>
                <a:lnTo>
                  <a:pt x="1853263" y="557183"/>
                </a:lnTo>
                <a:lnTo>
                  <a:pt x="1838897" y="562366"/>
                </a:lnTo>
                <a:lnTo>
                  <a:pt x="1835366" y="563605"/>
                </a:lnTo>
                <a:lnTo>
                  <a:pt x="1824530" y="567671"/>
                </a:lnTo>
                <a:lnTo>
                  <a:pt x="1813471" y="571520"/>
                </a:lnTo>
                <a:lnTo>
                  <a:pt x="1810164" y="572753"/>
                </a:lnTo>
                <a:lnTo>
                  <a:pt x="1795798" y="578102"/>
                </a:lnTo>
                <a:lnTo>
                  <a:pt x="1792205" y="579436"/>
                </a:lnTo>
                <a:lnTo>
                  <a:pt x="1781431" y="583658"/>
                </a:lnTo>
                <a:lnTo>
                  <a:pt x="1771475" y="587352"/>
                </a:lnTo>
                <a:lnTo>
                  <a:pt x="1767065" y="589081"/>
                </a:lnTo>
                <a:lnTo>
                  <a:pt x="1752698" y="594508"/>
                </a:lnTo>
                <a:lnTo>
                  <a:pt x="1750652" y="595267"/>
                </a:lnTo>
                <a:lnTo>
                  <a:pt x="1738332" y="600095"/>
                </a:lnTo>
                <a:lnTo>
                  <a:pt x="1730010" y="603183"/>
                </a:lnTo>
                <a:lnTo>
                  <a:pt x="1723966" y="605552"/>
                </a:lnTo>
                <a:lnTo>
                  <a:pt x="1709599" y="610905"/>
                </a:lnTo>
                <a:lnTo>
                  <a:pt x="1709079" y="611099"/>
                </a:lnTo>
                <a:lnTo>
                  <a:pt x="1695233" y="616524"/>
                </a:lnTo>
                <a:lnTo>
                  <a:pt x="1688522" y="619014"/>
                </a:lnTo>
                <a:lnTo>
                  <a:pt x="1680866" y="622015"/>
                </a:lnTo>
                <a:lnTo>
                  <a:pt x="1667615" y="626930"/>
                </a:lnTo>
                <a:lnTo>
                  <a:pt x="1666500" y="627367"/>
                </a:lnTo>
                <a:lnTo>
                  <a:pt x="1652134" y="632944"/>
                </a:lnTo>
                <a:lnTo>
                  <a:pt x="1647011" y="634845"/>
                </a:lnTo>
                <a:lnTo>
                  <a:pt x="1637767" y="638469"/>
                </a:lnTo>
                <a:lnTo>
                  <a:pt x="1626195" y="642761"/>
                </a:lnTo>
                <a:lnTo>
                  <a:pt x="1623401" y="643857"/>
                </a:lnTo>
                <a:lnTo>
                  <a:pt x="1609035" y="649357"/>
                </a:lnTo>
                <a:lnTo>
                  <a:pt x="1605480" y="650677"/>
                </a:lnTo>
                <a:lnTo>
                  <a:pt x="1594668" y="654914"/>
                </a:lnTo>
                <a:lnTo>
                  <a:pt x="1584752" y="658592"/>
                </a:lnTo>
                <a:lnTo>
                  <a:pt x="1580302" y="660337"/>
                </a:lnTo>
                <a:lnTo>
                  <a:pt x="1565935" y="665762"/>
                </a:lnTo>
                <a:lnTo>
                  <a:pt x="1563927" y="666508"/>
                </a:lnTo>
                <a:lnTo>
                  <a:pt x="1551569" y="671350"/>
                </a:lnTo>
                <a:lnTo>
                  <a:pt x="1543503" y="674423"/>
                </a:lnTo>
                <a:lnTo>
                  <a:pt x="1537203" y="676977"/>
                </a:lnTo>
                <a:lnTo>
                  <a:pt x="1524296" y="682339"/>
                </a:lnTo>
                <a:lnTo>
                  <a:pt x="1522836" y="682971"/>
                </a:lnTo>
                <a:lnTo>
                  <a:pt x="1508470" y="689106"/>
                </a:lnTo>
                <a:lnTo>
                  <a:pt x="1505708" y="690255"/>
                </a:lnTo>
                <a:lnTo>
                  <a:pt x="1494104" y="695277"/>
                </a:lnTo>
                <a:lnTo>
                  <a:pt x="1487142" y="698170"/>
                </a:lnTo>
                <a:lnTo>
                  <a:pt x="1479737" y="701375"/>
                </a:lnTo>
                <a:lnTo>
                  <a:pt x="1468401" y="706086"/>
                </a:lnTo>
                <a:lnTo>
                  <a:pt x="1465371" y="707398"/>
                </a:lnTo>
                <a:lnTo>
                  <a:pt x="1451004" y="713447"/>
                </a:lnTo>
                <a:lnTo>
                  <a:pt x="1449670" y="714002"/>
                </a:lnTo>
                <a:lnTo>
                  <a:pt x="1436638" y="719641"/>
                </a:lnTo>
                <a:lnTo>
                  <a:pt x="1431162" y="721917"/>
                </a:lnTo>
                <a:lnTo>
                  <a:pt x="1422272" y="725765"/>
                </a:lnTo>
                <a:lnTo>
                  <a:pt x="1412483" y="729833"/>
                </a:lnTo>
                <a:lnTo>
                  <a:pt x="1407905" y="731815"/>
                </a:lnTo>
                <a:lnTo>
                  <a:pt x="1393623" y="737748"/>
                </a:lnTo>
                <a:lnTo>
                  <a:pt x="1393539" y="737785"/>
                </a:lnTo>
                <a:lnTo>
                  <a:pt x="1379172" y="743996"/>
                </a:lnTo>
                <a:lnTo>
                  <a:pt x="1375161" y="745664"/>
                </a:lnTo>
                <a:lnTo>
                  <a:pt x="1364806" y="750145"/>
                </a:lnTo>
                <a:lnTo>
                  <a:pt x="1356543" y="753580"/>
                </a:lnTo>
                <a:lnTo>
                  <a:pt x="1350440" y="756222"/>
                </a:lnTo>
                <a:lnTo>
                  <a:pt x="1337747" y="761495"/>
                </a:lnTo>
                <a:lnTo>
                  <a:pt x="1336073" y="762220"/>
                </a:lnTo>
                <a:lnTo>
                  <a:pt x="1321707" y="768344"/>
                </a:lnTo>
                <a:lnTo>
                  <a:pt x="1319140" y="769411"/>
                </a:lnTo>
                <a:lnTo>
                  <a:pt x="1307341" y="774517"/>
                </a:lnTo>
                <a:lnTo>
                  <a:pt x="1300581" y="777327"/>
                </a:lnTo>
                <a:lnTo>
                  <a:pt x="1292974" y="780619"/>
                </a:lnTo>
                <a:lnTo>
                  <a:pt x="1281849" y="785242"/>
                </a:lnTo>
                <a:lnTo>
                  <a:pt x="1278608" y="786645"/>
                </a:lnTo>
                <a:lnTo>
                  <a:pt x="1264241" y="792683"/>
                </a:lnTo>
                <a:lnTo>
                  <a:pt x="1263099" y="793158"/>
                </a:lnTo>
                <a:lnTo>
                  <a:pt x="1249875" y="798880"/>
                </a:lnTo>
                <a:lnTo>
                  <a:pt x="1244598" y="801073"/>
                </a:lnTo>
                <a:lnTo>
                  <a:pt x="1235509" y="805007"/>
                </a:lnTo>
                <a:lnTo>
                  <a:pt x="1225928" y="808989"/>
                </a:lnTo>
                <a:lnTo>
                  <a:pt x="1221142" y="811061"/>
                </a:lnTo>
                <a:lnTo>
                  <a:pt x="1207076" y="816905"/>
                </a:lnTo>
                <a:lnTo>
                  <a:pt x="1206776" y="817035"/>
                </a:lnTo>
                <a:lnTo>
                  <a:pt x="1192410" y="823234"/>
                </a:lnTo>
                <a:lnTo>
                  <a:pt x="1188594" y="824820"/>
                </a:lnTo>
                <a:lnTo>
                  <a:pt x="1178043" y="829387"/>
                </a:lnTo>
                <a:lnTo>
                  <a:pt x="1169985" y="832736"/>
                </a:lnTo>
                <a:lnTo>
                  <a:pt x="1163677" y="835466"/>
                </a:lnTo>
                <a:lnTo>
                  <a:pt x="1151198" y="840652"/>
                </a:lnTo>
                <a:lnTo>
                  <a:pt x="1149310" y="841469"/>
                </a:lnTo>
                <a:lnTo>
                  <a:pt x="1134944" y="847580"/>
                </a:lnTo>
                <a:lnTo>
                  <a:pt x="1132556" y="848567"/>
                </a:lnTo>
                <a:lnTo>
                  <a:pt x="1120578" y="853718"/>
                </a:lnTo>
                <a:lnTo>
                  <a:pt x="1113781" y="856483"/>
                </a:lnTo>
                <a:lnTo>
                  <a:pt x="1106211" y="859699"/>
                </a:lnTo>
                <a:lnTo>
                  <a:pt x="1094656" y="864398"/>
                </a:lnTo>
                <a:lnTo>
                  <a:pt x="1091845" y="865593"/>
                </a:lnTo>
                <a:lnTo>
                  <a:pt x="1077478" y="871544"/>
                </a:lnTo>
                <a:lnTo>
                  <a:pt x="1075586" y="872314"/>
                </a:lnTo>
                <a:lnTo>
                  <a:pt x="1063112" y="877612"/>
                </a:lnTo>
                <a:lnTo>
                  <a:pt x="1056678" y="880230"/>
                </a:lnTo>
                <a:lnTo>
                  <a:pt x="1048746" y="883600"/>
                </a:lnTo>
                <a:lnTo>
                  <a:pt x="1037570" y="888145"/>
                </a:lnTo>
                <a:lnTo>
                  <a:pt x="1034379" y="889501"/>
                </a:lnTo>
                <a:lnTo>
                  <a:pt x="1020013" y="895476"/>
                </a:lnTo>
                <a:lnTo>
                  <a:pt x="1018630" y="896061"/>
                </a:lnTo>
                <a:lnTo>
                  <a:pt x="1005647" y="901929"/>
                </a:lnTo>
                <a:lnTo>
                  <a:pt x="1000969" y="903977"/>
                </a:lnTo>
                <a:lnTo>
                  <a:pt x="991280" y="908357"/>
                </a:lnTo>
                <a:lnTo>
                  <a:pt x="983200" y="911892"/>
                </a:lnTo>
                <a:lnTo>
                  <a:pt x="976914" y="914734"/>
                </a:lnTo>
                <a:lnTo>
                  <a:pt x="965317" y="919808"/>
                </a:lnTo>
                <a:lnTo>
                  <a:pt x="962547" y="921060"/>
                </a:lnTo>
                <a:lnTo>
                  <a:pt x="948181" y="927392"/>
                </a:lnTo>
                <a:lnTo>
                  <a:pt x="947425" y="927723"/>
                </a:lnTo>
                <a:lnTo>
                  <a:pt x="933815" y="933875"/>
                </a:lnTo>
                <a:lnTo>
                  <a:pt x="929785" y="935639"/>
                </a:lnTo>
                <a:lnTo>
                  <a:pt x="919448" y="940312"/>
                </a:lnTo>
                <a:lnTo>
                  <a:pt x="912037" y="943555"/>
                </a:lnTo>
                <a:lnTo>
                  <a:pt x="905082" y="946699"/>
                </a:lnTo>
                <a:lnTo>
                  <a:pt x="894177" y="951470"/>
                </a:lnTo>
                <a:lnTo>
                  <a:pt x="890715" y="953035"/>
                </a:lnTo>
                <a:lnTo>
                  <a:pt x="876349" y="959293"/>
                </a:lnTo>
                <a:lnTo>
                  <a:pt x="876131" y="959386"/>
                </a:lnTo>
                <a:lnTo>
                  <a:pt x="861983" y="965606"/>
                </a:lnTo>
                <a:lnTo>
                  <a:pt x="857984" y="967302"/>
                </a:lnTo>
                <a:lnTo>
                  <a:pt x="847616" y="971860"/>
                </a:lnTo>
                <a:lnTo>
                  <a:pt x="839697" y="975217"/>
                </a:lnTo>
                <a:lnTo>
                  <a:pt x="833250" y="978053"/>
                </a:lnTo>
                <a:lnTo>
                  <a:pt x="821264" y="983133"/>
                </a:lnTo>
                <a:lnTo>
                  <a:pt x="818884" y="984180"/>
                </a:lnTo>
                <a:lnTo>
                  <a:pt x="804517" y="990365"/>
                </a:lnTo>
                <a:lnTo>
                  <a:pt x="802905" y="991048"/>
                </a:lnTo>
                <a:lnTo>
                  <a:pt x="790151" y="996656"/>
                </a:lnTo>
                <a:lnTo>
                  <a:pt x="784707" y="998964"/>
                </a:lnTo>
                <a:lnTo>
                  <a:pt x="775785" y="1002887"/>
                </a:lnTo>
                <a:lnTo>
                  <a:pt x="766366" y="1006880"/>
                </a:lnTo>
                <a:lnTo>
                  <a:pt x="761418" y="1009056"/>
                </a:lnTo>
                <a:lnTo>
                  <a:pt x="747875" y="1014795"/>
                </a:lnTo>
                <a:lnTo>
                  <a:pt x="747052" y="1015158"/>
                </a:lnTo>
                <a:lnTo>
                  <a:pt x="732685" y="1021428"/>
                </a:lnTo>
                <a:lnTo>
                  <a:pt x="729660" y="1022711"/>
                </a:lnTo>
                <a:lnTo>
                  <a:pt x="718319" y="1027697"/>
                </a:lnTo>
                <a:lnTo>
                  <a:pt x="711409" y="1030626"/>
                </a:lnTo>
                <a:lnTo>
                  <a:pt x="703953" y="1033906"/>
                </a:lnTo>
                <a:lnTo>
                  <a:pt x="693014" y="1038542"/>
                </a:lnTo>
                <a:lnTo>
                  <a:pt x="689586" y="1040050"/>
                </a:lnTo>
                <a:lnTo>
                  <a:pt x="675220" y="1046178"/>
                </a:lnTo>
                <a:lnTo>
                  <a:pt x="674559" y="1046458"/>
                </a:lnTo>
                <a:lnTo>
                  <a:pt x="660854" y="1052483"/>
                </a:lnTo>
                <a:lnTo>
                  <a:pt x="656327" y="1054373"/>
                </a:lnTo>
                <a:lnTo>
                  <a:pt x="646487" y="1058665"/>
                </a:lnTo>
                <a:lnTo>
                  <a:pt x="637617" y="1062289"/>
                </a:lnTo>
                <a:lnTo>
                  <a:pt x="632121" y="1064629"/>
                </a:lnTo>
                <a:lnTo>
                  <a:pt x="618470" y="1070205"/>
                </a:lnTo>
                <a:lnTo>
                  <a:pt x="617754" y="1070509"/>
                </a:lnTo>
                <a:lnTo>
                  <a:pt x="603388" y="1076586"/>
                </a:lnTo>
                <a:lnTo>
                  <a:pt x="599634" y="1078120"/>
                </a:lnTo>
                <a:lnTo>
                  <a:pt x="589022" y="1082637"/>
                </a:lnTo>
                <a:lnTo>
                  <a:pt x="580703" y="1086036"/>
                </a:lnTo>
                <a:lnTo>
                  <a:pt x="574655" y="1088611"/>
                </a:lnTo>
                <a:lnTo>
                  <a:pt x="561580" y="1093951"/>
                </a:lnTo>
                <a:lnTo>
                  <a:pt x="560289" y="1094501"/>
                </a:lnTo>
                <a:lnTo>
                  <a:pt x="545922" y="1100548"/>
                </a:lnTo>
                <a:lnTo>
                  <a:pt x="542696" y="1101867"/>
                </a:lnTo>
                <a:lnTo>
                  <a:pt x="531556" y="1106608"/>
                </a:lnTo>
                <a:lnTo>
                  <a:pt x="523787" y="1109783"/>
                </a:lnTo>
                <a:lnTo>
                  <a:pt x="517190" y="1112591"/>
                </a:lnTo>
                <a:lnTo>
                  <a:pt x="504688" y="1117698"/>
                </a:lnTo>
                <a:lnTo>
                  <a:pt x="502823" y="1118492"/>
                </a:lnTo>
                <a:lnTo>
                  <a:pt x="488457" y="1124510"/>
                </a:lnTo>
                <a:lnTo>
                  <a:pt x="485755" y="1125614"/>
                </a:lnTo>
                <a:lnTo>
                  <a:pt x="474091" y="1130579"/>
                </a:lnTo>
                <a:lnTo>
                  <a:pt x="466868" y="1133530"/>
                </a:lnTo>
                <a:lnTo>
                  <a:pt x="459724" y="1136571"/>
                </a:lnTo>
                <a:lnTo>
                  <a:pt x="447792" y="1141445"/>
                </a:lnTo>
                <a:lnTo>
                  <a:pt x="445358" y="1142482"/>
                </a:lnTo>
                <a:lnTo>
                  <a:pt x="430991" y="1148470"/>
                </a:lnTo>
                <a:lnTo>
                  <a:pt x="428812" y="1149361"/>
                </a:lnTo>
                <a:lnTo>
                  <a:pt x="416625" y="1154548"/>
                </a:lnTo>
                <a:lnTo>
                  <a:pt x="409947" y="1157276"/>
                </a:lnTo>
                <a:lnTo>
                  <a:pt x="402259" y="1160549"/>
                </a:lnTo>
                <a:lnTo>
                  <a:pt x="390894" y="1165192"/>
                </a:lnTo>
                <a:lnTo>
                  <a:pt x="387892" y="1166470"/>
                </a:lnTo>
                <a:lnTo>
                  <a:pt x="373526" y="1172430"/>
                </a:lnTo>
                <a:lnTo>
                  <a:pt x="371867" y="1173108"/>
                </a:lnTo>
                <a:lnTo>
                  <a:pt x="359160" y="1178516"/>
                </a:lnTo>
                <a:lnTo>
                  <a:pt x="353023" y="1181023"/>
                </a:lnTo>
                <a:lnTo>
                  <a:pt x="344793" y="1184527"/>
                </a:lnTo>
                <a:lnTo>
                  <a:pt x="333993" y="1188939"/>
                </a:lnTo>
                <a:lnTo>
                  <a:pt x="330427" y="1190457"/>
                </a:lnTo>
                <a:lnTo>
                  <a:pt x="316060" y="1196388"/>
                </a:lnTo>
                <a:lnTo>
                  <a:pt x="314919" y="1196855"/>
                </a:lnTo>
                <a:lnTo>
                  <a:pt x="301694" y="1202483"/>
                </a:lnTo>
                <a:lnTo>
                  <a:pt x="296097" y="1204770"/>
                </a:lnTo>
                <a:lnTo>
                  <a:pt x="287328" y="1208503"/>
                </a:lnTo>
                <a:lnTo>
                  <a:pt x="277089" y="1212686"/>
                </a:lnTo>
                <a:lnTo>
                  <a:pt x="272961" y="1214443"/>
                </a:lnTo>
                <a:lnTo>
                  <a:pt x="258595" y="1220346"/>
                </a:lnTo>
                <a:lnTo>
                  <a:pt x="257969" y="1220601"/>
                </a:lnTo>
                <a:lnTo>
                  <a:pt x="244228" y="1226449"/>
                </a:lnTo>
                <a:lnTo>
                  <a:pt x="239167" y="1228517"/>
                </a:lnTo>
                <a:lnTo>
                  <a:pt x="229862" y="1232478"/>
                </a:lnTo>
                <a:lnTo>
                  <a:pt x="220182" y="1236433"/>
                </a:lnTo>
                <a:lnTo>
                  <a:pt x="215496" y="1238428"/>
                </a:lnTo>
                <a:lnTo>
                  <a:pt x="201129" y="1244302"/>
                </a:lnTo>
                <a:lnTo>
                  <a:pt x="201016" y="1244348"/>
                </a:lnTo>
                <a:lnTo>
                  <a:pt x="186763" y="1250414"/>
                </a:lnTo>
                <a:lnTo>
                  <a:pt x="182236" y="1252264"/>
                </a:lnTo>
                <a:lnTo>
                  <a:pt x="172397" y="1256452"/>
                </a:lnTo>
                <a:lnTo>
                  <a:pt x="163273" y="1260180"/>
                </a:lnTo>
                <a:lnTo>
                  <a:pt x="158030" y="1262411"/>
                </a:lnTo>
                <a:lnTo>
                  <a:pt x="144115" y="1268095"/>
                </a:lnTo>
                <a:lnTo>
                  <a:pt x="143664" y="1268287"/>
                </a:lnTo>
                <a:lnTo>
                  <a:pt x="129297" y="1274378"/>
                </a:lnTo>
                <a:lnTo>
                  <a:pt x="125301" y="1276011"/>
                </a:lnTo>
                <a:lnTo>
                  <a:pt x="114931" y="1280425"/>
                </a:lnTo>
                <a:lnTo>
                  <a:pt x="106360" y="1283926"/>
                </a:lnTo>
                <a:lnTo>
                  <a:pt x="100565" y="1286394"/>
                </a:lnTo>
                <a:lnTo>
                  <a:pt x="87227" y="1291842"/>
                </a:lnTo>
                <a:lnTo>
                  <a:pt x="86198" y="1292280"/>
                </a:lnTo>
                <a:lnTo>
                  <a:pt x="71832" y="1298341"/>
                </a:lnTo>
                <a:lnTo>
                  <a:pt x="68364" y="1299758"/>
                </a:lnTo>
                <a:lnTo>
                  <a:pt x="57466" y="1304397"/>
                </a:lnTo>
                <a:lnTo>
                  <a:pt x="49446" y="1307673"/>
                </a:lnTo>
                <a:lnTo>
                  <a:pt x="43099" y="1310375"/>
                </a:lnTo>
                <a:lnTo>
                  <a:pt x="30335" y="1315589"/>
                </a:lnTo>
                <a:lnTo>
                  <a:pt x="28733" y="1316271"/>
                </a:lnTo>
                <a:lnTo>
                  <a:pt x="14366" y="1322302"/>
                </a:lnTo>
                <a:lnTo>
                  <a:pt x="11425" y="1323505"/>
                </a:lnTo>
                <a:lnTo>
                  <a:pt x="0" y="1328367"/>
                </a:lnTo>
                <a:lnTo>
                  <a:pt x="0" y="1331420"/>
                </a:lnTo>
                <a:lnTo>
                  <a:pt x="0" y="1339336"/>
                </a:lnTo>
                <a:lnTo>
                  <a:pt x="0" y="1347251"/>
                </a:lnTo>
                <a:lnTo>
                  <a:pt x="0" y="1355167"/>
                </a:lnTo>
                <a:lnTo>
                  <a:pt x="0" y="1363083"/>
                </a:lnTo>
                <a:lnTo>
                  <a:pt x="0" y="1370998"/>
                </a:lnTo>
                <a:lnTo>
                  <a:pt x="0" y="1378914"/>
                </a:lnTo>
                <a:lnTo>
                  <a:pt x="0" y="1386830"/>
                </a:lnTo>
                <a:lnTo>
                  <a:pt x="0" y="1394745"/>
                </a:lnTo>
                <a:lnTo>
                  <a:pt x="0" y="1402661"/>
                </a:lnTo>
                <a:lnTo>
                  <a:pt x="0" y="1410576"/>
                </a:lnTo>
                <a:lnTo>
                  <a:pt x="0" y="1418492"/>
                </a:lnTo>
                <a:lnTo>
                  <a:pt x="0" y="1426408"/>
                </a:lnTo>
                <a:lnTo>
                  <a:pt x="0" y="1434323"/>
                </a:lnTo>
                <a:lnTo>
                  <a:pt x="0" y="1442239"/>
                </a:lnTo>
                <a:lnTo>
                  <a:pt x="0" y="1450155"/>
                </a:lnTo>
                <a:lnTo>
                  <a:pt x="0" y="1458070"/>
                </a:lnTo>
                <a:lnTo>
                  <a:pt x="0" y="1465986"/>
                </a:lnTo>
                <a:lnTo>
                  <a:pt x="0" y="1473901"/>
                </a:lnTo>
                <a:lnTo>
                  <a:pt x="0" y="1481817"/>
                </a:lnTo>
                <a:lnTo>
                  <a:pt x="0" y="1489733"/>
                </a:lnTo>
                <a:lnTo>
                  <a:pt x="0" y="1497648"/>
                </a:lnTo>
                <a:lnTo>
                  <a:pt x="0" y="1505564"/>
                </a:lnTo>
                <a:lnTo>
                  <a:pt x="0" y="1513480"/>
                </a:lnTo>
                <a:lnTo>
                  <a:pt x="0" y="1521395"/>
                </a:lnTo>
                <a:lnTo>
                  <a:pt x="0" y="1529311"/>
                </a:lnTo>
                <a:lnTo>
                  <a:pt x="0" y="1537226"/>
                </a:lnTo>
                <a:lnTo>
                  <a:pt x="0" y="1545142"/>
                </a:lnTo>
                <a:lnTo>
                  <a:pt x="0" y="1553058"/>
                </a:lnTo>
                <a:lnTo>
                  <a:pt x="0" y="1560973"/>
                </a:lnTo>
                <a:lnTo>
                  <a:pt x="0" y="1568889"/>
                </a:lnTo>
                <a:lnTo>
                  <a:pt x="0" y="1576805"/>
                </a:lnTo>
                <a:lnTo>
                  <a:pt x="0" y="1584720"/>
                </a:lnTo>
                <a:lnTo>
                  <a:pt x="0" y="1592636"/>
                </a:lnTo>
                <a:lnTo>
                  <a:pt x="0" y="1600551"/>
                </a:lnTo>
                <a:lnTo>
                  <a:pt x="0" y="1608467"/>
                </a:lnTo>
                <a:lnTo>
                  <a:pt x="0" y="1616383"/>
                </a:lnTo>
                <a:lnTo>
                  <a:pt x="0" y="1624298"/>
                </a:lnTo>
                <a:lnTo>
                  <a:pt x="0" y="1632214"/>
                </a:lnTo>
                <a:lnTo>
                  <a:pt x="0" y="1640130"/>
                </a:lnTo>
                <a:lnTo>
                  <a:pt x="0" y="1648045"/>
                </a:lnTo>
                <a:lnTo>
                  <a:pt x="14366" y="1648045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667E0-B1D1-4AC7-8099-9736D96E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20" y="196045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7853B-3B1A-4602-9B22-C586BA39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520" y="196045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504C8-EE74-4F0F-A85D-121C738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659" y="97040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DB8E2-E457-4DB5-8B7F-0E197CE3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659" y="97040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9B72B-3D9D-470B-B3DD-ABCD44F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995" y="64958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3FED0-6E21-4F06-B39B-BFAA4621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995" y="64958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DD7FE-D90B-4503-B036-3F232258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42" y="82278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05BAA-D0A6-427E-906F-3607060E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742" y="82278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E2497-FB9F-40C5-9557-F083DC8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04" y="63825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DFE93-A5B4-4136-A26D-E98E46F2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04" y="63825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AADC8-5742-49C5-BF8A-DEC8DBBC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469" y="66511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8152BD-C161-414C-BB89-23A3AAE7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469" y="66511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B8B2D-D6A7-4FC7-8F30-E05A65E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50" y="61546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92A54-D90D-48C8-825F-EFF438D2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50" y="6154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1AD719-754A-494E-AE9F-019B1749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250" y="29064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7417C-B1C2-48CD-8E68-5990CC88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250" y="29064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971C9-DC43-420B-865F-06BAFF8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87" y="192020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7D1A2-B558-46F8-AB6D-97A4582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387" y="192020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48F2A-ED62-432E-AAF4-8196A9DB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668" y="196772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E96B9-357F-4E54-BFBE-6E8060CB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668" y="196772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77154-FC75-43BA-B78C-2A27664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867" y="84513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5ED35-AB98-4AE1-85FA-1483DA45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867" y="84513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CF1D3-7334-4AC8-8A5A-4EAE0F3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453" y="175941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F5AD8-CD30-481D-A2DF-CAD05BCA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453" y="175941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B7F99-9525-4245-9AC6-94178446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719" y="86623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DEFAC-0501-42D6-A912-29B43452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719" y="86623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51913-AC0C-486E-89BF-FF1943E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020" y="71394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56719-295D-4D1F-97BF-D1E84BCD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6020" y="71394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03475-B44E-47BA-A1BF-93080AD4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219" y="205780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2E10D-8849-4A66-9DCD-01DCE194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219" y="205780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6DA80-F91D-4528-AD90-95980252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266" y="77182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253E5-FD72-4DBB-85F6-0AA74158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266" y="77182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AC39B-388E-4A84-A9D9-A296B523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471" y="215766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D1617D-8BD0-4661-8E0D-BCDB8755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471" y="215766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815EB-D01C-4658-9757-D0ABB5BB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533" y="179683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53B99-DA7B-4EDB-B886-FA02B4EC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533" y="179683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14A1A-491D-4BA7-9682-8411E0ED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748" y="60838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545B6-A345-4655-A6DC-45D7FA98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748" y="60838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0D489-4509-418C-9942-407ADF5D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572" y="190918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E042E-18EC-4AF2-AC32-9AB3E388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572" y="190918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AA8F1-35A3-4636-B40C-9986DE11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93" y="49366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A0492-05FD-4A6E-A47E-C4F16A17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393" y="49366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2D7BE-2588-4750-894D-32E5870A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027" y="28765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95127-6B27-4EDA-A06E-D6054DC4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027" y="2876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3C100-411D-4D62-9C3B-BE2AC846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314" y="186343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2D3EE-0CC4-4308-A3B7-D312B32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314" y="186343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C9CC1-FFAA-4403-A8E3-9AAB6AD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014" y="48684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D38B3-D13B-4150-88DB-37547498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014" y="48684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0ED3F-D61B-4292-A6C9-0C652AC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868" y="62052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8920D-23AF-42A1-BB90-D57932F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868" y="62052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E4D71-E038-4C48-B5B1-CD94F24D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970" y="192304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F9AFD-BA20-4E64-AED8-903048B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970" y="192304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4BF54-6FE8-4C13-BEB4-2F8C2877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692" y="65021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67B7E-4922-4C0E-9340-23AFEEF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692" y="65021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8C45E-CBFE-4784-BE72-8600B0BB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29" y="191618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ACF54-8861-4F70-9083-AC03E6B9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929" y="191618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B5355-59C9-4747-AE6A-71A6475F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127" y="61902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49A3D-CBA5-4EF9-A6B1-E30E941E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127" y="61902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6DCAC-6AF8-4F21-8B60-783656D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137" y="224353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EC5AE7-E0DB-4DD1-A897-DCC28F14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137" y="224353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AABEB-6EFF-4A93-AEEF-7A8AC11F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40" y="184587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660DE-A6F9-4642-8F38-20313A6E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40" y="184587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C9287-A7BF-4C8A-A43A-C9F1163B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54" y="81206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B23D3-6CB3-4FEB-B412-011591B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54" y="81206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74719-C70F-4AE9-9BEC-8C9DC8A1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069" y="158745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4938B-9A69-4359-8FD1-658C00C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069" y="15874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ED1F6-F91F-4B48-A3F4-8030869D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694" y="166402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F4E03-9FCD-4F3C-A11D-7E47C7E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694" y="166402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9DD63-2DE8-465F-9FEE-5AC882AC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455" y="201314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FB184-7847-46CF-BB59-3969598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455" y="201314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30EE0-4AEC-480C-8890-A68142D8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035" y="20324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A8202-BC14-4806-B28F-0430020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035" y="20324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458BE-DA31-4817-8D21-2ED9AC7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18" y="56731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2ADC2-0949-434E-AD74-18CC62F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18" y="56731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377F6-20E1-4B99-BE26-D1E66F69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561" y="42457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050FC-4C76-442E-962E-EE3F9610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561" y="42457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ED137-A2DB-4C8E-80A1-3D18BA10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040" y="40016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AFE23-F3EF-429C-AC53-50D3FA0A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040" y="40016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D5AA28-2796-4D80-95B2-872F980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385" y="34048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2E36E-BBFC-40B2-B0EA-2B90A79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385" y="34048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2373E-0073-419A-8567-D63C9AA1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318" y="205533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4BC0A-4531-4DA7-ABBB-946175B1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318" y="205533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561FC-09EC-4CAF-BD80-CEA967E4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466" y="92004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84923-7BCD-43F0-BA99-09239DB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466" y="92004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5422A-8C1D-440A-9129-0A76D34A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93" y="195718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ED047-EB17-4C91-86B6-3D5B4278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93" y="195718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AB640-D53B-4635-8548-D6022588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08" y="38659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10C40-14A1-4027-A264-72B7AB10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208" y="38659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58AD1-98B2-4070-9785-D1D0E0D3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165" y="50359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B4D3A1-99D8-4D58-AD09-BC8EC755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165" y="50359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63405-3D86-4B77-AF15-D402C089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09" y="179264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DCF94-1149-4AE4-BE74-2BA0566D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09" y="179264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A6C2C-8A8E-4B0A-BD8C-3248AEB1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024" y="207442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E6DC0-BAE6-4E88-8ED1-60F3EE64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024" y="207442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C3257-3A48-4450-B963-6D6A005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323" y="176770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1CE84-45FB-4FF0-8564-62B4F5E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323" y="176770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3C49F-3572-4831-8EEB-8C604155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730" y="170546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30C5E-DA12-4A3A-AE36-45AAF96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730" y="170546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B1716-51F4-4377-A6E3-0534104E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237" y="187366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DB870-D841-4097-9B51-FE56D4D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237" y="187366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541A2-E2DE-4BD9-A7FB-31DD5342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849" y="134591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76807-074C-40CF-96E0-BC2451B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849" y="134591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E572E-7C7A-44A2-AB9D-CB32BABC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508" y="123016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E50A6-7D34-4DC8-8D2F-56E6E3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508" y="123016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74E50-9EF1-42EE-876D-587DD50C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7" y="124217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4CB33-D145-43CC-8BDA-73EE2549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7" y="124217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49908-D2F1-4100-9872-068889A7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442" y="110822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B5DFF-0C88-48EF-BD11-3358BC4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442" y="110822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BF4D3-CD46-48F6-89A2-2917E059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241" y="75032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73F6C0-61AA-4E39-BE13-721D6C25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241" y="75032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131BD6-8B63-485A-B885-D80589C5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81" y="114693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75FBB-2A42-47AC-B3D6-C91226CC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81" y="114693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E9990-CFC6-4AF3-B064-AD1A8C85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959" y="122537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BEA9A-9046-4D95-8567-BF0DC0E2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959" y="122537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D7363-B152-42F1-AB8F-0DBFB134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263" y="135063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E6ABB-9F91-4444-86FD-8034F9D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263" y="135063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54F46-5D07-4863-AD04-F63088E5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560" y="74537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2323C-8959-4B86-8256-065014D5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560" y="74537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B2D1A-37D3-4DAA-9534-D49A7212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27" y="87045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80A8B-6BC9-4EC9-833D-B4FCDF51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527" y="87045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141B49-2A84-4657-9D8F-9480018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959" y="122628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BB24E-3983-4504-BE5E-20B67B04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959" y="122628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FE90E-7AB6-48D5-909F-9DF9ED5A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777" y="204512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54D47-4A57-4E25-820D-5A844C1C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777" y="204512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B8172-5288-433F-9E3F-F0BB6453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376" y="124552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5D3F7A-1EF5-4C1E-8104-636A1E53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376" y="124552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5BD26-44E6-4E2F-AC92-D2BD166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810" y="204386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4B45C-E735-4967-8876-6AEA2187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810" y="20438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C0E64-5BE7-4600-ADE2-EEB01ADF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776" y="166459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7656E-E8DA-4C8F-B409-96F52583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776" y="166459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D4DD5-FC02-46CC-A44A-CDD79A68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273" y="176484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7EA73-2248-4575-B48B-F3E9280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273" y="176484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4689D-151C-459B-9F1F-68B09A5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122" y="149479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43C49-7D0A-4D86-A553-11097E3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122" y="149479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07B0B-D6F4-4E35-BC88-EF7DCAF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133" y="95244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FED88-AF14-47EE-9738-33CFC946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133" y="95244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42F0D-4C44-43EE-9D87-0B09B7E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19" y="117672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316B1-4C4E-414B-B999-B99AA8B4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19" y="117672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F9913-CFA0-4A38-A172-CCCF4B6E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406" y="91435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54AB1-422B-46A8-BFC5-DB1BAE9F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406" y="9143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E81F3-D231-45CE-9D8B-7AB8E7A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098" y="129044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62307-B83C-4B3D-B11F-48C4BBE4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098" y="129044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FE433-553D-4D0A-BD3F-FD3E33E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120" y="136244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13427-FABB-4645-9A2C-EFED273C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120" y="136244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7733B-8859-4766-BCE5-642E46C5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95" y="199110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27EDD-ACF7-4849-9ECF-72C7BAF6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95" y="199110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F10AA-F2A5-45AC-AE1E-3B1EC5ED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93" y="68711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6527F-8C07-480D-ADE0-36DC8C3A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93" y="68711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206C8-F67D-4096-BE79-211F5C4C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986" y="141791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87872-121A-49CA-B692-0039815E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986" y="141791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CDE4B-7209-439F-92FE-72F2B185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509" y="134382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B7C0C-5D4C-4811-B192-323115CB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509" y="134382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CAE6B-39EE-4226-975F-DBE8846A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918" y="135416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9CA2A-82B7-4788-8D52-25A7D3E9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918" y="135416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37879-B05C-4097-8BD1-D7AC8E62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418" y="187177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E3CD5-B3FC-4746-88A2-19A54A6F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418" y="187177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6F862-90E6-4186-8459-0DEA3477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027" y="127140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15B88-B4AE-406C-BE25-0298CDF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027" y="127140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29FF5-F58C-4E06-88A7-A4232FC1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331" y="164826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5EFDC-C2BA-4057-93F2-85A53DE0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331" y="164826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15FBA-C879-4539-96E5-34A190C2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984" y="177598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249FF-ACA2-4D88-A07A-2AACF08E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984" y="177598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56257-0EBD-4013-81D4-CB01DDDC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439" y="140703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EEF35-2FEF-4227-86A0-3F4DEEF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439" y="140703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FCF17-0390-4E20-9670-E9041C94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900" y="79869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880269-3050-4D89-ADE1-610A527B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900" y="79869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51283-AECA-4B0C-AD73-191A11B1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933" y="90817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F5495-47C7-433A-BFCA-6F73D043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933" y="90817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D02C4-A6A1-4C9D-9E17-ABF9F90E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343" y="144064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87AD0-7220-4B44-A403-C11342BE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343" y="144064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35761-0ED1-4AC2-BC32-5E7DF1D1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62" y="98138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22CA2-4FFB-457F-B097-9CB18463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62" y="98138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CFBC1-194F-4D0E-8316-198DA1E6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760" y="89086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254A56-4491-4B9E-8896-3719A285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760" y="89086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92388-ADE0-4CE0-8C2A-63394E85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706" y="75310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95563-EE87-422C-B7B6-5D444B43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706" y="75310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8BC90-5EE6-47CA-820F-1466E5F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885" y="71297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5CFE9-384A-46EF-9739-26085A5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885" y="71297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D143D-9F74-4AD5-9948-25A7E90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21" y="154654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1DAA5-360C-4CD4-87DF-66A15C1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221" y="154654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CDD0E-878D-464D-90FD-FF5BFFA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710" y="63335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0967F-BECB-4680-9E3F-841A64F2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710" y="6333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60AA2-3B1D-45A5-B994-40C3E36F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290" y="126372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AE3CA-B077-44EB-B42F-4BDC1B8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290" y="126372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F2303-40D5-49B3-9FDB-16F6BFF3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222" y="103985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9757D-FA74-44EF-8DF9-A71E7674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222" y="103985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7B909-D7C2-4E69-8799-C0B0A807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584" y="104275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B77EA0-50DB-47AF-AF55-8307A736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584" y="104275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CDC94-C94D-4CE7-95B0-AC688216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86" y="91763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E8ED0-60FF-42BE-9794-2F5E8BF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86" y="91763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A8617-C743-41EF-B37D-AC005A89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057" y="162190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875AF-68A2-48E4-99BA-C685FE9D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057" y="162190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A1B5F-EEBA-4D9B-9C2F-E0353442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239" y="75688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605F4-DE0E-47CE-BCE8-7DE7E90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239" y="75688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2CEA3-357E-4937-94FC-05065604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443" y="128873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F0A03-C5B0-412F-90DE-B4F511E6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443" y="128873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27132-F1F6-44FD-B8AA-4BF96CFC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944" y="76554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05275-D4CA-455B-B576-67AC556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944" y="76554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52416-4ED6-4471-B136-153282F7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650" y="86498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4D3E7-5EBC-416A-9511-C20289B7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650" y="86498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4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F52C132-5FA4-49CA-A013-A7C2DC6A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88" y="60340"/>
            <a:ext cx="11689" cy="2435941"/>
          </a:xfrm>
          <a:custGeom xmlns:a="http://schemas.openxmlformats.org/drawingml/2006/main">
            <a:pathLst>
              <a:path w="11689" h="2435941">
                <a:moveTo>
                  <a:pt x="0" y="2430096"/>
                </a:moveTo>
                <a:lnTo>
                  <a:pt x="0" y="0"/>
                </a:lnTo>
                <a:lnTo>
                  <a:pt x="11689" y="0"/>
                </a:lnTo>
                <a:lnTo>
                  <a:pt x="11689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9CC65F7-217B-4D90-9B27-0D04D2A2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756" y="60340"/>
            <a:ext cx="5844" cy="2435941"/>
          </a:xfrm>
          <a:custGeom xmlns:a="http://schemas.openxmlformats.org/drawingml/2006/main">
            <a:pathLst>
              <a:path w="5844" h="2435941">
                <a:moveTo>
                  <a:pt x="0" y="2430096"/>
                </a:moveTo>
                <a:lnTo>
                  <a:pt x="0" y="0"/>
                </a:lnTo>
                <a:lnTo>
                  <a:pt x="5844" y="0"/>
                </a:lnTo>
                <a:lnTo>
                  <a:pt x="5844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F6CD43E-7C36-4D07-A76C-713B52D4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88" y="2484592"/>
            <a:ext cx="3267013" cy="11689"/>
          </a:xfrm>
          <a:custGeom xmlns:a="http://schemas.openxmlformats.org/drawingml/2006/main">
            <a:pathLst>
              <a:path w="3267013" h="11689">
                <a:moveTo>
                  <a:pt x="5844" y="0"/>
                </a:moveTo>
                <a:lnTo>
                  <a:pt x="3267013" y="0"/>
                </a:lnTo>
                <a:lnTo>
                  <a:pt x="3267013" y="11689"/>
                </a:lnTo>
                <a:lnTo>
                  <a:pt x="0" y="11689"/>
                </a:lnTo>
                <a:lnTo>
                  <a:pt x="0" y="0"/>
                </a:lnTo>
                <a:lnTo>
                  <a:pt x="58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92AEF4B-1D04-4167-B59E-137892E6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88" y="60340"/>
            <a:ext cx="3267013" cy="5844"/>
          </a:xfrm>
          <a:custGeom xmlns:a="http://schemas.openxmlformats.org/drawingml/2006/main">
            <a:pathLst>
              <a:path w="3267013" h="5844">
                <a:moveTo>
                  <a:pt x="0" y="5844"/>
                </a:moveTo>
                <a:lnTo>
                  <a:pt x="0" y="0"/>
                </a:lnTo>
                <a:lnTo>
                  <a:pt x="3267013" y="0"/>
                </a:lnTo>
                <a:lnTo>
                  <a:pt x="3267013" y="5844"/>
                </a:lnTo>
                <a:lnTo>
                  <a:pt x="0" y="5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0EEC3-745C-40D3-A3DE-A35EF551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546" y="2302867"/>
            <a:ext cx="98624" cy="110313"/>
          </a:xfrm>
          <a:custGeom xmlns:a="http://schemas.openxmlformats.org/drawingml/2006/main">
            <a:pathLst>
              <a:path w="98624" h="110313">
                <a:moveTo>
                  <a:pt x="49385" y="11689"/>
                </a:moveTo>
                <a:cubicBezTo>
                  <a:pt x="38865" y="11689"/>
                  <a:pt x="30537" y="15634"/>
                  <a:pt x="24400" y="23378"/>
                </a:cubicBezTo>
                <a:cubicBezTo>
                  <a:pt x="18264" y="31267"/>
                  <a:pt x="15195" y="41787"/>
                  <a:pt x="15195" y="55229"/>
                </a:cubicBezTo>
                <a:cubicBezTo>
                  <a:pt x="15195" y="68672"/>
                  <a:pt x="18264" y="79338"/>
                  <a:pt x="24400" y="87081"/>
                </a:cubicBezTo>
                <a:cubicBezTo>
                  <a:pt x="30537" y="94971"/>
                  <a:pt x="38865" y="98770"/>
                  <a:pt x="49385" y="98770"/>
                </a:cubicBezTo>
                <a:cubicBezTo>
                  <a:pt x="59759" y="98770"/>
                  <a:pt x="68087" y="94971"/>
                  <a:pt x="74224" y="87081"/>
                </a:cubicBezTo>
                <a:cubicBezTo>
                  <a:pt x="80360" y="79338"/>
                  <a:pt x="83429" y="68672"/>
                  <a:pt x="83429" y="55229"/>
                </a:cubicBezTo>
                <a:cubicBezTo>
                  <a:pt x="83429" y="41787"/>
                  <a:pt x="80360" y="31267"/>
                  <a:pt x="74224" y="23378"/>
                </a:cubicBezTo>
                <a:cubicBezTo>
                  <a:pt x="68087" y="15634"/>
                  <a:pt x="59759" y="11689"/>
                  <a:pt x="49385" y="11689"/>
                </a:cubicBezTo>
                <a:close/>
                <a:moveTo>
                  <a:pt x="49385" y="0"/>
                </a:moveTo>
                <a:cubicBezTo>
                  <a:pt x="64288" y="0"/>
                  <a:pt x="76123" y="5114"/>
                  <a:pt x="85182" y="15049"/>
                </a:cubicBezTo>
                <a:cubicBezTo>
                  <a:pt x="94095" y="24985"/>
                  <a:pt x="98624" y="38427"/>
                  <a:pt x="98624" y="55229"/>
                </a:cubicBezTo>
                <a:cubicBezTo>
                  <a:pt x="98624" y="72178"/>
                  <a:pt x="94095" y="85474"/>
                  <a:pt x="85182" y="95410"/>
                </a:cubicBezTo>
                <a:cubicBezTo>
                  <a:pt x="76123" y="105345"/>
                  <a:pt x="64288" y="110313"/>
                  <a:pt x="49385" y="110313"/>
                </a:cubicBezTo>
                <a:cubicBezTo>
                  <a:pt x="34336" y="110313"/>
                  <a:pt x="22355" y="105345"/>
                  <a:pt x="13442" y="95410"/>
                </a:cubicBezTo>
                <a:cubicBezTo>
                  <a:pt x="4383" y="85474"/>
                  <a:pt x="0" y="72178"/>
                  <a:pt x="0" y="55229"/>
                </a:cubicBezTo>
                <a:cubicBezTo>
                  <a:pt x="0" y="38427"/>
                  <a:pt x="4383" y="24985"/>
                  <a:pt x="13442" y="15049"/>
                </a:cubicBezTo>
                <a:cubicBezTo>
                  <a:pt x="22355" y="5114"/>
                  <a:pt x="34336" y="0"/>
                  <a:pt x="4938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19852-E08B-48B7-B675-43DC3CAD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735" y="2331358"/>
            <a:ext cx="77730" cy="79922"/>
          </a:xfrm>
          <a:custGeom xmlns:a="http://schemas.openxmlformats.org/drawingml/2006/main">
            <a:pathLst>
              <a:path w="77730" h="79922">
                <a:moveTo>
                  <a:pt x="0" y="0"/>
                </a:moveTo>
                <a:lnTo>
                  <a:pt x="13880" y="0"/>
                </a:lnTo>
                <a:lnTo>
                  <a:pt x="38865" y="67064"/>
                </a:lnTo>
                <a:lnTo>
                  <a:pt x="63850" y="0"/>
                </a:lnTo>
                <a:lnTo>
                  <a:pt x="77730" y="0"/>
                </a:lnTo>
                <a:lnTo>
                  <a:pt x="47778" y="79922"/>
                </a:lnTo>
                <a:lnTo>
                  <a:pt x="29952" y="799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CE59B-05B4-49EE-B6B3-536C431F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85" y="2329459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8D1662-01AB-4F75-99B7-C797DA94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002" y="2329459"/>
            <a:ext cx="46755" cy="81821"/>
          </a:xfrm>
          <a:custGeom xmlns:a="http://schemas.openxmlformats.org/drawingml/2006/main">
            <a:pathLst>
              <a:path w="46755" h="81821">
                <a:moveTo>
                  <a:pt x="46755" y="14173"/>
                </a:moveTo>
                <a:cubicBezTo>
                  <a:pt x="45294" y="13296"/>
                  <a:pt x="43687" y="12712"/>
                  <a:pt x="41933" y="12273"/>
                </a:cubicBezTo>
                <a:cubicBezTo>
                  <a:pt x="40180" y="11981"/>
                  <a:pt x="38281" y="11689"/>
                  <a:pt x="36235" y="11689"/>
                </a:cubicBezTo>
                <a:cubicBezTo>
                  <a:pt x="28784" y="11689"/>
                  <a:pt x="23085" y="14173"/>
                  <a:pt x="19140" y="18994"/>
                </a:cubicBezTo>
                <a:cubicBezTo>
                  <a:pt x="15049" y="23816"/>
                  <a:pt x="13150" y="30683"/>
                  <a:pt x="13150" y="39742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5780" y="9497"/>
                  <a:pt x="19433" y="5844"/>
                  <a:pt x="23816" y="3507"/>
                </a:cubicBezTo>
                <a:cubicBezTo>
                  <a:pt x="28199" y="1169"/>
                  <a:pt x="33605" y="0"/>
                  <a:pt x="40034" y="0"/>
                </a:cubicBezTo>
                <a:cubicBezTo>
                  <a:pt x="40911" y="0"/>
                  <a:pt x="41933" y="146"/>
                  <a:pt x="43102" y="146"/>
                </a:cubicBezTo>
                <a:cubicBezTo>
                  <a:pt x="44125" y="292"/>
                  <a:pt x="45294" y="438"/>
                  <a:pt x="46755" y="731"/>
                </a:cubicBezTo>
                <a:lnTo>
                  <a:pt x="46755" y="14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3137E-DC3A-443E-B0B0-70D41A15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118" y="2300237"/>
            <a:ext cx="50846" cy="111043"/>
          </a:xfrm>
          <a:custGeom xmlns:a="http://schemas.openxmlformats.org/drawingml/2006/main">
            <a:pathLst>
              <a:path w="50846" h="111043">
                <a:moveTo>
                  <a:pt x="50846" y="0"/>
                </a:moveTo>
                <a:lnTo>
                  <a:pt x="50846" y="10958"/>
                </a:lnTo>
                <a:lnTo>
                  <a:pt x="38281" y="10958"/>
                </a:lnTo>
                <a:cubicBezTo>
                  <a:pt x="33605" y="10958"/>
                  <a:pt x="30245" y="11981"/>
                  <a:pt x="28491" y="13880"/>
                </a:cubicBezTo>
                <a:cubicBezTo>
                  <a:pt x="26592" y="15780"/>
                  <a:pt x="25715" y="19140"/>
                  <a:pt x="25715" y="24108"/>
                </a:cubicBezTo>
                <a:lnTo>
                  <a:pt x="25715" y="31121"/>
                </a:lnTo>
                <a:lnTo>
                  <a:pt x="47340" y="31121"/>
                </a:lnTo>
                <a:lnTo>
                  <a:pt x="47340" y="41349"/>
                </a:lnTo>
                <a:lnTo>
                  <a:pt x="25715" y="41349"/>
                </a:lnTo>
                <a:lnTo>
                  <a:pt x="25715" y="111043"/>
                </a:lnTo>
                <a:lnTo>
                  <a:pt x="12565" y="111043"/>
                </a:lnTo>
                <a:lnTo>
                  <a:pt x="12565" y="41349"/>
                </a:lnTo>
                <a:lnTo>
                  <a:pt x="0" y="41349"/>
                </a:lnTo>
                <a:lnTo>
                  <a:pt x="0" y="31121"/>
                </a:lnTo>
                <a:lnTo>
                  <a:pt x="12565" y="31121"/>
                </a:lnTo>
                <a:lnTo>
                  <a:pt x="12565" y="25569"/>
                </a:lnTo>
                <a:cubicBezTo>
                  <a:pt x="12565" y="16803"/>
                  <a:pt x="14611" y="10228"/>
                  <a:pt x="18702" y="6137"/>
                </a:cubicBezTo>
                <a:cubicBezTo>
                  <a:pt x="22793" y="2046"/>
                  <a:pt x="29368" y="0"/>
                  <a:pt x="38427" y="0"/>
                </a:cubicBezTo>
                <a:lnTo>
                  <a:pt x="508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8DAF2-E45D-45F7-A996-54683FB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922" y="2300237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82D7C-8EF6-46D1-99E3-EB5CE42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751" y="2308711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860A49-3409-4EC5-80FC-758CC836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026" y="2308711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9BB83-E324-45F4-9052-129DFB3F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91" y="2300237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39F7B-9E5A-49A3-A0BB-188D0DC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271" y="2329459"/>
            <a:ext cx="66918" cy="81821"/>
          </a:xfrm>
          <a:custGeom xmlns:a="http://schemas.openxmlformats.org/drawingml/2006/main">
            <a:pathLst>
              <a:path w="66918" h="81821">
                <a:moveTo>
                  <a:pt x="66918" y="33605"/>
                </a:moveTo>
                <a:lnTo>
                  <a:pt x="66918" y="81821"/>
                </a:lnTo>
                <a:lnTo>
                  <a:pt x="53768" y="81821"/>
                </a:lnTo>
                <a:lnTo>
                  <a:pt x="53768" y="34044"/>
                </a:lnTo>
                <a:cubicBezTo>
                  <a:pt x="53768" y="26446"/>
                  <a:pt x="52161" y="20894"/>
                  <a:pt x="49239" y="17095"/>
                </a:cubicBezTo>
                <a:cubicBezTo>
                  <a:pt x="46317" y="13296"/>
                  <a:pt x="41933" y="11397"/>
                  <a:pt x="36089" y="11397"/>
                </a:cubicBezTo>
                <a:cubicBezTo>
                  <a:pt x="28930" y="11397"/>
                  <a:pt x="23378" y="13734"/>
                  <a:pt x="19286" y="18264"/>
                </a:cubicBezTo>
                <a:cubicBezTo>
                  <a:pt x="15195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218" y="9643"/>
                  <a:pt x="19871" y="5990"/>
                  <a:pt x="24254" y="3653"/>
                </a:cubicBezTo>
                <a:cubicBezTo>
                  <a:pt x="28491" y="1315"/>
                  <a:pt x="33459" y="0"/>
                  <a:pt x="39011" y="0"/>
                </a:cubicBezTo>
                <a:cubicBezTo>
                  <a:pt x="48070" y="0"/>
                  <a:pt x="55083" y="2922"/>
                  <a:pt x="59759" y="8620"/>
                </a:cubicBezTo>
                <a:cubicBezTo>
                  <a:pt x="64434" y="14319"/>
                  <a:pt x="66918" y="22647"/>
                  <a:pt x="66918" y="33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29391-B115-4A1C-9DF8-5644FF8C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645" y="2329459"/>
            <a:ext cx="71448" cy="112066"/>
          </a:xfrm>
          <a:custGeom xmlns:a="http://schemas.openxmlformats.org/drawingml/2006/main">
            <a:pathLst>
              <a:path w="71448" h="112066">
                <a:moveTo>
                  <a:pt x="58298" y="40911"/>
                </a:moveTo>
                <a:cubicBezTo>
                  <a:pt x="58298" y="31560"/>
                  <a:pt x="56252" y="24108"/>
                  <a:pt x="52453" y="18848"/>
                </a:cubicBezTo>
                <a:cubicBezTo>
                  <a:pt x="48508" y="13588"/>
                  <a:pt x="42956" y="10958"/>
                  <a:pt x="35943" y="10958"/>
                </a:cubicBezTo>
                <a:cubicBezTo>
                  <a:pt x="28930" y="10958"/>
                  <a:pt x="23378" y="13588"/>
                  <a:pt x="19433" y="18848"/>
                </a:cubicBezTo>
                <a:cubicBezTo>
                  <a:pt x="15488" y="24108"/>
                  <a:pt x="13588" y="31560"/>
                  <a:pt x="13588" y="40911"/>
                </a:cubicBezTo>
                <a:cubicBezTo>
                  <a:pt x="13588" y="50408"/>
                  <a:pt x="15488" y="57713"/>
                  <a:pt x="19433" y="62973"/>
                </a:cubicBezTo>
                <a:cubicBezTo>
                  <a:pt x="23378" y="68233"/>
                  <a:pt x="28930" y="70863"/>
                  <a:pt x="35943" y="70863"/>
                </a:cubicBezTo>
                <a:cubicBezTo>
                  <a:pt x="42956" y="70863"/>
                  <a:pt x="48508" y="68233"/>
                  <a:pt x="52453" y="62973"/>
                </a:cubicBezTo>
                <a:cubicBezTo>
                  <a:pt x="56252" y="57713"/>
                  <a:pt x="58298" y="50408"/>
                  <a:pt x="58298" y="40911"/>
                </a:cubicBezTo>
                <a:close/>
                <a:moveTo>
                  <a:pt x="71448" y="71886"/>
                </a:moveTo>
                <a:cubicBezTo>
                  <a:pt x="71448" y="85328"/>
                  <a:pt x="68379" y="95410"/>
                  <a:pt x="62389" y="102131"/>
                </a:cubicBezTo>
                <a:cubicBezTo>
                  <a:pt x="56252" y="108706"/>
                  <a:pt x="47047" y="112066"/>
                  <a:pt x="34628" y="112066"/>
                </a:cubicBezTo>
                <a:cubicBezTo>
                  <a:pt x="29952" y="112066"/>
                  <a:pt x="25715" y="111628"/>
                  <a:pt x="21624" y="111043"/>
                </a:cubicBezTo>
                <a:cubicBezTo>
                  <a:pt x="17533" y="110313"/>
                  <a:pt x="13442" y="109290"/>
                  <a:pt x="9643" y="107829"/>
                </a:cubicBezTo>
                <a:lnTo>
                  <a:pt x="9643" y="95117"/>
                </a:lnTo>
                <a:cubicBezTo>
                  <a:pt x="13442" y="97163"/>
                  <a:pt x="17241" y="98624"/>
                  <a:pt x="21040" y="99647"/>
                </a:cubicBezTo>
                <a:cubicBezTo>
                  <a:pt x="24839" y="100670"/>
                  <a:pt x="28637" y="101254"/>
                  <a:pt x="32582" y="101254"/>
                </a:cubicBezTo>
                <a:cubicBezTo>
                  <a:pt x="41057" y="101254"/>
                  <a:pt x="47486" y="98916"/>
                  <a:pt x="51869" y="94533"/>
                </a:cubicBezTo>
                <a:cubicBezTo>
                  <a:pt x="56106" y="90004"/>
                  <a:pt x="58298" y="83283"/>
                  <a:pt x="58298" y="74224"/>
                </a:cubicBezTo>
                <a:lnTo>
                  <a:pt x="58298" y="67795"/>
                </a:lnTo>
                <a:cubicBezTo>
                  <a:pt x="55522" y="72470"/>
                  <a:pt x="52015" y="75977"/>
                  <a:pt x="47778" y="78315"/>
                </a:cubicBezTo>
                <a:cubicBezTo>
                  <a:pt x="43541" y="80653"/>
                  <a:pt x="38573" y="81821"/>
                  <a:pt x="32729" y="81821"/>
                </a:cubicBezTo>
                <a:cubicBezTo>
                  <a:pt x="22793" y="81821"/>
                  <a:pt x="14903" y="78169"/>
                  <a:pt x="8913" y="70717"/>
                </a:cubicBezTo>
                <a:cubicBezTo>
                  <a:pt x="2922" y="63265"/>
                  <a:pt x="0" y="53330"/>
                  <a:pt x="0" y="40911"/>
                </a:cubicBezTo>
                <a:cubicBezTo>
                  <a:pt x="0" y="28637"/>
                  <a:pt x="2922" y="18702"/>
                  <a:pt x="8913" y="11250"/>
                </a:cubicBezTo>
                <a:cubicBezTo>
                  <a:pt x="14903" y="3799"/>
                  <a:pt x="22793" y="0"/>
                  <a:pt x="32729" y="0"/>
                </a:cubicBezTo>
                <a:cubicBezTo>
                  <a:pt x="38573" y="0"/>
                  <a:pt x="43541" y="1169"/>
                  <a:pt x="47778" y="3507"/>
                </a:cubicBezTo>
                <a:cubicBezTo>
                  <a:pt x="52015" y="5844"/>
                  <a:pt x="55522" y="9351"/>
                  <a:pt x="58298" y="14027"/>
                </a:cubicBezTo>
                <a:lnTo>
                  <a:pt x="58298" y="1899"/>
                </a:lnTo>
                <a:lnTo>
                  <a:pt x="71448" y="1899"/>
                </a:lnTo>
                <a:lnTo>
                  <a:pt x="71448" y="71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50F90-6260-43C0-BCDD-66012C4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483" y="2335742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4EAB3-8DE1-4D8C-9733-DE143E71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733" y="2302867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5F9D0-8A4E-46FF-9E4F-7A1A1A43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649" y="2393163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6A0F4-5181-4C99-A0CC-6FDAF59B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551" y="2304766"/>
            <a:ext cx="63412" cy="106514"/>
          </a:xfrm>
          <a:custGeom xmlns:a="http://schemas.openxmlformats.org/drawingml/2006/main">
            <a:pathLst>
              <a:path w="63412" h="106514">
                <a:moveTo>
                  <a:pt x="2046" y="94387"/>
                </a:moveTo>
                <a:lnTo>
                  <a:pt x="25569" y="94387"/>
                </a:lnTo>
                <a:lnTo>
                  <a:pt x="25569" y="13150"/>
                </a:lnTo>
                <a:lnTo>
                  <a:pt x="0" y="18264"/>
                </a:lnTo>
                <a:lnTo>
                  <a:pt x="0" y="5114"/>
                </a:lnTo>
                <a:lnTo>
                  <a:pt x="25423" y="0"/>
                </a:lnTo>
                <a:lnTo>
                  <a:pt x="39888" y="0"/>
                </a:lnTo>
                <a:lnTo>
                  <a:pt x="39888" y="94387"/>
                </a:lnTo>
                <a:lnTo>
                  <a:pt x="63412" y="94387"/>
                </a:lnTo>
                <a:lnTo>
                  <a:pt x="63412" y="106514"/>
                </a:lnTo>
                <a:lnTo>
                  <a:pt x="2046" y="106514"/>
                </a:lnTo>
                <a:lnTo>
                  <a:pt x="2046" y="94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56670-C014-4309-8F56-5DA1057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0340" y="2302867"/>
            <a:ext cx="73055" cy="110313"/>
          </a:xfrm>
          <a:custGeom xmlns:a="http://schemas.openxmlformats.org/drawingml/2006/main">
            <a:pathLst>
              <a:path w="73055" h="110313">
                <a:moveTo>
                  <a:pt x="36527" y="57859"/>
                </a:moveTo>
                <a:cubicBezTo>
                  <a:pt x="29660" y="57859"/>
                  <a:pt x="24254" y="59759"/>
                  <a:pt x="20309" y="63412"/>
                </a:cubicBezTo>
                <a:cubicBezTo>
                  <a:pt x="16364" y="67064"/>
                  <a:pt x="14465" y="72032"/>
                  <a:pt x="14465" y="78461"/>
                </a:cubicBezTo>
                <a:cubicBezTo>
                  <a:pt x="14465" y="84890"/>
                  <a:pt x="16364" y="90004"/>
                  <a:pt x="20309" y="93656"/>
                </a:cubicBezTo>
                <a:cubicBezTo>
                  <a:pt x="24254" y="97309"/>
                  <a:pt x="29660" y="99062"/>
                  <a:pt x="36527" y="99062"/>
                </a:cubicBezTo>
                <a:cubicBezTo>
                  <a:pt x="43248" y="99062"/>
                  <a:pt x="48655" y="97309"/>
                  <a:pt x="52599" y="93510"/>
                </a:cubicBezTo>
                <a:cubicBezTo>
                  <a:pt x="56544" y="89857"/>
                  <a:pt x="58590" y="84890"/>
                  <a:pt x="58590" y="78461"/>
                </a:cubicBezTo>
                <a:cubicBezTo>
                  <a:pt x="58590" y="72032"/>
                  <a:pt x="56544" y="67064"/>
                  <a:pt x="52746" y="63412"/>
                </a:cubicBezTo>
                <a:cubicBezTo>
                  <a:pt x="48801" y="59759"/>
                  <a:pt x="43395" y="57859"/>
                  <a:pt x="36527" y="57859"/>
                </a:cubicBezTo>
                <a:close/>
                <a:moveTo>
                  <a:pt x="22063" y="51723"/>
                </a:moveTo>
                <a:cubicBezTo>
                  <a:pt x="15926" y="50262"/>
                  <a:pt x="11104" y="47340"/>
                  <a:pt x="7598" y="43102"/>
                </a:cubicBezTo>
                <a:cubicBezTo>
                  <a:pt x="4091" y="38865"/>
                  <a:pt x="2484" y="33751"/>
                  <a:pt x="2484" y="27615"/>
                </a:cubicBezTo>
                <a:cubicBezTo>
                  <a:pt x="2484" y="19140"/>
                  <a:pt x="5406" y="12419"/>
                  <a:pt x="11543" y="7452"/>
                </a:cubicBezTo>
                <a:cubicBezTo>
                  <a:pt x="17533" y="2484"/>
                  <a:pt x="25861" y="0"/>
                  <a:pt x="36527" y="0"/>
                </a:cubicBezTo>
                <a:cubicBezTo>
                  <a:pt x="47047" y="0"/>
                  <a:pt x="55376" y="2484"/>
                  <a:pt x="61512" y="7452"/>
                </a:cubicBezTo>
                <a:cubicBezTo>
                  <a:pt x="67503" y="12419"/>
                  <a:pt x="70571" y="19140"/>
                  <a:pt x="70571" y="27615"/>
                </a:cubicBezTo>
                <a:cubicBezTo>
                  <a:pt x="70571" y="33751"/>
                  <a:pt x="68818" y="38865"/>
                  <a:pt x="65311" y="43102"/>
                </a:cubicBezTo>
                <a:cubicBezTo>
                  <a:pt x="61804" y="47340"/>
                  <a:pt x="57129" y="50262"/>
                  <a:pt x="50992" y="51723"/>
                </a:cubicBezTo>
                <a:cubicBezTo>
                  <a:pt x="57859" y="53330"/>
                  <a:pt x="63265" y="56544"/>
                  <a:pt x="67210" y="61220"/>
                </a:cubicBezTo>
                <a:cubicBezTo>
                  <a:pt x="71009" y="65895"/>
                  <a:pt x="73055" y="71740"/>
                  <a:pt x="73055" y="78461"/>
                </a:cubicBezTo>
                <a:cubicBezTo>
                  <a:pt x="73055" y="88835"/>
                  <a:pt x="69840" y="96725"/>
                  <a:pt x="63558" y="102131"/>
                </a:cubicBezTo>
                <a:cubicBezTo>
                  <a:pt x="57129" y="107683"/>
                  <a:pt x="48070" y="110313"/>
                  <a:pt x="36381" y="110313"/>
                </a:cubicBezTo>
                <a:cubicBezTo>
                  <a:pt x="24693" y="110313"/>
                  <a:pt x="15634" y="107683"/>
                  <a:pt x="9351" y="102131"/>
                </a:cubicBezTo>
                <a:cubicBezTo>
                  <a:pt x="3068" y="96725"/>
                  <a:pt x="0" y="88835"/>
                  <a:pt x="0" y="78461"/>
                </a:cubicBezTo>
                <a:cubicBezTo>
                  <a:pt x="0" y="71740"/>
                  <a:pt x="1899" y="65895"/>
                  <a:pt x="5844" y="61220"/>
                </a:cubicBezTo>
                <a:cubicBezTo>
                  <a:pt x="9643" y="56544"/>
                  <a:pt x="15049" y="53330"/>
                  <a:pt x="22063" y="51723"/>
                </a:cubicBezTo>
                <a:close/>
                <a:moveTo>
                  <a:pt x="16803" y="28930"/>
                </a:moveTo>
                <a:cubicBezTo>
                  <a:pt x="16803" y="34482"/>
                  <a:pt x="18410" y="38865"/>
                  <a:pt x="21916" y="41933"/>
                </a:cubicBezTo>
                <a:cubicBezTo>
                  <a:pt x="25423" y="45002"/>
                  <a:pt x="30245" y="46463"/>
                  <a:pt x="36527" y="46463"/>
                </a:cubicBezTo>
                <a:cubicBezTo>
                  <a:pt x="42664" y="46463"/>
                  <a:pt x="47486" y="45002"/>
                  <a:pt x="50992" y="41933"/>
                </a:cubicBezTo>
                <a:cubicBezTo>
                  <a:pt x="54499" y="38865"/>
                  <a:pt x="56252" y="34482"/>
                  <a:pt x="56252" y="28930"/>
                </a:cubicBezTo>
                <a:cubicBezTo>
                  <a:pt x="56252" y="23378"/>
                  <a:pt x="54499" y="19140"/>
                  <a:pt x="50992" y="16072"/>
                </a:cubicBezTo>
                <a:cubicBezTo>
                  <a:pt x="47486" y="13004"/>
                  <a:pt x="42664" y="11397"/>
                  <a:pt x="36527" y="11397"/>
                </a:cubicBezTo>
                <a:cubicBezTo>
                  <a:pt x="30245" y="11397"/>
                  <a:pt x="25423" y="13004"/>
                  <a:pt x="21916" y="16072"/>
                </a:cubicBezTo>
                <a:cubicBezTo>
                  <a:pt x="18410" y="19140"/>
                  <a:pt x="16803" y="23378"/>
                  <a:pt x="16803" y="28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7D588-BDF1-4695-99DC-5DAE26E1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583" y="2304766"/>
            <a:ext cx="97455" cy="106514"/>
          </a:xfrm>
          <a:custGeom xmlns:a="http://schemas.openxmlformats.org/drawingml/2006/main">
            <a:pathLst>
              <a:path w="97455" h="106514">
                <a:moveTo>
                  <a:pt x="0" y="0"/>
                </a:moveTo>
                <a:lnTo>
                  <a:pt x="21478" y="0"/>
                </a:lnTo>
                <a:lnTo>
                  <a:pt x="48655" y="72470"/>
                </a:lnTo>
                <a:lnTo>
                  <a:pt x="75977" y="0"/>
                </a:lnTo>
                <a:lnTo>
                  <a:pt x="97455" y="0"/>
                </a:lnTo>
                <a:lnTo>
                  <a:pt x="97455" y="106514"/>
                </a:lnTo>
                <a:lnTo>
                  <a:pt x="83429" y="106514"/>
                </a:lnTo>
                <a:lnTo>
                  <a:pt x="83429" y="13004"/>
                </a:lnTo>
                <a:lnTo>
                  <a:pt x="55960" y="86059"/>
                </a:lnTo>
                <a:lnTo>
                  <a:pt x="41495" y="86059"/>
                </a:lnTo>
                <a:lnTo>
                  <a:pt x="14027" y="13004"/>
                </a:lnTo>
                <a:lnTo>
                  <a:pt x="14027" y="106514"/>
                </a:lnTo>
                <a:lnTo>
                  <a:pt x="0" y="106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76CAC-0BDD-4832-A14C-EFF47A9D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393" y="2329459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CF943-67FC-4A29-922A-CE66A7B9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510" y="2329459"/>
            <a:ext cx="116596" cy="81821"/>
          </a:xfrm>
          <a:custGeom xmlns:a="http://schemas.openxmlformats.org/drawingml/2006/main">
            <a:pathLst>
              <a:path w="116596" h="81821">
                <a:moveTo>
                  <a:pt x="62681" y="17241"/>
                </a:moveTo>
                <a:cubicBezTo>
                  <a:pt x="65895" y="11397"/>
                  <a:pt x="69840" y="7159"/>
                  <a:pt x="74370" y="4237"/>
                </a:cubicBezTo>
                <a:cubicBezTo>
                  <a:pt x="78899" y="1461"/>
                  <a:pt x="84305" y="0"/>
                  <a:pt x="90588" y="0"/>
                </a:cubicBezTo>
                <a:cubicBezTo>
                  <a:pt x="98770" y="0"/>
                  <a:pt x="105199" y="2922"/>
                  <a:pt x="109728" y="8767"/>
                </a:cubicBezTo>
                <a:cubicBezTo>
                  <a:pt x="114258" y="14611"/>
                  <a:pt x="116596" y="22939"/>
                  <a:pt x="116596" y="33605"/>
                </a:cubicBezTo>
                <a:lnTo>
                  <a:pt x="116596" y="81821"/>
                </a:lnTo>
                <a:lnTo>
                  <a:pt x="103446" y="81821"/>
                </a:lnTo>
                <a:lnTo>
                  <a:pt x="103446" y="34044"/>
                </a:lnTo>
                <a:cubicBezTo>
                  <a:pt x="103446" y="26446"/>
                  <a:pt x="101985" y="20748"/>
                  <a:pt x="99355" y="16949"/>
                </a:cubicBezTo>
                <a:cubicBezTo>
                  <a:pt x="96579" y="13296"/>
                  <a:pt x="92487" y="11397"/>
                  <a:pt x="86935" y="11397"/>
                </a:cubicBezTo>
                <a:cubicBezTo>
                  <a:pt x="80068" y="11397"/>
                  <a:pt x="74662" y="13734"/>
                  <a:pt x="70717" y="18264"/>
                </a:cubicBezTo>
                <a:cubicBezTo>
                  <a:pt x="66772" y="22793"/>
                  <a:pt x="64873" y="28930"/>
                  <a:pt x="64873" y="36674"/>
                </a:cubicBezTo>
                <a:lnTo>
                  <a:pt x="64873" y="81821"/>
                </a:lnTo>
                <a:lnTo>
                  <a:pt x="51723" y="81821"/>
                </a:lnTo>
                <a:lnTo>
                  <a:pt x="51723" y="34044"/>
                </a:lnTo>
                <a:cubicBezTo>
                  <a:pt x="51723" y="26446"/>
                  <a:pt x="50262" y="20748"/>
                  <a:pt x="47632" y="16949"/>
                </a:cubicBezTo>
                <a:cubicBezTo>
                  <a:pt x="44856" y="13296"/>
                  <a:pt x="40618" y="11397"/>
                  <a:pt x="35066" y="11397"/>
                </a:cubicBezTo>
                <a:cubicBezTo>
                  <a:pt x="28345" y="11397"/>
                  <a:pt x="22939" y="13734"/>
                  <a:pt x="18994" y="18264"/>
                </a:cubicBezTo>
                <a:cubicBezTo>
                  <a:pt x="15049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072" y="9497"/>
                  <a:pt x="19725" y="5844"/>
                  <a:pt x="23962" y="3507"/>
                </a:cubicBezTo>
                <a:cubicBezTo>
                  <a:pt x="28053" y="1169"/>
                  <a:pt x="33021" y="0"/>
                  <a:pt x="38865" y="0"/>
                </a:cubicBezTo>
                <a:cubicBezTo>
                  <a:pt x="44710" y="0"/>
                  <a:pt x="49531" y="1461"/>
                  <a:pt x="53622" y="4383"/>
                </a:cubicBezTo>
                <a:cubicBezTo>
                  <a:pt x="57713" y="7305"/>
                  <a:pt x="60636" y="11689"/>
                  <a:pt x="62681" y="1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3C5A2-CDBE-49DB-959A-9BF01C75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620" y="2335742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4B200-72DD-468F-BCF7-39C4E531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0" y="2302867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E8895-13D8-4379-A475-1770FA26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786" y="2393163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7A011-DF42-464C-8C4F-1CEC39B0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259" y="2302867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71139-318F-4550-BFB9-204F5502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85" y="2302867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Text (b)Overftting,nomemorization">
            <a:extLst xmlns:a="http://schemas.openxmlformats.org/drawingml/2006/main">
              <a:ext uri="{FF2B5EF4-FFF2-40B4-BE49-F238E27FC236}">
                <a16:creationId xmlns:a16="http://schemas.microsoft.com/office/drawing/2014/main" id="{96B06ED8-A79C-4042-8CD6-1C138AC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2250" y="2705492"/>
            <a:ext cx="3061872" cy="205990"/>
          </a:xfrm>
          <a:custGeom xmlns:a="http://schemas.openxmlformats.org/drawingml/2006/main">
            <a:pathLst>
              <a:path w="3061872" h="205990">
                <a:moveTo>
                  <a:pt x="56466" y="1639"/>
                </a:moveTo>
                <a:cubicBezTo>
                  <a:pt x="39549" y="12613"/>
                  <a:pt x="32691" y="18557"/>
                  <a:pt x="24232" y="29074"/>
                </a:cubicBezTo>
                <a:cubicBezTo>
                  <a:pt x="8002" y="48960"/>
                  <a:pt x="0" y="71821"/>
                  <a:pt x="0" y="98568"/>
                </a:cubicBezTo>
                <a:cubicBezTo>
                  <a:pt x="0" y="127600"/>
                  <a:pt x="8459" y="150001"/>
                  <a:pt x="28575" y="173320"/>
                </a:cubicBezTo>
                <a:cubicBezTo>
                  <a:pt x="37948" y="184293"/>
                  <a:pt x="43892" y="189323"/>
                  <a:pt x="55779" y="196638"/>
                </a:cubicBezTo>
                <a:lnTo>
                  <a:pt x="58521" y="192979"/>
                </a:lnTo>
                <a:cubicBezTo>
                  <a:pt x="40236" y="178576"/>
                  <a:pt x="33835" y="170578"/>
                  <a:pt x="27661" y="153430"/>
                </a:cubicBezTo>
                <a:cubicBezTo>
                  <a:pt x="22174" y="138117"/>
                  <a:pt x="19659" y="120743"/>
                  <a:pt x="19659" y="97881"/>
                </a:cubicBezTo>
                <a:cubicBezTo>
                  <a:pt x="19659" y="73879"/>
                  <a:pt x="22631" y="55134"/>
                  <a:pt x="28805" y="40961"/>
                </a:cubicBezTo>
                <a:cubicBezTo>
                  <a:pt x="35206" y="26786"/>
                  <a:pt x="42064" y="18557"/>
                  <a:pt x="58521" y="5299"/>
                </a:cubicBezTo>
                <a:lnTo>
                  <a:pt x="56466" y="1639"/>
                </a:lnTo>
                <a:close/>
                <a:moveTo>
                  <a:pt x="100129" y="457"/>
                </a:moveTo>
                <a:lnTo>
                  <a:pt x="98985" y="0"/>
                </a:lnTo>
                <a:cubicBezTo>
                  <a:pt x="89382" y="3429"/>
                  <a:pt x="83212" y="5257"/>
                  <a:pt x="72468" y="8229"/>
                </a:cubicBezTo>
                <a:lnTo>
                  <a:pt x="65837" y="10060"/>
                </a:lnTo>
                <a:lnTo>
                  <a:pt x="65837" y="13715"/>
                </a:lnTo>
                <a:cubicBezTo>
                  <a:pt x="67208" y="13489"/>
                  <a:pt x="68122" y="13489"/>
                  <a:pt x="69723" y="13489"/>
                </a:cubicBezTo>
                <a:cubicBezTo>
                  <a:pt x="78869" y="13489"/>
                  <a:pt x="80924" y="15543"/>
                  <a:pt x="80924" y="25146"/>
                </a:cubicBezTo>
                <a:lnTo>
                  <a:pt x="80924" y="143733"/>
                </a:lnTo>
                <a:cubicBezTo>
                  <a:pt x="80924" y="150814"/>
                  <a:pt x="100356" y="158355"/>
                  <a:pt x="118644" y="158355"/>
                </a:cubicBezTo>
                <a:cubicBezTo>
                  <a:pt x="148821" y="158355"/>
                  <a:pt x="172135" y="133223"/>
                  <a:pt x="172135" y="100557"/>
                </a:cubicBezTo>
                <a:cubicBezTo>
                  <a:pt x="172135" y="72460"/>
                  <a:pt x="154764" y="50976"/>
                  <a:pt x="131903" y="50976"/>
                </a:cubicBezTo>
                <a:cubicBezTo>
                  <a:pt x="117957" y="50976"/>
                  <a:pt x="104699" y="59208"/>
                  <a:pt x="100129" y="70405"/>
                </a:cubicBezTo>
                <a:lnTo>
                  <a:pt x="100129" y="457"/>
                </a:lnTo>
                <a:moveTo>
                  <a:pt x="100129" y="82512"/>
                </a:moveTo>
                <a:cubicBezTo>
                  <a:pt x="100129" y="73604"/>
                  <a:pt x="110873" y="65379"/>
                  <a:pt x="122760" y="65379"/>
                </a:cubicBezTo>
                <a:cubicBezTo>
                  <a:pt x="140588" y="65379"/>
                  <a:pt x="152019" y="83196"/>
                  <a:pt x="152019" y="111066"/>
                </a:cubicBezTo>
                <a:cubicBezTo>
                  <a:pt x="152019" y="136422"/>
                  <a:pt x="141045" y="151041"/>
                  <a:pt x="122304" y="151041"/>
                </a:cubicBezTo>
                <a:cubicBezTo>
                  <a:pt x="110416" y="151041"/>
                  <a:pt x="100129" y="145788"/>
                  <a:pt x="100129" y="140078"/>
                </a:cubicBezTo>
                <a:lnTo>
                  <a:pt x="100129" y="82512"/>
                </a:lnTo>
                <a:close/>
                <a:moveTo>
                  <a:pt x="188139" y="196638"/>
                </a:moveTo>
                <a:cubicBezTo>
                  <a:pt x="205057" y="185664"/>
                  <a:pt x="211914" y="179720"/>
                  <a:pt x="220370" y="169204"/>
                </a:cubicBezTo>
                <a:cubicBezTo>
                  <a:pt x="236604" y="149318"/>
                  <a:pt x="244602" y="126456"/>
                  <a:pt x="244602" y="99713"/>
                </a:cubicBezTo>
                <a:cubicBezTo>
                  <a:pt x="244602" y="70450"/>
                  <a:pt x="236143" y="48276"/>
                  <a:pt x="216027" y="24958"/>
                </a:cubicBezTo>
                <a:cubicBezTo>
                  <a:pt x="206654" y="13984"/>
                  <a:pt x="200710" y="8958"/>
                  <a:pt x="188823" y="1639"/>
                </a:cubicBezTo>
                <a:lnTo>
                  <a:pt x="186081" y="5299"/>
                </a:lnTo>
                <a:cubicBezTo>
                  <a:pt x="204369" y="19701"/>
                  <a:pt x="210540" y="27703"/>
                  <a:pt x="216941" y="44847"/>
                </a:cubicBezTo>
                <a:cubicBezTo>
                  <a:pt x="222428" y="60164"/>
                  <a:pt x="224943" y="77535"/>
                  <a:pt x="224943" y="100396"/>
                </a:cubicBezTo>
                <a:cubicBezTo>
                  <a:pt x="224943" y="124171"/>
                  <a:pt x="221971" y="143144"/>
                  <a:pt x="215800" y="157089"/>
                </a:cubicBezTo>
                <a:cubicBezTo>
                  <a:pt x="209399" y="171492"/>
                  <a:pt x="202542" y="179720"/>
                  <a:pt x="186081" y="192979"/>
                </a:cubicBezTo>
                <a:lnTo>
                  <a:pt x="188139" y="196638"/>
                </a:lnTo>
                <a:close/>
                <a:moveTo>
                  <a:pt x="432512" y="1639"/>
                </a:moveTo>
                <a:cubicBezTo>
                  <a:pt x="388851" y="1639"/>
                  <a:pt x="357761" y="34540"/>
                  <a:pt x="357761" y="80447"/>
                </a:cubicBezTo>
                <a:cubicBezTo>
                  <a:pt x="357761" y="101917"/>
                  <a:pt x="365075" y="122699"/>
                  <a:pt x="377420" y="135948"/>
                </a:cubicBezTo>
                <a:cubicBezTo>
                  <a:pt x="390679" y="150336"/>
                  <a:pt x="411025" y="159248"/>
                  <a:pt x="431141" y="159248"/>
                </a:cubicBezTo>
                <a:cubicBezTo>
                  <a:pt x="476173" y="159248"/>
                  <a:pt x="507263" y="127269"/>
                  <a:pt x="507263" y="81361"/>
                </a:cubicBezTo>
                <a:cubicBezTo>
                  <a:pt x="507263" y="58748"/>
                  <a:pt x="500636" y="39336"/>
                  <a:pt x="488061" y="25631"/>
                </a:cubicBezTo>
                <a:cubicBezTo>
                  <a:pt x="473662" y="9871"/>
                  <a:pt x="454460" y="1639"/>
                  <a:pt x="432512" y="1639"/>
                </a:cubicBezTo>
                <a:moveTo>
                  <a:pt x="432512" y="9871"/>
                </a:moveTo>
                <a:cubicBezTo>
                  <a:pt x="443029" y="9871"/>
                  <a:pt x="453542" y="13984"/>
                  <a:pt x="461774" y="21292"/>
                </a:cubicBezTo>
                <a:cubicBezTo>
                  <a:pt x="474119" y="32482"/>
                  <a:pt x="481203" y="53951"/>
                  <a:pt x="481203" y="81131"/>
                </a:cubicBezTo>
                <a:cubicBezTo>
                  <a:pt x="481203" y="94606"/>
                  <a:pt x="478231" y="110365"/>
                  <a:pt x="473662" y="122243"/>
                </a:cubicBezTo>
                <a:cubicBezTo>
                  <a:pt x="471604" y="127953"/>
                  <a:pt x="467718" y="133663"/>
                  <a:pt x="462458" y="138916"/>
                </a:cubicBezTo>
                <a:cubicBezTo>
                  <a:pt x="454460" y="146911"/>
                  <a:pt x="444169" y="151020"/>
                  <a:pt x="432055" y="151020"/>
                </a:cubicBezTo>
                <a:cubicBezTo>
                  <a:pt x="421538" y="151020"/>
                  <a:pt x="411252" y="146911"/>
                  <a:pt x="403250" y="139830"/>
                </a:cubicBezTo>
                <a:cubicBezTo>
                  <a:pt x="391366" y="129324"/>
                  <a:pt x="383821" y="106256"/>
                  <a:pt x="383821" y="80904"/>
                </a:cubicBezTo>
                <a:cubicBezTo>
                  <a:pt x="383821" y="57607"/>
                  <a:pt x="390222" y="35454"/>
                  <a:pt x="399821" y="24717"/>
                </a:cubicBezTo>
                <a:cubicBezTo>
                  <a:pt x="408737" y="14898"/>
                  <a:pt x="419941" y="9871"/>
                  <a:pt x="432512" y="9871"/>
                </a:cubicBezTo>
                <a:close/>
                <a:moveTo>
                  <a:pt x="624078" y="53208"/>
                </a:moveTo>
                <a:lnTo>
                  <a:pt x="592305" y="53208"/>
                </a:lnTo>
                <a:lnTo>
                  <a:pt x="592305" y="56641"/>
                </a:lnTo>
                <a:cubicBezTo>
                  <a:pt x="599619" y="57324"/>
                  <a:pt x="603048" y="59609"/>
                  <a:pt x="603048" y="63952"/>
                </a:cubicBezTo>
                <a:cubicBezTo>
                  <a:pt x="603048" y="66237"/>
                  <a:pt x="602591" y="68521"/>
                  <a:pt x="601677" y="70810"/>
                </a:cubicBezTo>
                <a:lnTo>
                  <a:pt x="579046" y="129997"/>
                </a:lnTo>
                <a:lnTo>
                  <a:pt x="555728" y="71493"/>
                </a:lnTo>
                <a:cubicBezTo>
                  <a:pt x="554357" y="68295"/>
                  <a:pt x="553670" y="65096"/>
                  <a:pt x="553670" y="63038"/>
                </a:cubicBezTo>
                <a:cubicBezTo>
                  <a:pt x="553670" y="58925"/>
                  <a:pt x="556185" y="57324"/>
                  <a:pt x="564187" y="56641"/>
                </a:cubicBezTo>
                <a:lnTo>
                  <a:pt x="564187" y="53208"/>
                </a:lnTo>
                <a:lnTo>
                  <a:pt x="519381" y="53208"/>
                </a:lnTo>
                <a:lnTo>
                  <a:pt x="519381" y="56641"/>
                </a:lnTo>
                <a:cubicBezTo>
                  <a:pt x="528067" y="57098"/>
                  <a:pt x="529668" y="59382"/>
                  <a:pt x="540181" y="82921"/>
                </a:cubicBezTo>
                <a:lnTo>
                  <a:pt x="567615" y="148508"/>
                </a:lnTo>
                <a:cubicBezTo>
                  <a:pt x="568072" y="149879"/>
                  <a:pt x="568756" y="151480"/>
                  <a:pt x="569443" y="153308"/>
                </a:cubicBezTo>
                <a:cubicBezTo>
                  <a:pt x="570814" y="157421"/>
                  <a:pt x="572188" y="159248"/>
                  <a:pt x="573559" y="159248"/>
                </a:cubicBezTo>
                <a:cubicBezTo>
                  <a:pt x="574930" y="159248"/>
                  <a:pt x="576531" y="156280"/>
                  <a:pt x="579960" y="147821"/>
                </a:cubicBezTo>
                <a:lnTo>
                  <a:pt x="609219" y="74465"/>
                </a:lnTo>
                <a:cubicBezTo>
                  <a:pt x="615850" y="58925"/>
                  <a:pt x="617220" y="57324"/>
                  <a:pt x="624078" y="56641"/>
                </a:cubicBezTo>
                <a:lnTo>
                  <a:pt x="624078" y="53208"/>
                </a:lnTo>
                <a:close/>
                <a:moveTo>
                  <a:pt x="719176" y="118570"/>
                </a:moveTo>
                <a:cubicBezTo>
                  <a:pt x="708205" y="135951"/>
                  <a:pt x="698372" y="142585"/>
                  <a:pt x="683743" y="142585"/>
                </a:cubicBezTo>
                <a:cubicBezTo>
                  <a:pt x="670715" y="142585"/>
                  <a:pt x="660885" y="135951"/>
                  <a:pt x="654254" y="122916"/>
                </a:cubicBezTo>
                <a:cubicBezTo>
                  <a:pt x="650138" y="114223"/>
                  <a:pt x="648541" y="106675"/>
                  <a:pt x="648084" y="92722"/>
                </a:cubicBezTo>
                <a:lnTo>
                  <a:pt x="718492" y="92722"/>
                </a:lnTo>
                <a:cubicBezTo>
                  <a:pt x="716661" y="77891"/>
                  <a:pt x="714376" y="71284"/>
                  <a:pt x="708662" y="63994"/>
                </a:cubicBezTo>
                <a:cubicBezTo>
                  <a:pt x="701801" y="55779"/>
                  <a:pt x="691288" y="50976"/>
                  <a:pt x="679400" y="50976"/>
                </a:cubicBezTo>
                <a:cubicBezTo>
                  <a:pt x="667970" y="50976"/>
                  <a:pt x="657226" y="55092"/>
                  <a:pt x="648541" y="62853"/>
                </a:cubicBezTo>
                <a:cubicBezTo>
                  <a:pt x="637793" y="72194"/>
                  <a:pt x="631623" y="88379"/>
                  <a:pt x="631623" y="107132"/>
                </a:cubicBezTo>
                <a:cubicBezTo>
                  <a:pt x="631623" y="138696"/>
                  <a:pt x="648084" y="158355"/>
                  <a:pt x="674370" y="158355"/>
                </a:cubicBezTo>
                <a:cubicBezTo>
                  <a:pt x="696088" y="158355"/>
                  <a:pt x="713232" y="144870"/>
                  <a:pt x="722835" y="120171"/>
                </a:cubicBezTo>
                <a:lnTo>
                  <a:pt x="719176" y="118570"/>
                </a:lnTo>
                <a:moveTo>
                  <a:pt x="648541" y="85408"/>
                </a:moveTo>
                <a:cubicBezTo>
                  <a:pt x="651052" y="67639"/>
                  <a:pt x="658827" y="59208"/>
                  <a:pt x="672769" y="59208"/>
                </a:cubicBezTo>
                <a:cubicBezTo>
                  <a:pt x="686715" y="59208"/>
                  <a:pt x="692202" y="65588"/>
                  <a:pt x="695174" y="85408"/>
                </a:cubicBezTo>
                <a:lnTo>
                  <a:pt x="648541" y="85408"/>
                </a:lnTo>
                <a:close/>
                <a:moveTo>
                  <a:pt x="729006" y="66980"/>
                </a:moveTo>
                <a:cubicBezTo>
                  <a:pt x="732208" y="66292"/>
                  <a:pt x="734266" y="66062"/>
                  <a:pt x="737007" y="66062"/>
                </a:cubicBezTo>
                <a:cubicBezTo>
                  <a:pt x="742721" y="66062"/>
                  <a:pt x="744779" y="69721"/>
                  <a:pt x="744779" y="79778"/>
                </a:cubicBezTo>
                <a:lnTo>
                  <a:pt x="744779" y="136924"/>
                </a:lnTo>
                <a:cubicBezTo>
                  <a:pt x="744779" y="148351"/>
                  <a:pt x="743178" y="149952"/>
                  <a:pt x="728549" y="152694"/>
                </a:cubicBezTo>
                <a:lnTo>
                  <a:pt x="728549" y="156123"/>
                </a:lnTo>
                <a:lnTo>
                  <a:pt x="783414" y="156123"/>
                </a:lnTo>
                <a:lnTo>
                  <a:pt x="783414" y="152694"/>
                </a:lnTo>
                <a:cubicBezTo>
                  <a:pt x="767867" y="152010"/>
                  <a:pt x="763981" y="148582"/>
                  <a:pt x="763981" y="135553"/>
                </a:cubicBezTo>
                <a:lnTo>
                  <a:pt x="763981" y="84120"/>
                </a:lnTo>
                <a:cubicBezTo>
                  <a:pt x="763981" y="76806"/>
                  <a:pt x="773811" y="65379"/>
                  <a:pt x="779985" y="65379"/>
                </a:cubicBezTo>
                <a:cubicBezTo>
                  <a:pt x="781356" y="65379"/>
                  <a:pt x="783414" y="66523"/>
                  <a:pt x="785929" y="68807"/>
                </a:cubicBezTo>
                <a:cubicBezTo>
                  <a:pt x="789584" y="72006"/>
                  <a:pt x="792099" y="73377"/>
                  <a:pt x="795071" y="73377"/>
                </a:cubicBezTo>
                <a:cubicBezTo>
                  <a:pt x="800558" y="73377"/>
                  <a:pt x="803987" y="69491"/>
                  <a:pt x="803987" y="63094"/>
                </a:cubicBezTo>
                <a:cubicBezTo>
                  <a:pt x="803987" y="55549"/>
                  <a:pt x="799187" y="50976"/>
                  <a:pt x="791416" y="50976"/>
                </a:cubicBezTo>
                <a:cubicBezTo>
                  <a:pt x="781813" y="50976"/>
                  <a:pt x="775185" y="56236"/>
                  <a:pt x="763981" y="72463"/>
                </a:cubicBezTo>
                <a:lnTo>
                  <a:pt x="763981" y="51436"/>
                </a:lnTo>
                <a:lnTo>
                  <a:pt x="762841" y="50976"/>
                </a:lnTo>
                <a:cubicBezTo>
                  <a:pt x="750723" y="56006"/>
                  <a:pt x="742494" y="58978"/>
                  <a:pt x="729006" y="63321"/>
                </a:cubicBezTo>
                <a:lnTo>
                  <a:pt x="729006" y="66980"/>
                </a:lnTo>
                <a:close/>
                <a:moveTo>
                  <a:pt x="810616" y="60753"/>
                </a:moveTo>
                <a:lnTo>
                  <a:pt x="826163" y="60753"/>
                </a:lnTo>
                <a:lnTo>
                  <a:pt x="826163" y="134629"/>
                </a:lnTo>
                <a:cubicBezTo>
                  <a:pt x="826163" y="149265"/>
                  <a:pt x="823648" y="152237"/>
                  <a:pt x="810846" y="152694"/>
                </a:cubicBezTo>
                <a:lnTo>
                  <a:pt x="810846" y="156123"/>
                </a:lnTo>
                <a:lnTo>
                  <a:pt x="861139" y="156123"/>
                </a:lnTo>
                <a:lnTo>
                  <a:pt x="861139" y="152694"/>
                </a:lnTo>
                <a:cubicBezTo>
                  <a:pt x="848337" y="151780"/>
                  <a:pt x="845365" y="148578"/>
                  <a:pt x="845365" y="136000"/>
                </a:cubicBezTo>
                <a:lnTo>
                  <a:pt x="845365" y="60753"/>
                </a:lnTo>
                <a:lnTo>
                  <a:pt x="865025" y="60753"/>
                </a:lnTo>
                <a:cubicBezTo>
                  <a:pt x="886969" y="60753"/>
                  <a:pt x="888113" y="61440"/>
                  <a:pt x="888113" y="73562"/>
                </a:cubicBezTo>
                <a:lnTo>
                  <a:pt x="888113" y="133942"/>
                </a:lnTo>
                <a:cubicBezTo>
                  <a:pt x="888113" y="149496"/>
                  <a:pt x="886512" y="151554"/>
                  <a:pt x="872339" y="152694"/>
                </a:cubicBezTo>
                <a:lnTo>
                  <a:pt x="872339" y="156123"/>
                </a:lnTo>
                <a:lnTo>
                  <a:pt x="922632" y="156123"/>
                </a:lnTo>
                <a:lnTo>
                  <a:pt x="922632" y="152694"/>
                </a:lnTo>
                <a:cubicBezTo>
                  <a:pt x="909830" y="151554"/>
                  <a:pt x="907315" y="148578"/>
                  <a:pt x="907315" y="133942"/>
                </a:cubicBezTo>
                <a:lnTo>
                  <a:pt x="907315" y="74019"/>
                </a:lnTo>
                <a:cubicBezTo>
                  <a:pt x="907315" y="68989"/>
                  <a:pt x="907315" y="63729"/>
                  <a:pt x="907772" y="51611"/>
                </a:cubicBezTo>
                <a:lnTo>
                  <a:pt x="906858" y="50976"/>
                </a:lnTo>
                <a:cubicBezTo>
                  <a:pt x="896798" y="52525"/>
                  <a:pt x="890171" y="53208"/>
                  <a:pt x="881025" y="53208"/>
                </a:cubicBezTo>
                <a:lnTo>
                  <a:pt x="845135" y="53208"/>
                </a:lnTo>
                <a:lnTo>
                  <a:pt x="845135" y="43407"/>
                </a:lnTo>
                <a:cubicBezTo>
                  <a:pt x="845135" y="33378"/>
                  <a:pt x="845822" y="26311"/>
                  <a:pt x="846963" y="22436"/>
                </a:cubicBezTo>
                <a:cubicBezTo>
                  <a:pt x="850165" y="12634"/>
                  <a:pt x="859081" y="5794"/>
                  <a:pt x="869367" y="5794"/>
                </a:cubicBezTo>
                <a:cubicBezTo>
                  <a:pt x="875768" y="5794"/>
                  <a:pt x="880111" y="8759"/>
                  <a:pt x="885598" y="16509"/>
                </a:cubicBezTo>
                <a:cubicBezTo>
                  <a:pt x="889941" y="22663"/>
                  <a:pt x="892912" y="24944"/>
                  <a:pt x="896798" y="24944"/>
                </a:cubicBezTo>
                <a:cubicBezTo>
                  <a:pt x="901601" y="24944"/>
                  <a:pt x="905030" y="21068"/>
                  <a:pt x="905030" y="16053"/>
                </a:cubicBezTo>
                <a:cubicBezTo>
                  <a:pt x="905030" y="6478"/>
                  <a:pt x="893600" y="77"/>
                  <a:pt x="875995" y="77"/>
                </a:cubicBezTo>
                <a:cubicBezTo>
                  <a:pt x="858624" y="77"/>
                  <a:pt x="845365" y="6021"/>
                  <a:pt x="837133" y="17193"/>
                </a:cubicBezTo>
                <a:cubicBezTo>
                  <a:pt x="830276" y="26538"/>
                  <a:pt x="827761" y="34972"/>
                  <a:pt x="826390" y="53208"/>
                </a:cubicBezTo>
                <a:lnTo>
                  <a:pt x="810616" y="53208"/>
                </a:lnTo>
                <a:lnTo>
                  <a:pt x="810616" y="60753"/>
                </a:lnTo>
                <a:close/>
                <a:moveTo>
                  <a:pt x="988924" y="53208"/>
                </a:moveTo>
                <a:lnTo>
                  <a:pt x="965836" y="53208"/>
                </a:lnTo>
                <a:lnTo>
                  <a:pt x="965836" y="26691"/>
                </a:lnTo>
                <a:cubicBezTo>
                  <a:pt x="965836" y="24407"/>
                  <a:pt x="965609" y="23719"/>
                  <a:pt x="964235" y="23719"/>
                </a:cubicBezTo>
                <a:cubicBezTo>
                  <a:pt x="962637" y="25778"/>
                  <a:pt x="961263" y="27836"/>
                  <a:pt x="959665" y="30120"/>
                </a:cubicBezTo>
                <a:cubicBezTo>
                  <a:pt x="950976" y="42695"/>
                  <a:pt x="941147" y="53669"/>
                  <a:pt x="937491" y="54583"/>
                </a:cubicBezTo>
                <a:cubicBezTo>
                  <a:pt x="934976" y="56180"/>
                  <a:pt x="933602" y="57781"/>
                  <a:pt x="933602" y="58925"/>
                </a:cubicBezTo>
                <a:cubicBezTo>
                  <a:pt x="933602" y="59613"/>
                  <a:pt x="933832" y="60070"/>
                  <a:pt x="934519" y="60527"/>
                </a:cubicBezTo>
                <a:lnTo>
                  <a:pt x="946634" y="60527"/>
                </a:lnTo>
                <a:lnTo>
                  <a:pt x="946634" y="129327"/>
                </a:lnTo>
                <a:cubicBezTo>
                  <a:pt x="946634" y="148526"/>
                  <a:pt x="953491" y="158355"/>
                  <a:pt x="966980" y="158355"/>
                </a:cubicBezTo>
                <a:cubicBezTo>
                  <a:pt x="978181" y="158355"/>
                  <a:pt x="986866" y="152872"/>
                  <a:pt x="994411" y="140984"/>
                </a:cubicBezTo>
                <a:lnTo>
                  <a:pt x="991439" y="138469"/>
                </a:lnTo>
                <a:cubicBezTo>
                  <a:pt x="986639" y="144183"/>
                  <a:pt x="982754" y="146471"/>
                  <a:pt x="977724" y="146471"/>
                </a:cubicBezTo>
                <a:cubicBezTo>
                  <a:pt x="969265" y="146471"/>
                  <a:pt x="965836" y="140297"/>
                  <a:pt x="965836" y="125898"/>
                </a:cubicBezTo>
                <a:lnTo>
                  <a:pt x="965836" y="60527"/>
                </a:lnTo>
                <a:lnTo>
                  <a:pt x="988924" y="60527"/>
                </a:lnTo>
                <a:lnTo>
                  <a:pt x="988924" y="53208"/>
                </a:lnTo>
                <a:close/>
                <a:moveTo>
                  <a:pt x="1052475" y="53208"/>
                </a:moveTo>
                <a:lnTo>
                  <a:pt x="1029387" y="53208"/>
                </a:lnTo>
                <a:lnTo>
                  <a:pt x="1029387" y="26691"/>
                </a:lnTo>
                <a:cubicBezTo>
                  <a:pt x="1029387" y="24407"/>
                  <a:pt x="1029160" y="23719"/>
                  <a:pt x="1027786" y="23719"/>
                </a:cubicBezTo>
                <a:cubicBezTo>
                  <a:pt x="1026188" y="25778"/>
                  <a:pt x="1024814" y="27836"/>
                  <a:pt x="1023216" y="30120"/>
                </a:cubicBezTo>
                <a:cubicBezTo>
                  <a:pt x="1014527" y="42695"/>
                  <a:pt x="1004698" y="53669"/>
                  <a:pt x="1001042" y="54583"/>
                </a:cubicBezTo>
                <a:cubicBezTo>
                  <a:pt x="998527" y="56180"/>
                  <a:pt x="997153" y="57781"/>
                  <a:pt x="997153" y="58925"/>
                </a:cubicBezTo>
                <a:cubicBezTo>
                  <a:pt x="997153" y="59613"/>
                  <a:pt x="997383" y="60070"/>
                  <a:pt x="998070" y="60527"/>
                </a:cubicBezTo>
                <a:lnTo>
                  <a:pt x="1010184" y="60527"/>
                </a:lnTo>
                <a:lnTo>
                  <a:pt x="1010184" y="129327"/>
                </a:lnTo>
                <a:cubicBezTo>
                  <a:pt x="1010184" y="148526"/>
                  <a:pt x="1017042" y="158355"/>
                  <a:pt x="1030531" y="158355"/>
                </a:cubicBezTo>
                <a:cubicBezTo>
                  <a:pt x="1041731" y="158355"/>
                  <a:pt x="1050417" y="152872"/>
                  <a:pt x="1057962" y="140984"/>
                </a:cubicBezTo>
                <a:lnTo>
                  <a:pt x="1054990" y="138469"/>
                </a:lnTo>
                <a:cubicBezTo>
                  <a:pt x="1050190" y="144183"/>
                  <a:pt x="1046304" y="146471"/>
                  <a:pt x="1041274" y="146471"/>
                </a:cubicBezTo>
                <a:cubicBezTo>
                  <a:pt x="1032816" y="146471"/>
                  <a:pt x="1029387" y="140297"/>
                  <a:pt x="1029387" y="125898"/>
                </a:cubicBezTo>
                <a:lnTo>
                  <a:pt x="1029387" y="60527"/>
                </a:lnTo>
                <a:lnTo>
                  <a:pt x="1052475" y="60527"/>
                </a:lnTo>
                <a:lnTo>
                  <a:pt x="1052475" y="53208"/>
                </a:lnTo>
                <a:close/>
                <a:moveTo>
                  <a:pt x="1097737" y="50976"/>
                </a:moveTo>
                <a:lnTo>
                  <a:pt x="1062304" y="63478"/>
                </a:lnTo>
                <a:lnTo>
                  <a:pt x="1062304" y="66910"/>
                </a:lnTo>
                <a:lnTo>
                  <a:pt x="1064136" y="66680"/>
                </a:lnTo>
                <a:cubicBezTo>
                  <a:pt x="1066877" y="66223"/>
                  <a:pt x="1069849" y="65992"/>
                  <a:pt x="1071907" y="65992"/>
                </a:cubicBezTo>
                <a:cubicBezTo>
                  <a:pt x="1077394" y="65992"/>
                  <a:pt x="1079449" y="69652"/>
                  <a:pt x="1079449" y="79718"/>
                </a:cubicBezTo>
                <a:lnTo>
                  <a:pt x="1079449" y="132794"/>
                </a:lnTo>
                <a:cubicBezTo>
                  <a:pt x="1079449" y="149265"/>
                  <a:pt x="1077164" y="151780"/>
                  <a:pt x="1061390" y="152694"/>
                </a:cubicBezTo>
                <a:lnTo>
                  <a:pt x="1061390" y="156123"/>
                </a:lnTo>
                <a:lnTo>
                  <a:pt x="1115568" y="156123"/>
                </a:lnTo>
                <a:lnTo>
                  <a:pt x="1115568" y="152694"/>
                </a:lnTo>
                <a:cubicBezTo>
                  <a:pt x="1100482" y="151554"/>
                  <a:pt x="1098651" y="149265"/>
                  <a:pt x="1098651" y="132794"/>
                </a:cubicBezTo>
                <a:lnTo>
                  <a:pt x="1098651" y="51663"/>
                </a:lnTo>
                <a:lnTo>
                  <a:pt x="1097737" y="50976"/>
                </a:lnTo>
                <a:moveTo>
                  <a:pt x="1086993" y="77"/>
                </a:moveTo>
                <a:cubicBezTo>
                  <a:pt x="1080823" y="77"/>
                  <a:pt x="1075563" y="5337"/>
                  <a:pt x="1075563" y="11738"/>
                </a:cubicBezTo>
                <a:cubicBezTo>
                  <a:pt x="1075563" y="18138"/>
                  <a:pt x="1080593" y="23395"/>
                  <a:pt x="1086993" y="23395"/>
                </a:cubicBezTo>
                <a:cubicBezTo>
                  <a:pt x="1093624" y="23395"/>
                  <a:pt x="1098881" y="18365"/>
                  <a:pt x="1098881" y="11738"/>
                </a:cubicBezTo>
                <a:cubicBezTo>
                  <a:pt x="1098881" y="5337"/>
                  <a:pt x="1093624" y="77"/>
                  <a:pt x="1086993" y="77"/>
                </a:cubicBezTo>
                <a:close/>
                <a:moveTo>
                  <a:pt x="1124941" y="65152"/>
                </a:moveTo>
                <a:cubicBezTo>
                  <a:pt x="1126312" y="64465"/>
                  <a:pt x="1128600" y="64238"/>
                  <a:pt x="1131115" y="64238"/>
                </a:cubicBezTo>
                <a:cubicBezTo>
                  <a:pt x="1137516" y="64238"/>
                  <a:pt x="1139570" y="67667"/>
                  <a:pt x="1139570" y="78864"/>
                </a:cubicBezTo>
                <a:lnTo>
                  <a:pt x="1139570" y="135553"/>
                </a:lnTo>
                <a:cubicBezTo>
                  <a:pt x="1139570" y="148582"/>
                  <a:pt x="1137056" y="151780"/>
                  <a:pt x="1125398" y="152694"/>
                </a:cubicBezTo>
                <a:lnTo>
                  <a:pt x="1125398" y="156123"/>
                </a:lnTo>
                <a:lnTo>
                  <a:pt x="1173863" y="156123"/>
                </a:lnTo>
                <a:lnTo>
                  <a:pt x="1173863" y="152694"/>
                </a:lnTo>
                <a:cubicBezTo>
                  <a:pt x="1162202" y="151780"/>
                  <a:pt x="1158773" y="149039"/>
                  <a:pt x="1158773" y="140810"/>
                </a:cubicBezTo>
                <a:lnTo>
                  <a:pt x="1158773" y="76579"/>
                </a:lnTo>
                <a:cubicBezTo>
                  <a:pt x="1169747" y="66292"/>
                  <a:pt x="1174776" y="63551"/>
                  <a:pt x="1182321" y="63551"/>
                </a:cubicBezTo>
                <a:cubicBezTo>
                  <a:pt x="1193522" y="63551"/>
                  <a:pt x="1199009" y="70635"/>
                  <a:pt x="1199009" y="85722"/>
                </a:cubicBezTo>
                <a:lnTo>
                  <a:pt x="1199009" y="133495"/>
                </a:lnTo>
                <a:cubicBezTo>
                  <a:pt x="1199009" y="147894"/>
                  <a:pt x="1196037" y="151780"/>
                  <a:pt x="1184606" y="152694"/>
                </a:cubicBezTo>
                <a:lnTo>
                  <a:pt x="1184606" y="156123"/>
                </a:lnTo>
                <a:lnTo>
                  <a:pt x="1232157" y="156123"/>
                </a:lnTo>
                <a:lnTo>
                  <a:pt x="1232157" y="152694"/>
                </a:lnTo>
                <a:cubicBezTo>
                  <a:pt x="1220953" y="151554"/>
                  <a:pt x="1218211" y="148808"/>
                  <a:pt x="1218211" y="137611"/>
                </a:cubicBezTo>
                <a:lnTo>
                  <a:pt x="1218211" y="85265"/>
                </a:lnTo>
                <a:cubicBezTo>
                  <a:pt x="1218211" y="63781"/>
                  <a:pt x="1208151" y="50976"/>
                  <a:pt x="1191237" y="50976"/>
                </a:cubicBezTo>
                <a:cubicBezTo>
                  <a:pt x="1180720" y="50976"/>
                  <a:pt x="1173632" y="54865"/>
                  <a:pt x="1158089" y="69495"/>
                </a:cubicBezTo>
                <a:lnTo>
                  <a:pt x="1158089" y="51436"/>
                </a:lnTo>
                <a:lnTo>
                  <a:pt x="1156488" y="50976"/>
                </a:lnTo>
                <a:cubicBezTo>
                  <a:pt x="1145288" y="55092"/>
                  <a:pt x="1137516" y="57607"/>
                  <a:pt x="1124941" y="61266"/>
                </a:cubicBezTo>
                <a:lnTo>
                  <a:pt x="1124941" y="65152"/>
                </a:lnTo>
                <a:close/>
                <a:moveTo>
                  <a:pt x="1343024" y="67482"/>
                </a:moveTo>
                <a:lnTo>
                  <a:pt x="1343024" y="58566"/>
                </a:lnTo>
                <a:lnTo>
                  <a:pt x="1325423" y="58566"/>
                </a:lnTo>
                <a:cubicBezTo>
                  <a:pt x="1320850" y="58566"/>
                  <a:pt x="1317421" y="57855"/>
                  <a:pt x="1312852" y="56236"/>
                </a:cubicBezTo>
                <a:lnTo>
                  <a:pt x="1307822" y="54408"/>
                </a:lnTo>
                <a:cubicBezTo>
                  <a:pt x="1301648" y="52120"/>
                  <a:pt x="1295477" y="50976"/>
                  <a:pt x="1289533" y="50976"/>
                </a:cubicBezTo>
                <a:cubicBezTo>
                  <a:pt x="1268273" y="50976"/>
                  <a:pt x="1251356" y="67482"/>
                  <a:pt x="1251356" y="88278"/>
                </a:cubicBezTo>
                <a:cubicBezTo>
                  <a:pt x="1251356" y="102677"/>
                  <a:pt x="1257530" y="111359"/>
                  <a:pt x="1272616" y="118901"/>
                </a:cubicBezTo>
                <a:cubicBezTo>
                  <a:pt x="1268273" y="123017"/>
                  <a:pt x="1264161" y="126896"/>
                  <a:pt x="1262786" y="128036"/>
                </a:cubicBezTo>
                <a:cubicBezTo>
                  <a:pt x="1255245" y="134653"/>
                  <a:pt x="1252273" y="139219"/>
                  <a:pt x="1252273" y="143782"/>
                </a:cubicBezTo>
                <a:cubicBezTo>
                  <a:pt x="1252273" y="148575"/>
                  <a:pt x="1255015" y="151313"/>
                  <a:pt x="1264387" y="155886"/>
                </a:cubicBezTo>
                <a:cubicBezTo>
                  <a:pt x="1248157" y="167784"/>
                  <a:pt x="1241986" y="175339"/>
                  <a:pt x="1241986" y="183805"/>
                </a:cubicBezTo>
                <a:cubicBezTo>
                  <a:pt x="1241986" y="195930"/>
                  <a:pt x="1259814" y="205990"/>
                  <a:pt x="1281532" y="205990"/>
                </a:cubicBezTo>
                <a:cubicBezTo>
                  <a:pt x="1298676" y="205990"/>
                  <a:pt x="1316507" y="200046"/>
                  <a:pt x="1328395" y="190443"/>
                </a:cubicBezTo>
                <a:cubicBezTo>
                  <a:pt x="1337084" y="183348"/>
                  <a:pt x="1340970" y="176023"/>
                  <a:pt x="1340970" y="167327"/>
                </a:cubicBezTo>
                <a:cubicBezTo>
                  <a:pt x="1340970" y="153141"/>
                  <a:pt x="1330223" y="143555"/>
                  <a:pt x="1313309" y="142872"/>
                </a:cubicBezTo>
                <a:lnTo>
                  <a:pt x="1283820" y="141501"/>
                </a:lnTo>
                <a:cubicBezTo>
                  <a:pt x="1271702" y="141044"/>
                  <a:pt x="1265988" y="138989"/>
                  <a:pt x="1265988" y="135341"/>
                </a:cubicBezTo>
                <a:cubicBezTo>
                  <a:pt x="1265988" y="130775"/>
                  <a:pt x="1273530" y="122787"/>
                  <a:pt x="1279704" y="120959"/>
                </a:cubicBezTo>
                <a:cubicBezTo>
                  <a:pt x="1281762" y="121189"/>
                  <a:pt x="1283363" y="121416"/>
                  <a:pt x="1284047" y="121416"/>
                </a:cubicBezTo>
                <a:cubicBezTo>
                  <a:pt x="1288389" y="121873"/>
                  <a:pt x="1291361" y="122103"/>
                  <a:pt x="1292736" y="122103"/>
                </a:cubicBezTo>
                <a:cubicBezTo>
                  <a:pt x="1301191" y="122103"/>
                  <a:pt x="1310337" y="118674"/>
                  <a:pt x="1317421" y="112504"/>
                </a:cubicBezTo>
                <a:cubicBezTo>
                  <a:pt x="1324966" y="106103"/>
                  <a:pt x="1328395" y="98104"/>
                  <a:pt x="1328395" y="86681"/>
                </a:cubicBezTo>
                <a:cubicBezTo>
                  <a:pt x="1328395" y="80053"/>
                  <a:pt x="1327251" y="74797"/>
                  <a:pt x="1324052" y="67482"/>
                </a:cubicBezTo>
                <a:lnTo>
                  <a:pt x="1343024" y="67482"/>
                </a:lnTo>
                <a:moveTo>
                  <a:pt x="1269187" y="156570"/>
                </a:moveTo>
                <a:cubicBezTo>
                  <a:pt x="1276732" y="158174"/>
                  <a:pt x="1295020" y="159545"/>
                  <a:pt x="1306221" y="159545"/>
                </a:cubicBezTo>
                <a:cubicBezTo>
                  <a:pt x="1327024" y="159545"/>
                  <a:pt x="1334569" y="162520"/>
                  <a:pt x="1334569" y="170759"/>
                </a:cubicBezTo>
                <a:cubicBezTo>
                  <a:pt x="1334569" y="184035"/>
                  <a:pt x="1317195" y="192958"/>
                  <a:pt x="1291361" y="192958"/>
                </a:cubicBezTo>
                <a:cubicBezTo>
                  <a:pt x="1271245" y="192958"/>
                  <a:pt x="1257986" y="186324"/>
                  <a:pt x="1257986" y="176253"/>
                </a:cubicBezTo>
                <a:cubicBezTo>
                  <a:pt x="1257986" y="170990"/>
                  <a:pt x="1259588" y="168014"/>
                  <a:pt x="1269187" y="156570"/>
                </a:cubicBezTo>
                <a:moveTo>
                  <a:pt x="1270331" y="78909"/>
                </a:moveTo>
                <a:cubicBezTo>
                  <a:pt x="1270331" y="65427"/>
                  <a:pt x="1276732" y="57380"/>
                  <a:pt x="1287249" y="57380"/>
                </a:cubicBezTo>
                <a:cubicBezTo>
                  <a:pt x="1294333" y="57380"/>
                  <a:pt x="1300277" y="61311"/>
                  <a:pt x="1303936" y="68169"/>
                </a:cubicBezTo>
                <a:cubicBezTo>
                  <a:pt x="1308049" y="76167"/>
                  <a:pt x="1310794" y="86681"/>
                  <a:pt x="1310794" y="95593"/>
                </a:cubicBezTo>
                <a:cubicBezTo>
                  <a:pt x="1310794" y="108388"/>
                  <a:pt x="1304163" y="116386"/>
                  <a:pt x="1293649" y="116386"/>
                </a:cubicBezTo>
                <a:cubicBezTo>
                  <a:pt x="1279934" y="116386"/>
                  <a:pt x="1270331" y="101533"/>
                  <a:pt x="1270331" y="79596"/>
                </a:cubicBezTo>
                <a:lnTo>
                  <a:pt x="1270331" y="78909"/>
                </a:lnTo>
                <a:close/>
                <a:moveTo>
                  <a:pt x="1368858" y="188347"/>
                </a:moveTo>
                <a:cubicBezTo>
                  <a:pt x="1384174" y="180802"/>
                  <a:pt x="1394461" y="166860"/>
                  <a:pt x="1394461" y="153141"/>
                </a:cubicBezTo>
                <a:cubicBezTo>
                  <a:pt x="1394461" y="141713"/>
                  <a:pt x="1386459" y="132798"/>
                  <a:pt x="1376172" y="132798"/>
                </a:cubicBezTo>
                <a:cubicBezTo>
                  <a:pt x="1368170" y="132798"/>
                  <a:pt x="1362687" y="138054"/>
                  <a:pt x="1362687" y="145826"/>
                </a:cubicBezTo>
                <a:cubicBezTo>
                  <a:pt x="1362687" y="153120"/>
                  <a:pt x="1367944" y="157462"/>
                  <a:pt x="1376172" y="157462"/>
                </a:cubicBezTo>
                <a:cubicBezTo>
                  <a:pt x="1377543" y="157462"/>
                  <a:pt x="1379144" y="157236"/>
                  <a:pt x="1380515" y="157006"/>
                </a:cubicBezTo>
                <a:cubicBezTo>
                  <a:pt x="1382116" y="156570"/>
                  <a:pt x="1382116" y="156570"/>
                  <a:pt x="1382346" y="156570"/>
                </a:cubicBezTo>
                <a:cubicBezTo>
                  <a:pt x="1384174" y="156570"/>
                  <a:pt x="1385545" y="157944"/>
                  <a:pt x="1385545" y="159772"/>
                </a:cubicBezTo>
                <a:cubicBezTo>
                  <a:pt x="1385545" y="167086"/>
                  <a:pt x="1379144" y="175545"/>
                  <a:pt x="1366800" y="184004"/>
                </a:cubicBezTo>
                <a:lnTo>
                  <a:pt x="1368858" y="188347"/>
                </a:lnTo>
                <a:close/>
                <a:moveTo>
                  <a:pt x="1490701" y="65152"/>
                </a:moveTo>
                <a:cubicBezTo>
                  <a:pt x="1492072" y="64465"/>
                  <a:pt x="1494360" y="64238"/>
                  <a:pt x="1496875" y="64238"/>
                </a:cubicBezTo>
                <a:cubicBezTo>
                  <a:pt x="1503276" y="64238"/>
                  <a:pt x="1505331" y="67667"/>
                  <a:pt x="1505331" y="78864"/>
                </a:cubicBezTo>
                <a:lnTo>
                  <a:pt x="1505331" y="135553"/>
                </a:lnTo>
                <a:cubicBezTo>
                  <a:pt x="1505331" y="148582"/>
                  <a:pt x="1502816" y="151780"/>
                  <a:pt x="1491158" y="152694"/>
                </a:cubicBezTo>
                <a:lnTo>
                  <a:pt x="1491158" y="156123"/>
                </a:lnTo>
                <a:lnTo>
                  <a:pt x="1539623" y="156123"/>
                </a:lnTo>
                <a:lnTo>
                  <a:pt x="1539623" y="152694"/>
                </a:lnTo>
                <a:cubicBezTo>
                  <a:pt x="1527962" y="151780"/>
                  <a:pt x="1524533" y="149039"/>
                  <a:pt x="1524533" y="140810"/>
                </a:cubicBezTo>
                <a:lnTo>
                  <a:pt x="1524533" y="76579"/>
                </a:lnTo>
                <a:cubicBezTo>
                  <a:pt x="1535507" y="66292"/>
                  <a:pt x="1540537" y="63551"/>
                  <a:pt x="1548082" y="63551"/>
                </a:cubicBezTo>
                <a:cubicBezTo>
                  <a:pt x="1559282" y="63551"/>
                  <a:pt x="1564769" y="70635"/>
                  <a:pt x="1564769" y="85722"/>
                </a:cubicBezTo>
                <a:lnTo>
                  <a:pt x="1564769" y="133495"/>
                </a:lnTo>
                <a:cubicBezTo>
                  <a:pt x="1564769" y="147894"/>
                  <a:pt x="1561797" y="151780"/>
                  <a:pt x="1550366" y="152694"/>
                </a:cubicBezTo>
                <a:lnTo>
                  <a:pt x="1550366" y="156123"/>
                </a:lnTo>
                <a:lnTo>
                  <a:pt x="1597917" y="156123"/>
                </a:lnTo>
                <a:lnTo>
                  <a:pt x="1597917" y="152694"/>
                </a:lnTo>
                <a:cubicBezTo>
                  <a:pt x="1586713" y="151554"/>
                  <a:pt x="1583971" y="148808"/>
                  <a:pt x="1583971" y="137611"/>
                </a:cubicBezTo>
                <a:lnTo>
                  <a:pt x="1583971" y="85265"/>
                </a:lnTo>
                <a:cubicBezTo>
                  <a:pt x="1583971" y="63781"/>
                  <a:pt x="1573911" y="50976"/>
                  <a:pt x="1556997" y="50976"/>
                </a:cubicBezTo>
                <a:cubicBezTo>
                  <a:pt x="1546481" y="50976"/>
                  <a:pt x="1539393" y="54865"/>
                  <a:pt x="1523849" y="69495"/>
                </a:cubicBezTo>
                <a:lnTo>
                  <a:pt x="1523849" y="51436"/>
                </a:lnTo>
                <a:lnTo>
                  <a:pt x="1522248" y="50976"/>
                </a:lnTo>
                <a:cubicBezTo>
                  <a:pt x="1511048" y="55092"/>
                  <a:pt x="1503276" y="57607"/>
                  <a:pt x="1490701" y="61266"/>
                </a:cubicBezTo>
                <a:lnTo>
                  <a:pt x="1490701" y="65152"/>
                </a:lnTo>
                <a:close/>
                <a:moveTo>
                  <a:pt x="1658496" y="50976"/>
                </a:moveTo>
                <a:cubicBezTo>
                  <a:pt x="1628777" y="50976"/>
                  <a:pt x="1607973" y="72913"/>
                  <a:pt x="1607973" y="104439"/>
                </a:cubicBezTo>
                <a:cubicBezTo>
                  <a:pt x="1607973" y="135278"/>
                  <a:pt x="1629234" y="158355"/>
                  <a:pt x="1658035" y="158355"/>
                </a:cubicBezTo>
                <a:cubicBezTo>
                  <a:pt x="1686841" y="158355"/>
                  <a:pt x="1708785" y="134137"/>
                  <a:pt x="1708785" y="102611"/>
                </a:cubicBezTo>
                <a:cubicBezTo>
                  <a:pt x="1708785" y="72683"/>
                  <a:pt x="1687755" y="50976"/>
                  <a:pt x="1658496" y="50976"/>
                </a:cubicBezTo>
                <a:moveTo>
                  <a:pt x="1655524" y="57380"/>
                </a:moveTo>
                <a:cubicBezTo>
                  <a:pt x="1674726" y="57380"/>
                  <a:pt x="1688211" y="79310"/>
                  <a:pt x="1688211" y="110606"/>
                </a:cubicBezTo>
                <a:cubicBezTo>
                  <a:pt x="1688211" y="136422"/>
                  <a:pt x="1677925" y="151955"/>
                  <a:pt x="1660781" y="151955"/>
                </a:cubicBezTo>
                <a:cubicBezTo>
                  <a:pt x="1651865" y="151955"/>
                  <a:pt x="1643406" y="146475"/>
                  <a:pt x="1638606" y="137336"/>
                </a:cubicBezTo>
                <a:cubicBezTo>
                  <a:pt x="1632206" y="125455"/>
                  <a:pt x="1628546" y="109465"/>
                  <a:pt x="1628546" y="93245"/>
                </a:cubicBezTo>
                <a:cubicBezTo>
                  <a:pt x="1628546" y="71542"/>
                  <a:pt x="1639290" y="57380"/>
                  <a:pt x="1655524" y="57380"/>
                </a:cubicBezTo>
                <a:close/>
                <a:moveTo>
                  <a:pt x="1799999" y="65152"/>
                </a:moveTo>
                <a:cubicBezTo>
                  <a:pt x="1802970" y="64465"/>
                  <a:pt x="1804798" y="64238"/>
                  <a:pt x="1807313" y="64238"/>
                </a:cubicBezTo>
                <a:cubicBezTo>
                  <a:pt x="1813257" y="64238"/>
                  <a:pt x="1815315" y="67894"/>
                  <a:pt x="1815315" y="78864"/>
                </a:cubicBezTo>
                <a:lnTo>
                  <a:pt x="1815315" y="136694"/>
                </a:lnTo>
                <a:cubicBezTo>
                  <a:pt x="1815315" y="149039"/>
                  <a:pt x="1812113" y="152467"/>
                  <a:pt x="1799311" y="152694"/>
                </a:cubicBezTo>
                <a:lnTo>
                  <a:pt x="1799311" y="156123"/>
                </a:lnTo>
                <a:lnTo>
                  <a:pt x="1850061" y="156123"/>
                </a:lnTo>
                <a:lnTo>
                  <a:pt x="1850061" y="152694"/>
                </a:lnTo>
                <a:cubicBezTo>
                  <a:pt x="1837946" y="152237"/>
                  <a:pt x="1834517" y="149726"/>
                  <a:pt x="1834517" y="140810"/>
                </a:cubicBezTo>
                <a:lnTo>
                  <a:pt x="1834517" y="76352"/>
                </a:lnTo>
                <a:cubicBezTo>
                  <a:pt x="1834517" y="75895"/>
                  <a:pt x="1836345" y="73607"/>
                  <a:pt x="1837946" y="72010"/>
                </a:cubicBezTo>
                <a:cubicBezTo>
                  <a:pt x="1843660" y="66749"/>
                  <a:pt x="1853490" y="62864"/>
                  <a:pt x="1861491" y="62864"/>
                </a:cubicBezTo>
                <a:cubicBezTo>
                  <a:pt x="1871548" y="62864"/>
                  <a:pt x="1876578" y="70865"/>
                  <a:pt x="1876578" y="86866"/>
                </a:cubicBezTo>
                <a:lnTo>
                  <a:pt x="1876578" y="136467"/>
                </a:lnTo>
                <a:cubicBezTo>
                  <a:pt x="1876578" y="149269"/>
                  <a:pt x="1874063" y="151780"/>
                  <a:pt x="1861034" y="152694"/>
                </a:cubicBezTo>
                <a:lnTo>
                  <a:pt x="1861034" y="156123"/>
                </a:lnTo>
                <a:lnTo>
                  <a:pt x="1912241" y="156123"/>
                </a:lnTo>
                <a:lnTo>
                  <a:pt x="1912241" y="152694"/>
                </a:lnTo>
                <a:cubicBezTo>
                  <a:pt x="1899209" y="152467"/>
                  <a:pt x="1895780" y="148582"/>
                  <a:pt x="1895780" y="134409"/>
                </a:cubicBezTo>
                <a:lnTo>
                  <a:pt x="1895780" y="76809"/>
                </a:lnTo>
                <a:cubicBezTo>
                  <a:pt x="1902638" y="66980"/>
                  <a:pt x="1910183" y="62864"/>
                  <a:pt x="1920699" y="62864"/>
                </a:cubicBezTo>
                <a:cubicBezTo>
                  <a:pt x="1933728" y="62864"/>
                  <a:pt x="1937844" y="69038"/>
                  <a:pt x="1937844" y="88010"/>
                </a:cubicBezTo>
                <a:lnTo>
                  <a:pt x="1937844" y="136237"/>
                </a:lnTo>
                <a:cubicBezTo>
                  <a:pt x="1937844" y="149269"/>
                  <a:pt x="1936016" y="151097"/>
                  <a:pt x="1922757" y="152694"/>
                </a:cubicBezTo>
                <a:lnTo>
                  <a:pt x="1922757" y="156123"/>
                </a:lnTo>
                <a:lnTo>
                  <a:pt x="1972819" y="156123"/>
                </a:lnTo>
                <a:lnTo>
                  <a:pt x="1972819" y="152694"/>
                </a:lnTo>
                <a:lnTo>
                  <a:pt x="1966876" y="152237"/>
                </a:lnTo>
                <a:cubicBezTo>
                  <a:pt x="1960018" y="151780"/>
                  <a:pt x="1957046" y="147668"/>
                  <a:pt x="1957046" y="138752"/>
                </a:cubicBezTo>
                <a:lnTo>
                  <a:pt x="1957046" y="91665"/>
                </a:lnTo>
                <a:cubicBezTo>
                  <a:pt x="1957046" y="64695"/>
                  <a:pt x="1948130" y="50976"/>
                  <a:pt x="1930529" y="50976"/>
                </a:cubicBezTo>
                <a:cubicBezTo>
                  <a:pt x="1917270" y="50976"/>
                  <a:pt x="1905610" y="56920"/>
                  <a:pt x="1893265" y="70178"/>
                </a:cubicBezTo>
                <a:cubicBezTo>
                  <a:pt x="1889152" y="57150"/>
                  <a:pt x="1881381" y="50976"/>
                  <a:pt x="1869036" y="50976"/>
                </a:cubicBezTo>
                <a:cubicBezTo>
                  <a:pt x="1858976" y="50976"/>
                  <a:pt x="1852576" y="54178"/>
                  <a:pt x="1833600" y="68581"/>
                </a:cubicBezTo>
                <a:lnTo>
                  <a:pt x="1833600" y="51436"/>
                </a:lnTo>
                <a:lnTo>
                  <a:pt x="1832002" y="50976"/>
                </a:lnTo>
                <a:cubicBezTo>
                  <a:pt x="1820342" y="55322"/>
                  <a:pt x="1812570" y="57837"/>
                  <a:pt x="1799999" y="61266"/>
                </a:cubicBezTo>
                <a:lnTo>
                  <a:pt x="1799999" y="65152"/>
                </a:lnTo>
                <a:close/>
                <a:moveTo>
                  <a:pt x="2066773" y="118570"/>
                </a:moveTo>
                <a:cubicBezTo>
                  <a:pt x="2055803" y="135951"/>
                  <a:pt x="2045970" y="142585"/>
                  <a:pt x="2031340" y="142585"/>
                </a:cubicBezTo>
                <a:cubicBezTo>
                  <a:pt x="2018312" y="142585"/>
                  <a:pt x="2008482" y="135951"/>
                  <a:pt x="2001851" y="122916"/>
                </a:cubicBezTo>
                <a:cubicBezTo>
                  <a:pt x="1997735" y="114223"/>
                  <a:pt x="1996138" y="106675"/>
                  <a:pt x="1995681" y="92722"/>
                </a:cubicBezTo>
                <a:lnTo>
                  <a:pt x="2066089" y="92722"/>
                </a:lnTo>
                <a:cubicBezTo>
                  <a:pt x="2064258" y="77891"/>
                  <a:pt x="2061973" y="71284"/>
                  <a:pt x="2056260" y="63994"/>
                </a:cubicBezTo>
                <a:cubicBezTo>
                  <a:pt x="2049399" y="55779"/>
                  <a:pt x="2038885" y="50976"/>
                  <a:pt x="2026998" y="50976"/>
                </a:cubicBezTo>
                <a:cubicBezTo>
                  <a:pt x="2015567" y="50976"/>
                  <a:pt x="2004823" y="55092"/>
                  <a:pt x="1996138" y="62853"/>
                </a:cubicBezTo>
                <a:cubicBezTo>
                  <a:pt x="1985391" y="72194"/>
                  <a:pt x="1979220" y="88379"/>
                  <a:pt x="1979220" y="107132"/>
                </a:cubicBezTo>
                <a:cubicBezTo>
                  <a:pt x="1979220" y="138696"/>
                  <a:pt x="1995681" y="158355"/>
                  <a:pt x="2021968" y="158355"/>
                </a:cubicBezTo>
                <a:cubicBezTo>
                  <a:pt x="2043685" y="158355"/>
                  <a:pt x="2060829" y="144870"/>
                  <a:pt x="2070432" y="120171"/>
                </a:cubicBezTo>
                <a:lnTo>
                  <a:pt x="2066773" y="118570"/>
                </a:lnTo>
                <a:moveTo>
                  <a:pt x="1996138" y="85408"/>
                </a:moveTo>
                <a:cubicBezTo>
                  <a:pt x="1998649" y="67639"/>
                  <a:pt x="2006424" y="59208"/>
                  <a:pt x="2020367" y="59208"/>
                </a:cubicBezTo>
                <a:cubicBezTo>
                  <a:pt x="2034312" y="59208"/>
                  <a:pt x="2039799" y="65588"/>
                  <a:pt x="2042771" y="85408"/>
                </a:cubicBezTo>
                <a:lnTo>
                  <a:pt x="1996138" y="85408"/>
                </a:lnTo>
                <a:close/>
                <a:moveTo>
                  <a:pt x="2079348" y="65152"/>
                </a:moveTo>
                <a:cubicBezTo>
                  <a:pt x="2082320" y="64465"/>
                  <a:pt x="2084148" y="64238"/>
                  <a:pt x="2086663" y="64238"/>
                </a:cubicBezTo>
                <a:cubicBezTo>
                  <a:pt x="2092607" y="64238"/>
                  <a:pt x="2094665" y="67894"/>
                  <a:pt x="2094665" y="78864"/>
                </a:cubicBezTo>
                <a:lnTo>
                  <a:pt x="2094665" y="136694"/>
                </a:lnTo>
                <a:cubicBezTo>
                  <a:pt x="2094665" y="149039"/>
                  <a:pt x="2091462" y="152467"/>
                  <a:pt x="2078661" y="152694"/>
                </a:cubicBezTo>
                <a:lnTo>
                  <a:pt x="2078661" y="156123"/>
                </a:lnTo>
                <a:lnTo>
                  <a:pt x="2129410" y="156123"/>
                </a:lnTo>
                <a:lnTo>
                  <a:pt x="2129410" y="152694"/>
                </a:lnTo>
                <a:cubicBezTo>
                  <a:pt x="2117296" y="152237"/>
                  <a:pt x="2113867" y="149726"/>
                  <a:pt x="2113867" y="140810"/>
                </a:cubicBezTo>
                <a:lnTo>
                  <a:pt x="2113867" y="76352"/>
                </a:lnTo>
                <a:cubicBezTo>
                  <a:pt x="2113867" y="75895"/>
                  <a:pt x="2115695" y="73607"/>
                  <a:pt x="2117296" y="72010"/>
                </a:cubicBezTo>
                <a:cubicBezTo>
                  <a:pt x="2123009" y="66749"/>
                  <a:pt x="2132839" y="62864"/>
                  <a:pt x="2140841" y="62864"/>
                </a:cubicBezTo>
                <a:cubicBezTo>
                  <a:pt x="2150897" y="62864"/>
                  <a:pt x="2155927" y="70865"/>
                  <a:pt x="2155927" y="86866"/>
                </a:cubicBezTo>
                <a:lnTo>
                  <a:pt x="2155927" y="136467"/>
                </a:lnTo>
                <a:cubicBezTo>
                  <a:pt x="2155927" y="149269"/>
                  <a:pt x="2153412" y="151780"/>
                  <a:pt x="2140384" y="152694"/>
                </a:cubicBezTo>
                <a:lnTo>
                  <a:pt x="2140384" y="156123"/>
                </a:lnTo>
                <a:lnTo>
                  <a:pt x="2191590" y="156123"/>
                </a:lnTo>
                <a:lnTo>
                  <a:pt x="2191590" y="152694"/>
                </a:lnTo>
                <a:cubicBezTo>
                  <a:pt x="2178558" y="152467"/>
                  <a:pt x="2175129" y="148582"/>
                  <a:pt x="2175129" y="134409"/>
                </a:cubicBezTo>
                <a:lnTo>
                  <a:pt x="2175129" y="76809"/>
                </a:lnTo>
                <a:cubicBezTo>
                  <a:pt x="2181987" y="66980"/>
                  <a:pt x="2189532" y="62864"/>
                  <a:pt x="2200049" y="62864"/>
                </a:cubicBezTo>
                <a:cubicBezTo>
                  <a:pt x="2213077" y="62864"/>
                  <a:pt x="2217193" y="69038"/>
                  <a:pt x="2217193" y="88010"/>
                </a:cubicBezTo>
                <a:lnTo>
                  <a:pt x="2217193" y="136237"/>
                </a:lnTo>
                <a:cubicBezTo>
                  <a:pt x="2217193" y="149269"/>
                  <a:pt x="2215365" y="151097"/>
                  <a:pt x="2202107" y="152694"/>
                </a:cubicBezTo>
                <a:lnTo>
                  <a:pt x="2202107" y="156123"/>
                </a:lnTo>
                <a:lnTo>
                  <a:pt x="2252169" y="156123"/>
                </a:lnTo>
                <a:lnTo>
                  <a:pt x="2252169" y="152694"/>
                </a:lnTo>
                <a:lnTo>
                  <a:pt x="2246225" y="152237"/>
                </a:lnTo>
                <a:cubicBezTo>
                  <a:pt x="2239367" y="151780"/>
                  <a:pt x="2236395" y="147668"/>
                  <a:pt x="2236395" y="138752"/>
                </a:cubicBezTo>
                <a:lnTo>
                  <a:pt x="2236395" y="91665"/>
                </a:lnTo>
                <a:cubicBezTo>
                  <a:pt x="2236395" y="64695"/>
                  <a:pt x="2227480" y="50976"/>
                  <a:pt x="2209878" y="50976"/>
                </a:cubicBezTo>
                <a:cubicBezTo>
                  <a:pt x="2196620" y="50976"/>
                  <a:pt x="2184959" y="56920"/>
                  <a:pt x="2172614" y="70178"/>
                </a:cubicBezTo>
                <a:cubicBezTo>
                  <a:pt x="2168502" y="57150"/>
                  <a:pt x="2160730" y="50976"/>
                  <a:pt x="2148386" y="50976"/>
                </a:cubicBezTo>
                <a:cubicBezTo>
                  <a:pt x="2138326" y="50976"/>
                  <a:pt x="2131925" y="54178"/>
                  <a:pt x="2112950" y="68581"/>
                </a:cubicBezTo>
                <a:lnTo>
                  <a:pt x="2112950" y="51436"/>
                </a:lnTo>
                <a:lnTo>
                  <a:pt x="2111352" y="50976"/>
                </a:lnTo>
                <a:cubicBezTo>
                  <a:pt x="2099691" y="55322"/>
                  <a:pt x="2091919" y="57837"/>
                  <a:pt x="2079348" y="61266"/>
                </a:cubicBezTo>
                <a:lnTo>
                  <a:pt x="2079348" y="65152"/>
                </a:lnTo>
                <a:close/>
                <a:moveTo>
                  <a:pt x="2310006" y="50976"/>
                </a:moveTo>
                <a:cubicBezTo>
                  <a:pt x="2280287" y="50976"/>
                  <a:pt x="2259484" y="72913"/>
                  <a:pt x="2259484" y="104439"/>
                </a:cubicBezTo>
                <a:cubicBezTo>
                  <a:pt x="2259484" y="135278"/>
                  <a:pt x="2280744" y="158355"/>
                  <a:pt x="2309546" y="158355"/>
                </a:cubicBezTo>
                <a:cubicBezTo>
                  <a:pt x="2338351" y="158355"/>
                  <a:pt x="2360295" y="134137"/>
                  <a:pt x="2360295" y="102611"/>
                </a:cubicBezTo>
                <a:cubicBezTo>
                  <a:pt x="2360295" y="72683"/>
                  <a:pt x="2339265" y="50976"/>
                  <a:pt x="2310006" y="50976"/>
                </a:cubicBezTo>
                <a:moveTo>
                  <a:pt x="2307034" y="57380"/>
                </a:moveTo>
                <a:cubicBezTo>
                  <a:pt x="2326237" y="57380"/>
                  <a:pt x="2339722" y="79310"/>
                  <a:pt x="2339722" y="110606"/>
                </a:cubicBezTo>
                <a:cubicBezTo>
                  <a:pt x="2339722" y="136422"/>
                  <a:pt x="2329435" y="151955"/>
                  <a:pt x="2312291" y="151955"/>
                </a:cubicBezTo>
                <a:cubicBezTo>
                  <a:pt x="2303375" y="151955"/>
                  <a:pt x="2294917" y="146475"/>
                  <a:pt x="2290117" y="137336"/>
                </a:cubicBezTo>
                <a:cubicBezTo>
                  <a:pt x="2283716" y="125455"/>
                  <a:pt x="2280057" y="109465"/>
                  <a:pt x="2280057" y="93245"/>
                </a:cubicBezTo>
                <a:cubicBezTo>
                  <a:pt x="2280057" y="71542"/>
                  <a:pt x="2290801" y="57380"/>
                  <a:pt x="2307034" y="57380"/>
                </a:cubicBezTo>
                <a:close/>
                <a:moveTo>
                  <a:pt x="2368754" y="66980"/>
                </a:moveTo>
                <a:cubicBezTo>
                  <a:pt x="2371956" y="66292"/>
                  <a:pt x="2374014" y="66062"/>
                  <a:pt x="2376756" y="66062"/>
                </a:cubicBezTo>
                <a:cubicBezTo>
                  <a:pt x="2382469" y="66062"/>
                  <a:pt x="2384527" y="69721"/>
                  <a:pt x="2384527" y="79778"/>
                </a:cubicBezTo>
                <a:lnTo>
                  <a:pt x="2384527" y="136924"/>
                </a:lnTo>
                <a:cubicBezTo>
                  <a:pt x="2384527" y="148351"/>
                  <a:pt x="2382926" y="149952"/>
                  <a:pt x="2368297" y="152694"/>
                </a:cubicBezTo>
                <a:lnTo>
                  <a:pt x="2368297" y="156123"/>
                </a:lnTo>
                <a:lnTo>
                  <a:pt x="2423162" y="156123"/>
                </a:lnTo>
                <a:lnTo>
                  <a:pt x="2423162" y="152694"/>
                </a:lnTo>
                <a:cubicBezTo>
                  <a:pt x="2407616" y="152010"/>
                  <a:pt x="2403730" y="148582"/>
                  <a:pt x="2403730" y="135553"/>
                </a:cubicBezTo>
                <a:lnTo>
                  <a:pt x="2403730" y="84120"/>
                </a:lnTo>
                <a:cubicBezTo>
                  <a:pt x="2403730" y="76806"/>
                  <a:pt x="2413559" y="65379"/>
                  <a:pt x="2419733" y="65379"/>
                </a:cubicBezTo>
                <a:cubicBezTo>
                  <a:pt x="2421104" y="65379"/>
                  <a:pt x="2423162" y="66523"/>
                  <a:pt x="2425677" y="68807"/>
                </a:cubicBezTo>
                <a:cubicBezTo>
                  <a:pt x="2429333" y="72006"/>
                  <a:pt x="2431848" y="73377"/>
                  <a:pt x="2434820" y="73377"/>
                </a:cubicBezTo>
                <a:cubicBezTo>
                  <a:pt x="2440307" y="73377"/>
                  <a:pt x="2443735" y="69491"/>
                  <a:pt x="2443735" y="63094"/>
                </a:cubicBezTo>
                <a:cubicBezTo>
                  <a:pt x="2443735" y="55549"/>
                  <a:pt x="2438936" y="50976"/>
                  <a:pt x="2431164" y="50976"/>
                </a:cubicBezTo>
                <a:cubicBezTo>
                  <a:pt x="2421561" y="50976"/>
                  <a:pt x="2414934" y="56236"/>
                  <a:pt x="2403730" y="72463"/>
                </a:cubicBezTo>
                <a:lnTo>
                  <a:pt x="2403730" y="51436"/>
                </a:lnTo>
                <a:lnTo>
                  <a:pt x="2402589" y="50976"/>
                </a:lnTo>
                <a:cubicBezTo>
                  <a:pt x="2390471" y="56006"/>
                  <a:pt x="2382243" y="58978"/>
                  <a:pt x="2368754" y="63321"/>
                </a:cubicBezTo>
                <a:lnTo>
                  <a:pt x="2368754" y="66980"/>
                </a:lnTo>
                <a:close/>
                <a:moveTo>
                  <a:pt x="2483282" y="50976"/>
                </a:moveTo>
                <a:lnTo>
                  <a:pt x="2447850" y="63478"/>
                </a:lnTo>
                <a:lnTo>
                  <a:pt x="2447850" y="66910"/>
                </a:lnTo>
                <a:lnTo>
                  <a:pt x="2449681" y="66680"/>
                </a:lnTo>
                <a:cubicBezTo>
                  <a:pt x="2452423" y="66223"/>
                  <a:pt x="2455395" y="65992"/>
                  <a:pt x="2457453" y="65992"/>
                </a:cubicBezTo>
                <a:cubicBezTo>
                  <a:pt x="2462939" y="65992"/>
                  <a:pt x="2464994" y="69652"/>
                  <a:pt x="2464994" y="79718"/>
                </a:cubicBezTo>
                <a:lnTo>
                  <a:pt x="2464994" y="132794"/>
                </a:lnTo>
                <a:cubicBezTo>
                  <a:pt x="2464994" y="149265"/>
                  <a:pt x="2462709" y="151780"/>
                  <a:pt x="2446936" y="152694"/>
                </a:cubicBezTo>
                <a:lnTo>
                  <a:pt x="2446936" y="156123"/>
                </a:lnTo>
                <a:lnTo>
                  <a:pt x="2501114" y="156123"/>
                </a:lnTo>
                <a:lnTo>
                  <a:pt x="2501114" y="152694"/>
                </a:lnTo>
                <a:cubicBezTo>
                  <a:pt x="2486028" y="151554"/>
                  <a:pt x="2484196" y="149265"/>
                  <a:pt x="2484196" y="132794"/>
                </a:cubicBezTo>
                <a:lnTo>
                  <a:pt x="2484196" y="51663"/>
                </a:lnTo>
                <a:lnTo>
                  <a:pt x="2483282" y="50976"/>
                </a:lnTo>
                <a:moveTo>
                  <a:pt x="2472539" y="77"/>
                </a:moveTo>
                <a:cubicBezTo>
                  <a:pt x="2466368" y="77"/>
                  <a:pt x="2461108" y="5337"/>
                  <a:pt x="2461108" y="11738"/>
                </a:cubicBezTo>
                <a:cubicBezTo>
                  <a:pt x="2461108" y="18138"/>
                  <a:pt x="2466138" y="23395"/>
                  <a:pt x="2472539" y="23395"/>
                </a:cubicBezTo>
                <a:cubicBezTo>
                  <a:pt x="2479170" y="23395"/>
                  <a:pt x="2484427" y="18365"/>
                  <a:pt x="2484427" y="11738"/>
                </a:cubicBezTo>
                <a:cubicBezTo>
                  <a:pt x="2484427" y="5337"/>
                  <a:pt x="2479170" y="77"/>
                  <a:pt x="2472539" y="77"/>
                </a:cubicBezTo>
                <a:close/>
                <a:moveTo>
                  <a:pt x="2602157" y="125253"/>
                </a:moveTo>
                <a:lnTo>
                  <a:pt x="2598041" y="124335"/>
                </a:lnTo>
                <a:cubicBezTo>
                  <a:pt x="2595756" y="135773"/>
                  <a:pt x="2594382" y="139432"/>
                  <a:pt x="2591410" y="143321"/>
                </a:cubicBezTo>
                <a:cubicBezTo>
                  <a:pt x="2588211" y="147207"/>
                  <a:pt x="2580440" y="149265"/>
                  <a:pt x="2568779" y="149265"/>
                </a:cubicBezTo>
                <a:lnTo>
                  <a:pt x="2537232" y="149265"/>
                </a:lnTo>
                <a:lnTo>
                  <a:pt x="2598728" y="56641"/>
                </a:lnTo>
                <a:lnTo>
                  <a:pt x="2598728" y="53208"/>
                </a:lnTo>
                <a:lnTo>
                  <a:pt x="2519404" y="53208"/>
                </a:lnTo>
                <a:lnTo>
                  <a:pt x="2518717" y="80196"/>
                </a:lnTo>
                <a:lnTo>
                  <a:pt x="2522833" y="80196"/>
                </a:lnTo>
                <a:cubicBezTo>
                  <a:pt x="2524887" y="63498"/>
                  <a:pt x="2528316" y="60070"/>
                  <a:pt x="2542035" y="60070"/>
                </a:cubicBezTo>
                <a:lnTo>
                  <a:pt x="2573582" y="60070"/>
                </a:lnTo>
                <a:lnTo>
                  <a:pt x="2512773" y="152694"/>
                </a:lnTo>
                <a:lnTo>
                  <a:pt x="2512773" y="156123"/>
                </a:lnTo>
                <a:lnTo>
                  <a:pt x="2598955" y="156123"/>
                </a:lnTo>
                <a:lnTo>
                  <a:pt x="2602157" y="125253"/>
                </a:lnTo>
                <a:close/>
                <a:moveTo>
                  <a:pt x="2709139" y="140988"/>
                </a:moveTo>
                <a:cubicBezTo>
                  <a:pt x="2705253" y="144183"/>
                  <a:pt x="2702512" y="145327"/>
                  <a:pt x="2699083" y="145327"/>
                </a:cubicBezTo>
                <a:cubicBezTo>
                  <a:pt x="2693826" y="145327"/>
                  <a:pt x="2692225" y="142129"/>
                  <a:pt x="2692225" y="132079"/>
                </a:cubicBezTo>
                <a:lnTo>
                  <a:pt x="2692225" y="87532"/>
                </a:lnTo>
                <a:cubicBezTo>
                  <a:pt x="2692225" y="75651"/>
                  <a:pt x="2691081" y="69027"/>
                  <a:pt x="2687652" y="63544"/>
                </a:cubicBezTo>
                <a:cubicBezTo>
                  <a:pt x="2682622" y="55322"/>
                  <a:pt x="2672792" y="50976"/>
                  <a:pt x="2659307" y="50976"/>
                </a:cubicBezTo>
                <a:cubicBezTo>
                  <a:pt x="2637817" y="50976"/>
                  <a:pt x="2620903" y="62173"/>
                  <a:pt x="2620903" y="76565"/>
                </a:cubicBezTo>
                <a:cubicBezTo>
                  <a:pt x="2620903" y="81822"/>
                  <a:pt x="2625472" y="86388"/>
                  <a:pt x="2630732" y="86388"/>
                </a:cubicBezTo>
                <a:cubicBezTo>
                  <a:pt x="2636216" y="86388"/>
                  <a:pt x="2641019" y="81822"/>
                  <a:pt x="2641019" y="76795"/>
                </a:cubicBezTo>
                <a:cubicBezTo>
                  <a:pt x="2641019" y="75881"/>
                  <a:pt x="2640789" y="74737"/>
                  <a:pt x="2640562" y="73140"/>
                </a:cubicBezTo>
                <a:cubicBezTo>
                  <a:pt x="2640105" y="71085"/>
                  <a:pt x="2639875" y="69257"/>
                  <a:pt x="2639875" y="67656"/>
                </a:cubicBezTo>
                <a:cubicBezTo>
                  <a:pt x="2639875" y="61489"/>
                  <a:pt x="2647189" y="56463"/>
                  <a:pt x="2656335" y="56463"/>
                </a:cubicBezTo>
                <a:cubicBezTo>
                  <a:pt x="2667536" y="56463"/>
                  <a:pt x="2673706" y="63087"/>
                  <a:pt x="2673706" y="75424"/>
                </a:cubicBezTo>
                <a:lnTo>
                  <a:pt x="2673706" y="89360"/>
                </a:lnTo>
                <a:cubicBezTo>
                  <a:pt x="2638504" y="103522"/>
                  <a:pt x="2634618" y="105349"/>
                  <a:pt x="2624788" y="114031"/>
                </a:cubicBezTo>
                <a:cubicBezTo>
                  <a:pt x="2619759" y="118601"/>
                  <a:pt x="2616556" y="126366"/>
                  <a:pt x="2616556" y="133903"/>
                </a:cubicBezTo>
                <a:cubicBezTo>
                  <a:pt x="2616556" y="148299"/>
                  <a:pt x="2626616" y="158355"/>
                  <a:pt x="2640562" y="158355"/>
                </a:cubicBezTo>
                <a:cubicBezTo>
                  <a:pt x="2650618" y="158355"/>
                  <a:pt x="2659991" y="153556"/>
                  <a:pt x="2673937" y="141668"/>
                </a:cubicBezTo>
                <a:cubicBezTo>
                  <a:pt x="2675081" y="153556"/>
                  <a:pt x="2679193" y="158355"/>
                  <a:pt x="2688566" y="158355"/>
                </a:cubicBezTo>
                <a:cubicBezTo>
                  <a:pt x="2696338" y="158355"/>
                  <a:pt x="2701141" y="155614"/>
                  <a:pt x="2709139" y="146928"/>
                </a:cubicBezTo>
                <a:lnTo>
                  <a:pt x="2709139" y="140988"/>
                </a:lnTo>
                <a:moveTo>
                  <a:pt x="2673706" y="127953"/>
                </a:moveTo>
                <a:cubicBezTo>
                  <a:pt x="2673706" y="135041"/>
                  <a:pt x="2672566" y="137099"/>
                  <a:pt x="2667763" y="139840"/>
                </a:cubicBezTo>
                <a:cubicBezTo>
                  <a:pt x="2662279" y="143042"/>
                  <a:pt x="2655878" y="145097"/>
                  <a:pt x="2651075" y="145097"/>
                </a:cubicBezTo>
                <a:cubicBezTo>
                  <a:pt x="2643077" y="145097"/>
                  <a:pt x="2636676" y="137325"/>
                  <a:pt x="2636676" y="127496"/>
                </a:cubicBezTo>
                <a:lnTo>
                  <a:pt x="2636676" y="126582"/>
                </a:lnTo>
                <a:cubicBezTo>
                  <a:pt x="2636676" y="113093"/>
                  <a:pt x="2646045" y="104865"/>
                  <a:pt x="2673706" y="94805"/>
                </a:cubicBezTo>
                <a:lnTo>
                  <a:pt x="2673706" y="127953"/>
                </a:lnTo>
                <a:close/>
                <a:moveTo>
                  <a:pt x="2767890" y="53208"/>
                </a:moveTo>
                <a:lnTo>
                  <a:pt x="2744802" y="53208"/>
                </a:lnTo>
                <a:lnTo>
                  <a:pt x="2744802" y="26691"/>
                </a:lnTo>
                <a:cubicBezTo>
                  <a:pt x="2744802" y="24407"/>
                  <a:pt x="2744575" y="23719"/>
                  <a:pt x="2743201" y="23719"/>
                </a:cubicBezTo>
                <a:cubicBezTo>
                  <a:pt x="2741603" y="25778"/>
                  <a:pt x="2740229" y="27836"/>
                  <a:pt x="2738631" y="30120"/>
                </a:cubicBezTo>
                <a:cubicBezTo>
                  <a:pt x="2729942" y="42695"/>
                  <a:pt x="2720113" y="53669"/>
                  <a:pt x="2716457" y="54583"/>
                </a:cubicBezTo>
                <a:cubicBezTo>
                  <a:pt x="2713942" y="56180"/>
                  <a:pt x="2712568" y="57781"/>
                  <a:pt x="2712568" y="58925"/>
                </a:cubicBezTo>
                <a:cubicBezTo>
                  <a:pt x="2712568" y="59613"/>
                  <a:pt x="2712798" y="60070"/>
                  <a:pt x="2713485" y="60527"/>
                </a:cubicBezTo>
                <a:lnTo>
                  <a:pt x="2725600" y="60527"/>
                </a:lnTo>
                <a:lnTo>
                  <a:pt x="2725600" y="129327"/>
                </a:lnTo>
                <a:cubicBezTo>
                  <a:pt x="2725600" y="148526"/>
                  <a:pt x="2732457" y="158355"/>
                  <a:pt x="2745946" y="158355"/>
                </a:cubicBezTo>
                <a:cubicBezTo>
                  <a:pt x="2757147" y="158355"/>
                  <a:pt x="2765832" y="152872"/>
                  <a:pt x="2773377" y="140984"/>
                </a:cubicBezTo>
                <a:lnTo>
                  <a:pt x="2770405" y="138469"/>
                </a:lnTo>
                <a:cubicBezTo>
                  <a:pt x="2765605" y="144183"/>
                  <a:pt x="2761720" y="146471"/>
                  <a:pt x="2756690" y="146471"/>
                </a:cubicBezTo>
                <a:cubicBezTo>
                  <a:pt x="2748231" y="146471"/>
                  <a:pt x="2744802" y="140297"/>
                  <a:pt x="2744802" y="125898"/>
                </a:cubicBezTo>
                <a:lnTo>
                  <a:pt x="2744802" y="60527"/>
                </a:lnTo>
                <a:lnTo>
                  <a:pt x="2767890" y="60527"/>
                </a:lnTo>
                <a:lnTo>
                  <a:pt x="2767890" y="53208"/>
                </a:lnTo>
                <a:close/>
                <a:moveTo>
                  <a:pt x="2813152" y="50976"/>
                </a:moveTo>
                <a:lnTo>
                  <a:pt x="2777720" y="63478"/>
                </a:lnTo>
                <a:lnTo>
                  <a:pt x="2777720" y="66910"/>
                </a:lnTo>
                <a:lnTo>
                  <a:pt x="2779551" y="66680"/>
                </a:lnTo>
                <a:cubicBezTo>
                  <a:pt x="2782293" y="66223"/>
                  <a:pt x="2785265" y="65992"/>
                  <a:pt x="2787323" y="65992"/>
                </a:cubicBezTo>
                <a:cubicBezTo>
                  <a:pt x="2792810" y="65992"/>
                  <a:pt x="2794864" y="69652"/>
                  <a:pt x="2794864" y="79718"/>
                </a:cubicBezTo>
                <a:lnTo>
                  <a:pt x="2794864" y="132794"/>
                </a:lnTo>
                <a:cubicBezTo>
                  <a:pt x="2794864" y="149265"/>
                  <a:pt x="2792579" y="151780"/>
                  <a:pt x="2776806" y="152694"/>
                </a:cubicBezTo>
                <a:lnTo>
                  <a:pt x="2776806" y="156123"/>
                </a:lnTo>
                <a:lnTo>
                  <a:pt x="2830984" y="156123"/>
                </a:lnTo>
                <a:lnTo>
                  <a:pt x="2830984" y="152694"/>
                </a:lnTo>
                <a:cubicBezTo>
                  <a:pt x="2815898" y="151554"/>
                  <a:pt x="2814066" y="149265"/>
                  <a:pt x="2814066" y="132794"/>
                </a:cubicBezTo>
                <a:lnTo>
                  <a:pt x="2814066" y="51663"/>
                </a:lnTo>
                <a:lnTo>
                  <a:pt x="2813152" y="50976"/>
                </a:lnTo>
                <a:moveTo>
                  <a:pt x="2802409" y="77"/>
                </a:moveTo>
                <a:cubicBezTo>
                  <a:pt x="2796238" y="77"/>
                  <a:pt x="2790978" y="5337"/>
                  <a:pt x="2790978" y="11738"/>
                </a:cubicBezTo>
                <a:cubicBezTo>
                  <a:pt x="2790978" y="18138"/>
                  <a:pt x="2796008" y="23395"/>
                  <a:pt x="2802409" y="23395"/>
                </a:cubicBezTo>
                <a:cubicBezTo>
                  <a:pt x="2809040" y="23395"/>
                  <a:pt x="2814297" y="18365"/>
                  <a:pt x="2814297" y="11738"/>
                </a:cubicBezTo>
                <a:cubicBezTo>
                  <a:pt x="2814297" y="5337"/>
                  <a:pt x="2809040" y="77"/>
                  <a:pt x="2802409" y="77"/>
                </a:cubicBezTo>
                <a:close/>
                <a:moveTo>
                  <a:pt x="2893851" y="50976"/>
                </a:moveTo>
                <a:cubicBezTo>
                  <a:pt x="2864132" y="50976"/>
                  <a:pt x="2843329" y="72913"/>
                  <a:pt x="2843329" y="104439"/>
                </a:cubicBezTo>
                <a:cubicBezTo>
                  <a:pt x="2843329" y="135278"/>
                  <a:pt x="2864589" y="158355"/>
                  <a:pt x="2893391" y="158355"/>
                </a:cubicBezTo>
                <a:cubicBezTo>
                  <a:pt x="2922196" y="158355"/>
                  <a:pt x="2944140" y="134137"/>
                  <a:pt x="2944140" y="102611"/>
                </a:cubicBezTo>
                <a:cubicBezTo>
                  <a:pt x="2944140" y="72683"/>
                  <a:pt x="2923110" y="50976"/>
                  <a:pt x="2893851" y="50976"/>
                </a:cubicBezTo>
                <a:moveTo>
                  <a:pt x="2890879" y="57380"/>
                </a:moveTo>
                <a:cubicBezTo>
                  <a:pt x="2910081" y="57380"/>
                  <a:pt x="2923567" y="79310"/>
                  <a:pt x="2923567" y="110606"/>
                </a:cubicBezTo>
                <a:cubicBezTo>
                  <a:pt x="2923567" y="136422"/>
                  <a:pt x="2913280" y="151955"/>
                  <a:pt x="2896136" y="151955"/>
                </a:cubicBezTo>
                <a:cubicBezTo>
                  <a:pt x="2887220" y="151955"/>
                  <a:pt x="2878761" y="146475"/>
                  <a:pt x="2873962" y="137336"/>
                </a:cubicBezTo>
                <a:cubicBezTo>
                  <a:pt x="2867561" y="125455"/>
                  <a:pt x="2863902" y="109465"/>
                  <a:pt x="2863902" y="93245"/>
                </a:cubicBezTo>
                <a:cubicBezTo>
                  <a:pt x="2863902" y="71542"/>
                  <a:pt x="2874645" y="57380"/>
                  <a:pt x="2890879" y="57380"/>
                </a:cubicBezTo>
                <a:close/>
                <a:moveTo>
                  <a:pt x="2954657" y="65152"/>
                </a:moveTo>
                <a:cubicBezTo>
                  <a:pt x="2956028" y="64465"/>
                  <a:pt x="2958316" y="64238"/>
                  <a:pt x="2960831" y="64238"/>
                </a:cubicBezTo>
                <a:cubicBezTo>
                  <a:pt x="2967231" y="64238"/>
                  <a:pt x="2969286" y="67667"/>
                  <a:pt x="2969286" y="78864"/>
                </a:cubicBezTo>
                <a:lnTo>
                  <a:pt x="2969286" y="135553"/>
                </a:lnTo>
                <a:cubicBezTo>
                  <a:pt x="2969286" y="148582"/>
                  <a:pt x="2966771" y="151780"/>
                  <a:pt x="2955114" y="152694"/>
                </a:cubicBezTo>
                <a:lnTo>
                  <a:pt x="2955114" y="156123"/>
                </a:lnTo>
                <a:lnTo>
                  <a:pt x="3003578" y="156123"/>
                </a:lnTo>
                <a:lnTo>
                  <a:pt x="3003578" y="152694"/>
                </a:lnTo>
                <a:cubicBezTo>
                  <a:pt x="2991917" y="151780"/>
                  <a:pt x="2988488" y="149039"/>
                  <a:pt x="2988488" y="140810"/>
                </a:cubicBezTo>
                <a:lnTo>
                  <a:pt x="2988488" y="76579"/>
                </a:lnTo>
                <a:cubicBezTo>
                  <a:pt x="2999462" y="66292"/>
                  <a:pt x="3004492" y="63551"/>
                  <a:pt x="3012037" y="63551"/>
                </a:cubicBezTo>
                <a:cubicBezTo>
                  <a:pt x="3023237" y="63551"/>
                  <a:pt x="3028724" y="70635"/>
                  <a:pt x="3028724" y="85722"/>
                </a:cubicBezTo>
                <a:lnTo>
                  <a:pt x="3028724" y="133495"/>
                </a:lnTo>
                <a:cubicBezTo>
                  <a:pt x="3028724" y="147894"/>
                  <a:pt x="3025752" y="151780"/>
                  <a:pt x="3014322" y="152694"/>
                </a:cubicBezTo>
                <a:lnTo>
                  <a:pt x="3014322" y="156123"/>
                </a:lnTo>
                <a:lnTo>
                  <a:pt x="3061872" y="156123"/>
                </a:lnTo>
                <a:lnTo>
                  <a:pt x="3061872" y="152694"/>
                </a:lnTo>
                <a:cubicBezTo>
                  <a:pt x="3050668" y="151554"/>
                  <a:pt x="3047927" y="148808"/>
                  <a:pt x="3047927" y="137611"/>
                </a:cubicBezTo>
                <a:lnTo>
                  <a:pt x="3047927" y="85265"/>
                </a:lnTo>
                <a:cubicBezTo>
                  <a:pt x="3047927" y="63781"/>
                  <a:pt x="3037867" y="50976"/>
                  <a:pt x="3020953" y="50976"/>
                </a:cubicBezTo>
                <a:cubicBezTo>
                  <a:pt x="3010436" y="50976"/>
                  <a:pt x="3003348" y="54865"/>
                  <a:pt x="2987805" y="69495"/>
                </a:cubicBezTo>
                <a:lnTo>
                  <a:pt x="2987805" y="51436"/>
                </a:lnTo>
                <a:lnTo>
                  <a:pt x="2986204" y="50976"/>
                </a:lnTo>
                <a:cubicBezTo>
                  <a:pt x="2975003" y="55092"/>
                  <a:pt x="2967231" y="57607"/>
                  <a:pt x="2954657" y="61266"/>
                </a:cubicBezTo>
                <a:lnTo>
                  <a:pt x="2954657" y="65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D311E7-3F52-40C2-832D-15D0F703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" y="3195789"/>
            <a:ext cx="3312307" cy="2481235"/>
          </a:xfrm>
          <a:custGeom xmlns:a="http://schemas.openxmlformats.org/drawingml/2006/main">
            <a:pathLst>
              <a:path w="3312307" h="2481235">
                <a:moveTo>
                  <a:pt x="0" y="2481235"/>
                </a:moveTo>
                <a:lnTo>
                  <a:pt x="3312307" y="2481235"/>
                </a:lnTo>
                <a:lnTo>
                  <a:pt x="3312307" y="0"/>
                </a:lnTo>
                <a:lnTo>
                  <a:pt x="0" y="0"/>
                </a:lnTo>
                <a:lnTo>
                  <a:pt x="0" y="24812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E395D-CEBB-4F99-B9CB-A36DCCB6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3195789"/>
            <a:ext cx="3261168" cy="2430096"/>
          </a:xfrm>
          <a:custGeom xmlns:a="http://schemas.openxmlformats.org/drawingml/2006/main">
            <a:pathLst>
              <a:path w="3261168" h="2430096">
                <a:moveTo>
                  <a:pt x="0" y="2430096"/>
                </a:moveTo>
                <a:lnTo>
                  <a:pt x="3261168" y="2430096"/>
                </a:lnTo>
                <a:lnTo>
                  <a:pt x="3261168" y="0"/>
                </a:lnTo>
                <a:lnTo>
                  <a:pt x="0" y="0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4AAF9-BD15-4D51-82AB-B10BBEB0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63" y="3195789"/>
            <a:ext cx="3261168" cy="2430096"/>
          </a:xfrm>
          <a:custGeom xmlns:a="http://schemas.openxmlformats.org/drawingml/2006/main">
            <a:pathLst>
              <a:path w="3261168" h="2430096">
                <a:moveTo>
                  <a:pt x="14366" y="2430096"/>
                </a:moveTo>
                <a:lnTo>
                  <a:pt x="28733" y="2430096"/>
                </a:lnTo>
                <a:lnTo>
                  <a:pt x="43099" y="2430096"/>
                </a:lnTo>
                <a:lnTo>
                  <a:pt x="57466" y="2430096"/>
                </a:lnTo>
                <a:lnTo>
                  <a:pt x="71832" y="2430096"/>
                </a:lnTo>
                <a:lnTo>
                  <a:pt x="86198" y="2430096"/>
                </a:lnTo>
                <a:lnTo>
                  <a:pt x="100565" y="2430096"/>
                </a:lnTo>
                <a:lnTo>
                  <a:pt x="114931" y="2430096"/>
                </a:lnTo>
                <a:lnTo>
                  <a:pt x="129297" y="2430096"/>
                </a:lnTo>
                <a:lnTo>
                  <a:pt x="143664" y="2430096"/>
                </a:lnTo>
                <a:lnTo>
                  <a:pt x="158030" y="2430096"/>
                </a:lnTo>
                <a:lnTo>
                  <a:pt x="172397" y="2430096"/>
                </a:lnTo>
                <a:lnTo>
                  <a:pt x="186763" y="2430096"/>
                </a:lnTo>
                <a:lnTo>
                  <a:pt x="201129" y="2430096"/>
                </a:lnTo>
                <a:lnTo>
                  <a:pt x="215496" y="2430096"/>
                </a:lnTo>
                <a:lnTo>
                  <a:pt x="229862" y="2430096"/>
                </a:lnTo>
                <a:lnTo>
                  <a:pt x="244228" y="2430096"/>
                </a:lnTo>
                <a:lnTo>
                  <a:pt x="258595" y="2430096"/>
                </a:lnTo>
                <a:lnTo>
                  <a:pt x="272961" y="2430096"/>
                </a:lnTo>
                <a:lnTo>
                  <a:pt x="287328" y="2430096"/>
                </a:lnTo>
                <a:lnTo>
                  <a:pt x="301694" y="2430096"/>
                </a:lnTo>
                <a:lnTo>
                  <a:pt x="316060" y="2430096"/>
                </a:lnTo>
                <a:lnTo>
                  <a:pt x="330427" y="2430096"/>
                </a:lnTo>
                <a:lnTo>
                  <a:pt x="344793" y="2430096"/>
                </a:lnTo>
                <a:lnTo>
                  <a:pt x="359160" y="2430096"/>
                </a:lnTo>
                <a:lnTo>
                  <a:pt x="373526" y="2430096"/>
                </a:lnTo>
                <a:lnTo>
                  <a:pt x="387892" y="2430096"/>
                </a:lnTo>
                <a:lnTo>
                  <a:pt x="402259" y="2430096"/>
                </a:lnTo>
                <a:lnTo>
                  <a:pt x="416625" y="2430096"/>
                </a:lnTo>
                <a:lnTo>
                  <a:pt x="430991" y="2430096"/>
                </a:lnTo>
                <a:lnTo>
                  <a:pt x="445358" y="2430096"/>
                </a:lnTo>
                <a:lnTo>
                  <a:pt x="459724" y="2430096"/>
                </a:lnTo>
                <a:lnTo>
                  <a:pt x="474091" y="2430096"/>
                </a:lnTo>
                <a:lnTo>
                  <a:pt x="488457" y="2430096"/>
                </a:lnTo>
                <a:lnTo>
                  <a:pt x="502823" y="2430096"/>
                </a:lnTo>
                <a:lnTo>
                  <a:pt x="517190" y="2430096"/>
                </a:lnTo>
                <a:lnTo>
                  <a:pt x="531556" y="2430096"/>
                </a:lnTo>
                <a:lnTo>
                  <a:pt x="545922" y="2430096"/>
                </a:lnTo>
                <a:lnTo>
                  <a:pt x="560289" y="2430096"/>
                </a:lnTo>
                <a:lnTo>
                  <a:pt x="574655" y="2430096"/>
                </a:lnTo>
                <a:lnTo>
                  <a:pt x="589022" y="2430096"/>
                </a:lnTo>
                <a:lnTo>
                  <a:pt x="603388" y="2430096"/>
                </a:lnTo>
                <a:lnTo>
                  <a:pt x="617754" y="2430096"/>
                </a:lnTo>
                <a:lnTo>
                  <a:pt x="632121" y="2430096"/>
                </a:lnTo>
                <a:lnTo>
                  <a:pt x="646487" y="2430096"/>
                </a:lnTo>
                <a:lnTo>
                  <a:pt x="660854" y="2430096"/>
                </a:lnTo>
                <a:lnTo>
                  <a:pt x="675220" y="2430096"/>
                </a:lnTo>
                <a:lnTo>
                  <a:pt x="689586" y="2430096"/>
                </a:lnTo>
                <a:lnTo>
                  <a:pt x="703953" y="2430096"/>
                </a:lnTo>
                <a:lnTo>
                  <a:pt x="718319" y="2430096"/>
                </a:lnTo>
                <a:lnTo>
                  <a:pt x="732685" y="2430096"/>
                </a:lnTo>
                <a:lnTo>
                  <a:pt x="747052" y="2430096"/>
                </a:lnTo>
                <a:lnTo>
                  <a:pt x="761418" y="2430096"/>
                </a:lnTo>
                <a:lnTo>
                  <a:pt x="775785" y="2430096"/>
                </a:lnTo>
                <a:lnTo>
                  <a:pt x="777951" y="2430096"/>
                </a:lnTo>
                <a:lnTo>
                  <a:pt x="778850" y="2422596"/>
                </a:lnTo>
                <a:lnTo>
                  <a:pt x="790151" y="2416445"/>
                </a:lnTo>
                <a:lnTo>
                  <a:pt x="791945" y="2415096"/>
                </a:lnTo>
                <a:lnTo>
                  <a:pt x="792302" y="2407595"/>
                </a:lnTo>
                <a:lnTo>
                  <a:pt x="792332" y="2400095"/>
                </a:lnTo>
                <a:lnTo>
                  <a:pt x="794428" y="2392595"/>
                </a:lnTo>
                <a:lnTo>
                  <a:pt x="804517" y="2387193"/>
                </a:lnTo>
                <a:lnTo>
                  <a:pt x="806517" y="2385095"/>
                </a:lnTo>
                <a:lnTo>
                  <a:pt x="806671" y="2377594"/>
                </a:lnTo>
                <a:lnTo>
                  <a:pt x="806734" y="2370094"/>
                </a:lnTo>
                <a:lnTo>
                  <a:pt x="811615" y="2362594"/>
                </a:lnTo>
                <a:lnTo>
                  <a:pt x="818884" y="2358730"/>
                </a:lnTo>
                <a:lnTo>
                  <a:pt x="820972" y="2355093"/>
                </a:lnTo>
                <a:lnTo>
                  <a:pt x="821040" y="2347593"/>
                </a:lnTo>
                <a:lnTo>
                  <a:pt x="821183" y="2340093"/>
                </a:lnTo>
                <a:lnTo>
                  <a:pt x="832551" y="2332593"/>
                </a:lnTo>
                <a:lnTo>
                  <a:pt x="833250" y="2332222"/>
                </a:lnTo>
                <a:lnTo>
                  <a:pt x="835376" y="2325092"/>
                </a:lnTo>
                <a:lnTo>
                  <a:pt x="835409" y="2317592"/>
                </a:lnTo>
                <a:lnTo>
                  <a:pt x="835740" y="2310092"/>
                </a:lnTo>
                <a:lnTo>
                  <a:pt x="847616" y="2303308"/>
                </a:lnTo>
                <a:lnTo>
                  <a:pt x="848790" y="2302591"/>
                </a:lnTo>
                <a:lnTo>
                  <a:pt x="849759" y="2295091"/>
                </a:lnTo>
                <a:lnTo>
                  <a:pt x="849781" y="2287591"/>
                </a:lnTo>
                <a:lnTo>
                  <a:pt x="850552" y="2280090"/>
                </a:lnTo>
                <a:lnTo>
                  <a:pt x="861983" y="2273839"/>
                </a:lnTo>
                <a:lnTo>
                  <a:pt x="863716" y="2272590"/>
                </a:lnTo>
                <a:lnTo>
                  <a:pt x="864133" y="2265090"/>
                </a:lnTo>
                <a:lnTo>
                  <a:pt x="864160" y="2257590"/>
                </a:lnTo>
                <a:lnTo>
                  <a:pt x="865957" y="2250089"/>
                </a:lnTo>
                <a:lnTo>
                  <a:pt x="876349" y="2244514"/>
                </a:lnTo>
                <a:lnTo>
                  <a:pt x="878323" y="2242589"/>
                </a:lnTo>
                <a:lnTo>
                  <a:pt x="878503" y="2235089"/>
                </a:lnTo>
                <a:lnTo>
                  <a:pt x="878557" y="2227588"/>
                </a:lnTo>
                <a:lnTo>
                  <a:pt x="882741" y="2220088"/>
                </a:lnTo>
                <a:lnTo>
                  <a:pt x="890715" y="2215845"/>
                </a:lnTo>
                <a:lnTo>
                  <a:pt x="892793" y="2212588"/>
                </a:lnTo>
                <a:lnTo>
                  <a:pt x="892871" y="2205087"/>
                </a:lnTo>
                <a:lnTo>
                  <a:pt x="892994" y="2197587"/>
                </a:lnTo>
                <a:lnTo>
                  <a:pt x="902740" y="2190087"/>
                </a:lnTo>
                <a:lnTo>
                  <a:pt x="905082" y="2188845"/>
                </a:lnTo>
                <a:lnTo>
                  <a:pt x="907204" y="2182587"/>
                </a:lnTo>
                <a:lnTo>
                  <a:pt x="907240" y="2175086"/>
                </a:lnTo>
                <a:lnTo>
                  <a:pt x="907524" y="2167586"/>
                </a:lnTo>
                <a:lnTo>
                  <a:pt x="919448" y="2160691"/>
                </a:lnTo>
                <a:lnTo>
                  <a:pt x="920459" y="2160086"/>
                </a:lnTo>
                <a:lnTo>
                  <a:pt x="921589" y="2152585"/>
                </a:lnTo>
                <a:lnTo>
                  <a:pt x="921611" y="2145085"/>
                </a:lnTo>
                <a:lnTo>
                  <a:pt x="922273" y="2137585"/>
                </a:lnTo>
                <a:lnTo>
                  <a:pt x="933815" y="2131237"/>
                </a:lnTo>
                <a:lnTo>
                  <a:pt x="935478" y="2130084"/>
                </a:lnTo>
                <a:lnTo>
                  <a:pt x="935964" y="2122584"/>
                </a:lnTo>
                <a:lnTo>
                  <a:pt x="935989" y="2115084"/>
                </a:lnTo>
                <a:lnTo>
                  <a:pt x="937529" y="2107584"/>
                </a:lnTo>
                <a:lnTo>
                  <a:pt x="948181" y="2101855"/>
                </a:lnTo>
                <a:lnTo>
                  <a:pt x="950125" y="2100083"/>
                </a:lnTo>
                <a:lnTo>
                  <a:pt x="950334" y="2092583"/>
                </a:lnTo>
                <a:lnTo>
                  <a:pt x="950381" y="2085083"/>
                </a:lnTo>
                <a:lnTo>
                  <a:pt x="953969" y="2077582"/>
                </a:lnTo>
                <a:lnTo>
                  <a:pt x="962547" y="2073013"/>
                </a:lnTo>
                <a:lnTo>
                  <a:pt x="964612" y="2070082"/>
                </a:lnTo>
                <a:lnTo>
                  <a:pt x="964703" y="2062582"/>
                </a:lnTo>
                <a:lnTo>
                  <a:pt x="964808" y="2055081"/>
                </a:lnTo>
                <a:lnTo>
                  <a:pt x="973164" y="2047581"/>
                </a:lnTo>
                <a:lnTo>
                  <a:pt x="976914" y="2045592"/>
                </a:lnTo>
                <a:lnTo>
                  <a:pt x="979030" y="2040081"/>
                </a:lnTo>
                <a:lnTo>
                  <a:pt x="979071" y="2032581"/>
                </a:lnTo>
                <a:lnTo>
                  <a:pt x="979315" y="2025080"/>
                </a:lnTo>
                <a:lnTo>
                  <a:pt x="991280" y="2018063"/>
                </a:lnTo>
                <a:lnTo>
                  <a:pt x="992100" y="2017580"/>
                </a:lnTo>
                <a:lnTo>
                  <a:pt x="993419" y="2010080"/>
                </a:lnTo>
                <a:lnTo>
                  <a:pt x="993442" y="2002579"/>
                </a:lnTo>
                <a:lnTo>
                  <a:pt x="994009" y="1995079"/>
                </a:lnTo>
                <a:lnTo>
                  <a:pt x="1005647" y="1988638"/>
                </a:lnTo>
                <a:lnTo>
                  <a:pt x="1007228" y="1987579"/>
                </a:lnTo>
                <a:lnTo>
                  <a:pt x="1007795" y="1980079"/>
                </a:lnTo>
                <a:lnTo>
                  <a:pt x="1007818" y="1972578"/>
                </a:lnTo>
                <a:lnTo>
                  <a:pt x="1009139" y="1965078"/>
                </a:lnTo>
                <a:lnTo>
                  <a:pt x="1020013" y="1959213"/>
                </a:lnTo>
                <a:lnTo>
                  <a:pt x="1021922" y="1957578"/>
                </a:lnTo>
                <a:lnTo>
                  <a:pt x="1022165" y="1950077"/>
                </a:lnTo>
                <a:lnTo>
                  <a:pt x="1022207" y="1942577"/>
                </a:lnTo>
                <a:lnTo>
                  <a:pt x="1025282" y="1935077"/>
                </a:lnTo>
                <a:lnTo>
                  <a:pt x="1034379" y="1930226"/>
                </a:lnTo>
                <a:lnTo>
                  <a:pt x="1036429" y="1927576"/>
                </a:lnTo>
                <a:lnTo>
                  <a:pt x="1036534" y="1920076"/>
                </a:lnTo>
                <a:lnTo>
                  <a:pt x="1036625" y="1912576"/>
                </a:lnTo>
                <a:lnTo>
                  <a:pt x="1043788" y="1905076"/>
                </a:lnTo>
                <a:lnTo>
                  <a:pt x="1048746" y="1902445"/>
                </a:lnTo>
                <a:lnTo>
                  <a:pt x="1050855" y="1897575"/>
                </a:lnTo>
                <a:lnTo>
                  <a:pt x="1050903" y="1890075"/>
                </a:lnTo>
                <a:lnTo>
                  <a:pt x="1051112" y="1882575"/>
                </a:lnTo>
                <a:lnTo>
                  <a:pt x="1063112" y="1875421"/>
                </a:lnTo>
                <a:lnTo>
                  <a:pt x="1063710" y="1875074"/>
                </a:lnTo>
                <a:lnTo>
                  <a:pt x="1065248" y="1867574"/>
                </a:lnTo>
                <a:lnTo>
                  <a:pt x="1065273" y="1860074"/>
                </a:lnTo>
                <a:lnTo>
                  <a:pt x="1065759" y="1852573"/>
                </a:lnTo>
                <a:lnTo>
                  <a:pt x="1077478" y="1846038"/>
                </a:lnTo>
                <a:lnTo>
                  <a:pt x="1078965" y="1845073"/>
                </a:lnTo>
                <a:lnTo>
                  <a:pt x="1079625" y="1837573"/>
                </a:lnTo>
                <a:lnTo>
                  <a:pt x="1079648" y="1830073"/>
                </a:lnTo>
                <a:lnTo>
                  <a:pt x="1080780" y="1822572"/>
                </a:lnTo>
                <a:lnTo>
                  <a:pt x="1091845" y="1816585"/>
                </a:lnTo>
                <a:lnTo>
                  <a:pt x="1093713" y="1815072"/>
                </a:lnTo>
                <a:lnTo>
                  <a:pt x="1093997" y="1807572"/>
                </a:lnTo>
                <a:lnTo>
                  <a:pt x="1094033" y="1800071"/>
                </a:lnTo>
                <a:lnTo>
                  <a:pt x="1096670" y="1792571"/>
                </a:lnTo>
                <a:lnTo>
                  <a:pt x="1106211" y="1787476"/>
                </a:lnTo>
                <a:lnTo>
                  <a:pt x="1108243" y="1785071"/>
                </a:lnTo>
                <a:lnTo>
                  <a:pt x="1108366" y="1777570"/>
                </a:lnTo>
                <a:lnTo>
                  <a:pt x="1108444" y="1770070"/>
                </a:lnTo>
                <a:lnTo>
                  <a:pt x="1114585" y="1762570"/>
                </a:lnTo>
                <a:lnTo>
                  <a:pt x="1120578" y="1759388"/>
                </a:lnTo>
                <a:lnTo>
                  <a:pt x="1122680" y="1755070"/>
                </a:lnTo>
                <a:lnTo>
                  <a:pt x="1122734" y="1747569"/>
                </a:lnTo>
                <a:lnTo>
                  <a:pt x="1122914" y="1740069"/>
                </a:lnTo>
                <a:lnTo>
                  <a:pt x="1134944" y="1732763"/>
                </a:lnTo>
                <a:lnTo>
                  <a:pt x="1135282" y="1732569"/>
                </a:lnTo>
                <a:lnTo>
                  <a:pt x="1137076" y="1725068"/>
                </a:lnTo>
                <a:lnTo>
                  <a:pt x="1137104" y="1717568"/>
                </a:lnTo>
                <a:lnTo>
                  <a:pt x="1137521" y="1710068"/>
                </a:lnTo>
                <a:lnTo>
                  <a:pt x="1149310" y="1703437"/>
                </a:lnTo>
                <a:lnTo>
                  <a:pt x="1150686" y="1702568"/>
                </a:lnTo>
                <a:lnTo>
                  <a:pt x="1151456" y="1695067"/>
                </a:lnTo>
                <a:lnTo>
                  <a:pt x="1151477" y="1687567"/>
                </a:lnTo>
                <a:lnTo>
                  <a:pt x="1152448" y="1680067"/>
                </a:lnTo>
                <a:lnTo>
                  <a:pt x="1163677" y="1673967"/>
                </a:lnTo>
                <a:lnTo>
                  <a:pt x="1165497" y="1672566"/>
                </a:lnTo>
                <a:lnTo>
                  <a:pt x="1165828" y="1665066"/>
                </a:lnTo>
                <a:lnTo>
                  <a:pt x="1165860" y="1657566"/>
                </a:lnTo>
                <a:lnTo>
                  <a:pt x="1168121" y="1650065"/>
                </a:lnTo>
                <a:lnTo>
                  <a:pt x="1178043" y="1644758"/>
                </a:lnTo>
                <a:lnTo>
                  <a:pt x="1180054" y="1642565"/>
                </a:lnTo>
                <a:lnTo>
                  <a:pt x="1180197" y="1635065"/>
                </a:lnTo>
                <a:lnTo>
                  <a:pt x="1180265" y="1627565"/>
                </a:lnTo>
                <a:lnTo>
                  <a:pt x="1185530" y="1620064"/>
                </a:lnTo>
                <a:lnTo>
                  <a:pt x="1192410" y="1616409"/>
                </a:lnTo>
                <a:lnTo>
                  <a:pt x="1194503" y="1612564"/>
                </a:lnTo>
                <a:lnTo>
                  <a:pt x="1194566" y="1605064"/>
                </a:lnTo>
                <a:lnTo>
                  <a:pt x="1194720" y="1597563"/>
                </a:lnTo>
                <a:lnTo>
                  <a:pt x="1206776" y="1590083"/>
                </a:lnTo>
                <a:lnTo>
                  <a:pt x="1206812" y="1590063"/>
                </a:lnTo>
                <a:lnTo>
                  <a:pt x="1208904" y="1582563"/>
                </a:lnTo>
                <a:lnTo>
                  <a:pt x="1208935" y="1575062"/>
                </a:lnTo>
                <a:lnTo>
                  <a:pt x="1209293" y="1567562"/>
                </a:lnTo>
                <a:lnTo>
                  <a:pt x="1221142" y="1560831"/>
                </a:lnTo>
                <a:lnTo>
                  <a:pt x="1222388" y="1560062"/>
                </a:lnTo>
                <a:lnTo>
                  <a:pt x="1223286" y="1552562"/>
                </a:lnTo>
                <a:lnTo>
                  <a:pt x="1223319" y="1545061"/>
                </a:lnTo>
                <a:lnTo>
                  <a:pt x="1226718" y="1537561"/>
                </a:lnTo>
                <a:lnTo>
                  <a:pt x="1235509" y="1532924"/>
                </a:lnTo>
                <a:lnTo>
                  <a:pt x="1237615" y="1530061"/>
                </a:lnTo>
                <a:lnTo>
                  <a:pt x="1237678" y="1522560"/>
                </a:lnTo>
                <a:lnTo>
                  <a:pt x="1239953" y="1515060"/>
                </a:lnTo>
                <a:lnTo>
                  <a:pt x="1249875" y="1509816"/>
                </a:lnTo>
                <a:lnTo>
                  <a:pt x="1251957" y="1507560"/>
                </a:lnTo>
                <a:lnTo>
                  <a:pt x="1252039" y="1500059"/>
                </a:lnTo>
                <a:lnTo>
                  <a:pt x="1253562" y="1492559"/>
                </a:lnTo>
                <a:lnTo>
                  <a:pt x="1264241" y="1486900"/>
                </a:lnTo>
                <a:lnTo>
                  <a:pt x="1266290" y="1485059"/>
                </a:lnTo>
                <a:lnTo>
                  <a:pt x="1266403" y="1477558"/>
                </a:lnTo>
                <a:lnTo>
                  <a:pt x="1267920" y="1470058"/>
                </a:lnTo>
                <a:lnTo>
                  <a:pt x="1278608" y="1464426"/>
                </a:lnTo>
                <a:lnTo>
                  <a:pt x="1280696" y="1462558"/>
                </a:lnTo>
                <a:lnTo>
                  <a:pt x="1280772" y="1455058"/>
                </a:lnTo>
                <a:lnTo>
                  <a:pt x="1283197" y="1447557"/>
                </a:lnTo>
                <a:lnTo>
                  <a:pt x="1292974" y="1442416"/>
                </a:lnTo>
                <a:lnTo>
                  <a:pt x="1295088" y="1440057"/>
                </a:lnTo>
                <a:lnTo>
                  <a:pt x="1295144" y="1432557"/>
                </a:lnTo>
                <a:lnTo>
                  <a:pt x="1299020" y="1425056"/>
                </a:lnTo>
                <a:lnTo>
                  <a:pt x="1307341" y="1420686"/>
                </a:lnTo>
                <a:lnTo>
                  <a:pt x="1309470" y="1417556"/>
                </a:lnTo>
                <a:lnTo>
                  <a:pt x="1309519" y="1410056"/>
                </a:lnTo>
                <a:lnTo>
                  <a:pt x="1315714" y="1402556"/>
                </a:lnTo>
                <a:lnTo>
                  <a:pt x="1321707" y="1399403"/>
                </a:lnTo>
                <a:lnTo>
                  <a:pt x="1323839" y="1395055"/>
                </a:lnTo>
                <a:lnTo>
                  <a:pt x="1323898" y="1387555"/>
                </a:lnTo>
                <a:lnTo>
                  <a:pt x="1325724" y="1380055"/>
                </a:lnTo>
                <a:lnTo>
                  <a:pt x="1336073" y="1373312"/>
                </a:lnTo>
                <a:lnTo>
                  <a:pt x="1336771" y="1372554"/>
                </a:lnTo>
                <a:lnTo>
                  <a:pt x="1338081" y="1365054"/>
                </a:lnTo>
                <a:lnTo>
                  <a:pt x="1338242" y="1357554"/>
                </a:lnTo>
                <a:lnTo>
                  <a:pt x="1338514" y="1350054"/>
                </a:lnTo>
                <a:lnTo>
                  <a:pt x="1341010" y="1342553"/>
                </a:lnTo>
                <a:lnTo>
                  <a:pt x="1350440" y="1336626"/>
                </a:lnTo>
                <a:lnTo>
                  <a:pt x="1351619" y="1335053"/>
                </a:lnTo>
                <a:lnTo>
                  <a:pt x="1352498" y="1327553"/>
                </a:lnTo>
                <a:lnTo>
                  <a:pt x="1352628" y="1320052"/>
                </a:lnTo>
                <a:lnTo>
                  <a:pt x="1353022" y="1312552"/>
                </a:lnTo>
                <a:lnTo>
                  <a:pt x="1356750" y="1305052"/>
                </a:lnTo>
                <a:lnTo>
                  <a:pt x="1364806" y="1300112"/>
                </a:lnTo>
                <a:lnTo>
                  <a:pt x="1366308" y="1297551"/>
                </a:lnTo>
                <a:lnTo>
                  <a:pt x="1366900" y="1290051"/>
                </a:lnTo>
                <a:lnTo>
                  <a:pt x="1367020" y="1282551"/>
                </a:lnTo>
                <a:lnTo>
                  <a:pt x="1367601" y="1275051"/>
                </a:lnTo>
                <a:lnTo>
                  <a:pt x="1373169" y="1267550"/>
                </a:lnTo>
                <a:lnTo>
                  <a:pt x="1379172" y="1263930"/>
                </a:lnTo>
                <a:lnTo>
                  <a:pt x="1380891" y="1260050"/>
                </a:lnTo>
                <a:lnTo>
                  <a:pt x="1381292" y="1252550"/>
                </a:lnTo>
                <a:lnTo>
                  <a:pt x="1381421" y="1245049"/>
                </a:lnTo>
                <a:lnTo>
                  <a:pt x="1382283" y="1237549"/>
                </a:lnTo>
                <a:lnTo>
                  <a:pt x="1393539" y="1230171"/>
                </a:lnTo>
                <a:lnTo>
                  <a:pt x="1393690" y="1230049"/>
                </a:lnTo>
                <a:lnTo>
                  <a:pt x="1395585" y="1222548"/>
                </a:lnTo>
                <a:lnTo>
                  <a:pt x="1395780" y="1215048"/>
                </a:lnTo>
                <a:lnTo>
                  <a:pt x="1397334" y="1207548"/>
                </a:lnTo>
                <a:lnTo>
                  <a:pt x="1407905" y="1201258"/>
                </a:lnTo>
                <a:lnTo>
                  <a:pt x="1409148" y="1200048"/>
                </a:lnTo>
                <a:lnTo>
                  <a:pt x="1410020" y="1192547"/>
                </a:lnTo>
                <a:lnTo>
                  <a:pt x="1410262" y="1185047"/>
                </a:lnTo>
                <a:lnTo>
                  <a:pt x="1413660" y="1177547"/>
                </a:lnTo>
                <a:lnTo>
                  <a:pt x="1422272" y="1172617"/>
                </a:lnTo>
                <a:lnTo>
                  <a:pt x="1424012" y="1170046"/>
                </a:lnTo>
                <a:lnTo>
                  <a:pt x="1424428" y="1162546"/>
                </a:lnTo>
                <a:lnTo>
                  <a:pt x="1424875" y="1155046"/>
                </a:lnTo>
                <a:lnTo>
                  <a:pt x="1432329" y="1147546"/>
                </a:lnTo>
                <a:lnTo>
                  <a:pt x="1436638" y="1145123"/>
                </a:lnTo>
                <a:lnTo>
                  <a:pt x="1438606" y="1140045"/>
                </a:lnTo>
                <a:lnTo>
                  <a:pt x="1438838" y="1132545"/>
                </a:lnTo>
                <a:lnTo>
                  <a:pt x="1439779" y="1125045"/>
                </a:lnTo>
                <a:lnTo>
                  <a:pt x="1451004" y="1118059"/>
                </a:lnTo>
                <a:lnTo>
                  <a:pt x="1451642" y="1117544"/>
                </a:lnTo>
                <a:lnTo>
                  <a:pt x="1453080" y="1110044"/>
                </a:lnTo>
                <a:lnTo>
                  <a:pt x="1453278" y="1102544"/>
                </a:lnTo>
                <a:lnTo>
                  <a:pt x="1455326" y="1095043"/>
                </a:lnTo>
                <a:lnTo>
                  <a:pt x="1465371" y="1088755"/>
                </a:lnTo>
                <a:lnTo>
                  <a:pt x="1466423" y="1087543"/>
                </a:lnTo>
                <a:lnTo>
                  <a:pt x="1467223" y="1080043"/>
                </a:lnTo>
                <a:lnTo>
                  <a:pt x="1467453" y="1072543"/>
                </a:lnTo>
                <a:lnTo>
                  <a:pt x="1467545" y="1065042"/>
                </a:lnTo>
                <a:lnTo>
                  <a:pt x="1467676" y="1057542"/>
                </a:lnTo>
                <a:lnTo>
                  <a:pt x="1468091" y="1050042"/>
                </a:lnTo>
                <a:lnTo>
                  <a:pt x="1469574" y="1042541"/>
                </a:lnTo>
                <a:lnTo>
                  <a:pt x="1474800" y="1035041"/>
                </a:lnTo>
                <a:lnTo>
                  <a:pt x="1479737" y="1031130"/>
                </a:lnTo>
                <a:lnTo>
                  <a:pt x="1480861" y="1027541"/>
                </a:lnTo>
                <a:lnTo>
                  <a:pt x="1481601" y="1020040"/>
                </a:lnTo>
                <a:lnTo>
                  <a:pt x="1481819" y="1012540"/>
                </a:lnTo>
                <a:lnTo>
                  <a:pt x="1481940" y="1005040"/>
                </a:lnTo>
                <a:lnTo>
                  <a:pt x="1482287" y="997540"/>
                </a:lnTo>
                <a:lnTo>
                  <a:pt x="1484360" y="990039"/>
                </a:lnTo>
                <a:lnTo>
                  <a:pt x="1494104" y="983120"/>
                </a:lnTo>
                <a:lnTo>
                  <a:pt x="1494539" y="982539"/>
                </a:lnTo>
                <a:lnTo>
                  <a:pt x="1495984" y="975039"/>
                </a:lnTo>
                <a:lnTo>
                  <a:pt x="1496237" y="967538"/>
                </a:lnTo>
                <a:lnTo>
                  <a:pt x="1496397" y="960038"/>
                </a:lnTo>
                <a:lnTo>
                  <a:pt x="1497173" y="952538"/>
                </a:lnTo>
                <a:lnTo>
                  <a:pt x="1502047" y="945037"/>
                </a:lnTo>
                <a:lnTo>
                  <a:pt x="1508470" y="940819"/>
                </a:lnTo>
                <a:lnTo>
                  <a:pt x="1517109" y="937537"/>
                </a:lnTo>
                <a:lnTo>
                  <a:pt x="1522836" y="935295"/>
                </a:lnTo>
                <a:lnTo>
                  <a:pt x="1527066" y="937537"/>
                </a:lnTo>
                <a:lnTo>
                  <a:pt x="1535026" y="945037"/>
                </a:lnTo>
                <a:lnTo>
                  <a:pt x="1537203" y="948382"/>
                </a:lnTo>
                <a:lnTo>
                  <a:pt x="1545022" y="952538"/>
                </a:lnTo>
                <a:lnTo>
                  <a:pt x="1549496" y="960038"/>
                </a:lnTo>
                <a:lnTo>
                  <a:pt x="1551569" y="962308"/>
                </a:lnTo>
                <a:lnTo>
                  <a:pt x="1561365" y="967538"/>
                </a:lnTo>
                <a:lnTo>
                  <a:pt x="1563994" y="975039"/>
                </a:lnTo>
                <a:lnTo>
                  <a:pt x="1565935" y="976676"/>
                </a:lnTo>
                <a:lnTo>
                  <a:pt x="1576822" y="982539"/>
                </a:lnTo>
                <a:lnTo>
                  <a:pt x="1578570" y="990039"/>
                </a:lnTo>
                <a:lnTo>
                  <a:pt x="1580302" y="991257"/>
                </a:lnTo>
                <a:lnTo>
                  <a:pt x="1591792" y="997540"/>
                </a:lnTo>
                <a:lnTo>
                  <a:pt x="1593300" y="1005040"/>
                </a:lnTo>
                <a:lnTo>
                  <a:pt x="1594668" y="1005895"/>
                </a:lnTo>
                <a:lnTo>
                  <a:pt x="1606496" y="1012540"/>
                </a:lnTo>
                <a:lnTo>
                  <a:pt x="1608318" y="1020040"/>
                </a:lnTo>
                <a:lnTo>
                  <a:pt x="1609035" y="1020457"/>
                </a:lnTo>
                <a:lnTo>
                  <a:pt x="1621058" y="1027541"/>
                </a:lnTo>
                <a:lnTo>
                  <a:pt x="1623401" y="1033902"/>
                </a:lnTo>
                <a:lnTo>
                  <a:pt x="1625552" y="1035041"/>
                </a:lnTo>
                <a:lnTo>
                  <a:pt x="1635550" y="1042541"/>
                </a:lnTo>
                <a:lnTo>
                  <a:pt x="1637767" y="1046499"/>
                </a:lnTo>
                <a:lnTo>
                  <a:pt x="1644441" y="1050042"/>
                </a:lnTo>
                <a:lnTo>
                  <a:pt x="1650019" y="1057542"/>
                </a:lnTo>
                <a:lnTo>
                  <a:pt x="1652134" y="1059149"/>
                </a:lnTo>
                <a:lnTo>
                  <a:pt x="1663291" y="1065042"/>
                </a:lnTo>
                <a:lnTo>
                  <a:pt x="1666500" y="1072212"/>
                </a:lnTo>
                <a:lnTo>
                  <a:pt x="1667130" y="1072543"/>
                </a:lnTo>
                <a:lnTo>
                  <a:pt x="1678877" y="1080043"/>
                </a:lnTo>
                <a:lnTo>
                  <a:pt x="1680866" y="1081310"/>
                </a:lnTo>
                <a:lnTo>
                  <a:pt x="1692644" y="1087543"/>
                </a:lnTo>
                <a:lnTo>
                  <a:pt x="1695233" y="1088669"/>
                </a:lnTo>
                <a:lnTo>
                  <a:pt x="1709599" y="1089624"/>
                </a:lnTo>
                <a:lnTo>
                  <a:pt x="1720970" y="1095043"/>
                </a:lnTo>
                <a:lnTo>
                  <a:pt x="1723966" y="1095856"/>
                </a:lnTo>
                <a:lnTo>
                  <a:pt x="1738332" y="1096272"/>
                </a:lnTo>
                <a:lnTo>
                  <a:pt x="1752698" y="1098956"/>
                </a:lnTo>
                <a:lnTo>
                  <a:pt x="1759686" y="1102544"/>
                </a:lnTo>
                <a:lnTo>
                  <a:pt x="1767065" y="1103683"/>
                </a:lnTo>
                <a:lnTo>
                  <a:pt x="1779657" y="1110044"/>
                </a:lnTo>
                <a:lnTo>
                  <a:pt x="1781431" y="1110937"/>
                </a:lnTo>
                <a:lnTo>
                  <a:pt x="1795798" y="1115150"/>
                </a:lnTo>
                <a:lnTo>
                  <a:pt x="1800391" y="1117544"/>
                </a:lnTo>
                <a:lnTo>
                  <a:pt x="1810164" y="1119190"/>
                </a:lnTo>
                <a:lnTo>
                  <a:pt x="1821426" y="1125045"/>
                </a:lnTo>
                <a:lnTo>
                  <a:pt x="1824530" y="1126217"/>
                </a:lnTo>
                <a:lnTo>
                  <a:pt x="1836807" y="1132545"/>
                </a:lnTo>
                <a:lnTo>
                  <a:pt x="1838897" y="1133809"/>
                </a:lnTo>
                <a:lnTo>
                  <a:pt x="1850623" y="1140045"/>
                </a:lnTo>
                <a:lnTo>
                  <a:pt x="1852110" y="1147546"/>
                </a:lnTo>
                <a:lnTo>
                  <a:pt x="1853263" y="1148175"/>
                </a:lnTo>
                <a:lnTo>
                  <a:pt x="1865402" y="1155046"/>
                </a:lnTo>
                <a:lnTo>
                  <a:pt x="1867629" y="1158727"/>
                </a:lnTo>
                <a:lnTo>
                  <a:pt x="1874908" y="1162546"/>
                </a:lnTo>
                <a:lnTo>
                  <a:pt x="1879978" y="1170046"/>
                </a:lnTo>
                <a:lnTo>
                  <a:pt x="1881996" y="1171160"/>
                </a:lnTo>
                <a:lnTo>
                  <a:pt x="1895113" y="1177547"/>
                </a:lnTo>
                <a:lnTo>
                  <a:pt x="1896362" y="1178162"/>
                </a:lnTo>
                <a:lnTo>
                  <a:pt x="1910729" y="1183240"/>
                </a:lnTo>
                <a:lnTo>
                  <a:pt x="1914188" y="1185047"/>
                </a:lnTo>
                <a:lnTo>
                  <a:pt x="1924431" y="1192547"/>
                </a:lnTo>
                <a:lnTo>
                  <a:pt x="1925095" y="1192922"/>
                </a:lnTo>
                <a:lnTo>
                  <a:pt x="1937167" y="1200048"/>
                </a:lnTo>
                <a:lnTo>
                  <a:pt x="1939461" y="1206152"/>
                </a:lnTo>
                <a:lnTo>
                  <a:pt x="1942104" y="1207548"/>
                </a:lnTo>
                <a:lnTo>
                  <a:pt x="1951631" y="1215048"/>
                </a:lnTo>
                <a:lnTo>
                  <a:pt x="1953828" y="1218841"/>
                </a:lnTo>
                <a:lnTo>
                  <a:pt x="1960835" y="1222548"/>
                </a:lnTo>
                <a:lnTo>
                  <a:pt x="1966080" y="1230049"/>
                </a:lnTo>
                <a:lnTo>
                  <a:pt x="1968194" y="1232569"/>
                </a:lnTo>
                <a:lnTo>
                  <a:pt x="1977577" y="1237549"/>
                </a:lnTo>
                <a:lnTo>
                  <a:pt x="1980543" y="1245049"/>
                </a:lnTo>
                <a:lnTo>
                  <a:pt x="1982560" y="1246850"/>
                </a:lnTo>
                <a:lnTo>
                  <a:pt x="1993236" y="1252550"/>
                </a:lnTo>
                <a:lnTo>
                  <a:pt x="1995059" y="1260050"/>
                </a:lnTo>
                <a:lnTo>
                  <a:pt x="1996927" y="1261408"/>
                </a:lnTo>
                <a:lnTo>
                  <a:pt x="2008307" y="1267550"/>
                </a:lnTo>
                <a:lnTo>
                  <a:pt x="2009683" y="1275051"/>
                </a:lnTo>
                <a:lnTo>
                  <a:pt x="2011293" y="1276075"/>
                </a:lnTo>
                <a:lnTo>
                  <a:pt x="2023060" y="1282551"/>
                </a:lnTo>
                <a:lnTo>
                  <a:pt x="2024514" y="1290051"/>
                </a:lnTo>
                <a:lnTo>
                  <a:pt x="2025660" y="1290723"/>
                </a:lnTo>
                <a:lnTo>
                  <a:pt x="2037643" y="1297551"/>
                </a:lnTo>
                <a:lnTo>
                  <a:pt x="2039731" y="1305052"/>
                </a:lnTo>
                <a:lnTo>
                  <a:pt x="2040026" y="1305217"/>
                </a:lnTo>
                <a:lnTo>
                  <a:pt x="2052137" y="1312552"/>
                </a:lnTo>
                <a:lnTo>
                  <a:pt x="2054392" y="1317665"/>
                </a:lnTo>
                <a:lnTo>
                  <a:pt x="2058911" y="1320052"/>
                </a:lnTo>
                <a:lnTo>
                  <a:pt x="2066592" y="1327553"/>
                </a:lnTo>
                <a:lnTo>
                  <a:pt x="2068759" y="1330802"/>
                </a:lnTo>
                <a:lnTo>
                  <a:pt x="2076787" y="1335053"/>
                </a:lnTo>
                <a:lnTo>
                  <a:pt x="2081042" y="1342553"/>
                </a:lnTo>
                <a:lnTo>
                  <a:pt x="2083125" y="1344770"/>
                </a:lnTo>
                <a:lnTo>
                  <a:pt x="2093063" y="1350054"/>
                </a:lnTo>
                <a:lnTo>
                  <a:pt x="2095519" y="1357554"/>
                </a:lnTo>
                <a:lnTo>
                  <a:pt x="2097492" y="1359174"/>
                </a:lnTo>
                <a:lnTo>
                  <a:pt x="2108469" y="1365054"/>
                </a:lnTo>
                <a:lnTo>
                  <a:pt x="2110066" y="1372554"/>
                </a:lnTo>
                <a:lnTo>
                  <a:pt x="2111858" y="1373788"/>
                </a:lnTo>
                <a:lnTo>
                  <a:pt x="2123404" y="1380055"/>
                </a:lnTo>
                <a:lnTo>
                  <a:pt x="2124750" y="1387555"/>
                </a:lnTo>
                <a:lnTo>
                  <a:pt x="2126224" y="1388462"/>
                </a:lnTo>
                <a:lnTo>
                  <a:pt x="2138083" y="1395055"/>
                </a:lnTo>
                <a:lnTo>
                  <a:pt x="2139693" y="1402556"/>
                </a:lnTo>
                <a:lnTo>
                  <a:pt x="2140591" y="1403072"/>
                </a:lnTo>
                <a:lnTo>
                  <a:pt x="2152626" y="1410056"/>
                </a:lnTo>
                <a:lnTo>
                  <a:pt x="2154957" y="1417113"/>
                </a:lnTo>
                <a:lnTo>
                  <a:pt x="2155797" y="1417556"/>
                </a:lnTo>
                <a:lnTo>
                  <a:pt x="2167117" y="1425056"/>
                </a:lnTo>
                <a:lnTo>
                  <a:pt x="2169323" y="1428608"/>
                </a:lnTo>
                <a:lnTo>
                  <a:pt x="2176823" y="1432557"/>
                </a:lnTo>
                <a:lnTo>
                  <a:pt x="2181612" y="1440057"/>
                </a:lnTo>
                <a:lnTo>
                  <a:pt x="2183690" y="1442012"/>
                </a:lnTo>
                <a:lnTo>
                  <a:pt x="2194312" y="1447557"/>
                </a:lnTo>
                <a:lnTo>
                  <a:pt x="2196188" y="1455058"/>
                </a:lnTo>
                <a:lnTo>
                  <a:pt x="2198056" y="1456332"/>
                </a:lnTo>
                <a:lnTo>
                  <a:pt x="2211362" y="1462558"/>
                </a:lnTo>
                <a:lnTo>
                  <a:pt x="2211171" y="1470058"/>
                </a:lnTo>
                <a:lnTo>
                  <a:pt x="2212423" y="1470791"/>
                </a:lnTo>
                <a:lnTo>
                  <a:pt x="2214338" y="1470058"/>
                </a:lnTo>
                <a:lnTo>
                  <a:pt x="2213494" y="1462558"/>
                </a:lnTo>
                <a:lnTo>
                  <a:pt x="2212527" y="1455058"/>
                </a:lnTo>
                <a:lnTo>
                  <a:pt x="2212423" y="1454430"/>
                </a:lnTo>
                <a:lnTo>
                  <a:pt x="2208434" y="1447557"/>
                </a:lnTo>
                <a:lnTo>
                  <a:pt x="2205425" y="1440057"/>
                </a:lnTo>
                <a:lnTo>
                  <a:pt x="2203116" y="1432557"/>
                </a:lnTo>
                <a:lnTo>
                  <a:pt x="2201202" y="1425056"/>
                </a:lnTo>
                <a:lnTo>
                  <a:pt x="2199868" y="1417556"/>
                </a:lnTo>
                <a:lnTo>
                  <a:pt x="2198527" y="1410056"/>
                </a:lnTo>
                <a:lnTo>
                  <a:pt x="2198056" y="1408216"/>
                </a:lnTo>
                <a:lnTo>
                  <a:pt x="2193290" y="1402556"/>
                </a:lnTo>
                <a:lnTo>
                  <a:pt x="2189372" y="1395055"/>
                </a:lnTo>
                <a:lnTo>
                  <a:pt x="2187199" y="1387555"/>
                </a:lnTo>
                <a:lnTo>
                  <a:pt x="2185787" y="1380055"/>
                </a:lnTo>
                <a:lnTo>
                  <a:pt x="2184497" y="1372554"/>
                </a:lnTo>
                <a:lnTo>
                  <a:pt x="2183690" y="1369105"/>
                </a:lnTo>
                <a:lnTo>
                  <a:pt x="2180221" y="1365054"/>
                </a:lnTo>
                <a:lnTo>
                  <a:pt x="2175699" y="1357554"/>
                </a:lnTo>
                <a:lnTo>
                  <a:pt x="2173234" y="1350054"/>
                </a:lnTo>
                <a:lnTo>
                  <a:pt x="2171711" y="1342553"/>
                </a:lnTo>
                <a:lnTo>
                  <a:pt x="2170443" y="1335053"/>
                </a:lnTo>
                <a:lnTo>
                  <a:pt x="2169323" y="1329814"/>
                </a:lnTo>
                <a:lnTo>
                  <a:pt x="2167359" y="1327553"/>
                </a:lnTo>
                <a:lnTo>
                  <a:pt x="2162129" y="1320052"/>
                </a:lnTo>
                <a:lnTo>
                  <a:pt x="2159316" y="1312552"/>
                </a:lnTo>
                <a:lnTo>
                  <a:pt x="2157648" y="1305052"/>
                </a:lnTo>
                <a:lnTo>
                  <a:pt x="2156372" y="1297551"/>
                </a:lnTo>
                <a:lnTo>
                  <a:pt x="2154957" y="1290302"/>
                </a:lnTo>
                <a:lnTo>
                  <a:pt x="2154736" y="1290051"/>
                </a:lnTo>
                <a:lnTo>
                  <a:pt x="2148680" y="1282551"/>
                </a:lnTo>
                <a:lnTo>
                  <a:pt x="2145456" y="1275051"/>
                </a:lnTo>
                <a:lnTo>
                  <a:pt x="2143606" y="1267550"/>
                </a:lnTo>
                <a:lnTo>
                  <a:pt x="2142293" y="1260050"/>
                </a:lnTo>
                <a:lnTo>
                  <a:pt x="2140925" y="1252550"/>
                </a:lnTo>
                <a:lnTo>
                  <a:pt x="2140591" y="1251290"/>
                </a:lnTo>
                <a:lnTo>
                  <a:pt x="2135373" y="1245049"/>
                </a:lnTo>
                <a:lnTo>
                  <a:pt x="2131664" y="1237549"/>
                </a:lnTo>
                <a:lnTo>
                  <a:pt x="2129589" y="1230049"/>
                </a:lnTo>
                <a:lnTo>
                  <a:pt x="2128211" y="1222548"/>
                </a:lnTo>
                <a:lnTo>
                  <a:pt x="2126905" y="1215048"/>
                </a:lnTo>
                <a:lnTo>
                  <a:pt x="2126224" y="1212239"/>
                </a:lnTo>
                <a:lnTo>
                  <a:pt x="2122233" y="1207548"/>
                </a:lnTo>
                <a:lnTo>
                  <a:pt x="2117955" y="1200048"/>
                </a:lnTo>
                <a:lnTo>
                  <a:pt x="2115608" y="1192547"/>
                </a:lnTo>
                <a:lnTo>
                  <a:pt x="2114132" y="1185047"/>
                </a:lnTo>
                <a:lnTo>
                  <a:pt x="2112859" y="1177547"/>
                </a:lnTo>
                <a:lnTo>
                  <a:pt x="2111858" y="1173021"/>
                </a:lnTo>
                <a:lnTo>
                  <a:pt x="2109287" y="1170046"/>
                </a:lnTo>
                <a:lnTo>
                  <a:pt x="2104343" y="1162546"/>
                </a:lnTo>
                <a:lnTo>
                  <a:pt x="2101671" y="1155046"/>
                </a:lnTo>
                <a:lnTo>
                  <a:pt x="2100064" y="1147546"/>
                </a:lnTo>
                <a:lnTo>
                  <a:pt x="2098794" y="1140045"/>
                </a:lnTo>
                <a:lnTo>
                  <a:pt x="2099929" y="1132545"/>
                </a:lnTo>
                <a:lnTo>
                  <a:pt x="2102961" y="1125045"/>
                </a:lnTo>
                <a:lnTo>
                  <a:pt x="2111858" y="1118352"/>
                </a:lnTo>
                <a:lnTo>
                  <a:pt x="2112361" y="1117544"/>
                </a:lnTo>
                <a:lnTo>
                  <a:pt x="2114312" y="1110044"/>
                </a:lnTo>
                <a:lnTo>
                  <a:pt x="2118148" y="1102544"/>
                </a:lnTo>
                <a:lnTo>
                  <a:pt x="2126224" y="1097905"/>
                </a:lnTo>
                <a:lnTo>
                  <a:pt x="2128318" y="1095043"/>
                </a:lnTo>
                <a:lnTo>
                  <a:pt x="2134740" y="1087543"/>
                </a:lnTo>
                <a:lnTo>
                  <a:pt x="2140591" y="1084217"/>
                </a:lnTo>
                <a:lnTo>
                  <a:pt x="2143066" y="1080043"/>
                </a:lnTo>
                <a:lnTo>
                  <a:pt x="2152473" y="1072543"/>
                </a:lnTo>
                <a:lnTo>
                  <a:pt x="2154957" y="1071141"/>
                </a:lnTo>
                <a:lnTo>
                  <a:pt x="2157884" y="1065042"/>
                </a:lnTo>
                <a:lnTo>
                  <a:pt x="2169323" y="1057855"/>
                </a:lnTo>
                <a:lnTo>
                  <a:pt x="2169724" y="1057542"/>
                </a:lnTo>
                <a:lnTo>
                  <a:pt x="2172852" y="1050042"/>
                </a:lnTo>
                <a:lnTo>
                  <a:pt x="2183690" y="1043495"/>
                </a:lnTo>
                <a:lnTo>
                  <a:pt x="2184758" y="1042541"/>
                </a:lnTo>
                <a:lnTo>
                  <a:pt x="2188077" y="1035041"/>
                </a:lnTo>
                <a:lnTo>
                  <a:pt x="2198056" y="1029173"/>
                </a:lnTo>
                <a:lnTo>
                  <a:pt x="2199613" y="1027541"/>
                </a:lnTo>
                <a:lnTo>
                  <a:pt x="2203711" y="1020040"/>
                </a:lnTo>
                <a:lnTo>
                  <a:pt x="2212423" y="1015010"/>
                </a:lnTo>
                <a:lnTo>
                  <a:pt x="2214375" y="1012540"/>
                </a:lnTo>
                <a:lnTo>
                  <a:pt x="2219980" y="1005040"/>
                </a:lnTo>
                <a:lnTo>
                  <a:pt x="2226789" y="1001156"/>
                </a:lnTo>
                <a:lnTo>
                  <a:pt x="2229115" y="997540"/>
                </a:lnTo>
                <a:lnTo>
                  <a:pt x="2237220" y="990039"/>
                </a:lnTo>
                <a:lnTo>
                  <a:pt x="2241155" y="987813"/>
                </a:lnTo>
                <a:lnTo>
                  <a:pt x="2243897" y="982539"/>
                </a:lnTo>
                <a:lnTo>
                  <a:pt x="2255522" y="975095"/>
                </a:lnTo>
                <a:lnTo>
                  <a:pt x="2255597" y="975039"/>
                </a:lnTo>
                <a:lnTo>
                  <a:pt x="2258797" y="967538"/>
                </a:lnTo>
                <a:lnTo>
                  <a:pt x="2269888" y="960749"/>
                </a:lnTo>
                <a:lnTo>
                  <a:pt x="2270729" y="960038"/>
                </a:lnTo>
                <a:lnTo>
                  <a:pt x="2276751" y="952538"/>
                </a:lnTo>
                <a:lnTo>
                  <a:pt x="2284255" y="948607"/>
                </a:lnTo>
                <a:lnTo>
                  <a:pt x="2287568" y="945037"/>
                </a:lnTo>
                <a:lnTo>
                  <a:pt x="2298621" y="939219"/>
                </a:lnTo>
                <a:lnTo>
                  <a:pt x="2300925" y="937537"/>
                </a:lnTo>
                <a:lnTo>
                  <a:pt x="2312987" y="931054"/>
                </a:lnTo>
                <a:lnTo>
                  <a:pt x="2314776" y="930037"/>
                </a:lnTo>
                <a:lnTo>
                  <a:pt x="2327353" y="922611"/>
                </a:lnTo>
                <a:lnTo>
                  <a:pt x="2327493" y="922537"/>
                </a:lnTo>
                <a:lnTo>
                  <a:pt x="2332130" y="915036"/>
                </a:lnTo>
                <a:lnTo>
                  <a:pt x="2341720" y="910003"/>
                </a:lnTo>
                <a:lnTo>
                  <a:pt x="2344363" y="907536"/>
                </a:lnTo>
                <a:lnTo>
                  <a:pt x="2356086" y="901324"/>
                </a:lnTo>
                <a:lnTo>
                  <a:pt x="2358159" y="900036"/>
                </a:lnTo>
                <a:lnTo>
                  <a:pt x="2370453" y="893223"/>
                </a:lnTo>
                <a:lnTo>
                  <a:pt x="2371717" y="892535"/>
                </a:lnTo>
                <a:lnTo>
                  <a:pt x="2378472" y="885035"/>
                </a:lnTo>
                <a:lnTo>
                  <a:pt x="2384819" y="881708"/>
                </a:lnTo>
                <a:lnTo>
                  <a:pt x="2388136" y="877535"/>
                </a:lnTo>
                <a:lnTo>
                  <a:pt x="2399185" y="871718"/>
                </a:lnTo>
                <a:lnTo>
                  <a:pt x="2401490" y="870035"/>
                </a:lnTo>
                <a:lnTo>
                  <a:pt x="2413552" y="863552"/>
                </a:lnTo>
                <a:lnTo>
                  <a:pt x="2415341" y="862534"/>
                </a:lnTo>
                <a:lnTo>
                  <a:pt x="2427918" y="855111"/>
                </a:lnTo>
                <a:lnTo>
                  <a:pt x="2428063" y="855034"/>
                </a:lnTo>
                <a:lnTo>
                  <a:pt x="2432700" y="847534"/>
                </a:lnTo>
                <a:lnTo>
                  <a:pt x="2442285" y="842503"/>
                </a:lnTo>
                <a:lnTo>
                  <a:pt x="2444929" y="840033"/>
                </a:lnTo>
                <a:lnTo>
                  <a:pt x="2456651" y="833822"/>
                </a:lnTo>
                <a:lnTo>
                  <a:pt x="2458724" y="832533"/>
                </a:lnTo>
                <a:lnTo>
                  <a:pt x="2471017" y="825722"/>
                </a:lnTo>
                <a:lnTo>
                  <a:pt x="2472283" y="825033"/>
                </a:lnTo>
                <a:lnTo>
                  <a:pt x="2479050" y="817532"/>
                </a:lnTo>
                <a:lnTo>
                  <a:pt x="2485384" y="814213"/>
                </a:lnTo>
                <a:lnTo>
                  <a:pt x="2488703" y="810032"/>
                </a:lnTo>
                <a:lnTo>
                  <a:pt x="2499750" y="804217"/>
                </a:lnTo>
                <a:lnTo>
                  <a:pt x="2502056" y="802532"/>
                </a:lnTo>
                <a:lnTo>
                  <a:pt x="2514116" y="796051"/>
                </a:lnTo>
                <a:lnTo>
                  <a:pt x="2515907" y="795031"/>
                </a:lnTo>
                <a:lnTo>
                  <a:pt x="2528483" y="787611"/>
                </a:lnTo>
                <a:lnTo>
                  <a:pt x="2528632" y="787531"/>
                </a:lnTo>
                <a:lnTo>
                  <a:pt x="2533272" y="780031"/>
                </a:lnTo>
                <a:lnTo>
                  <a:pt x="2542849" y="775004"/>
                </a:lnTo>
                <a:lnTo>
                  <a:pt x="2545495" y="772531"/>
                </a:lnTo>
                <a:lnTo>
                  <a:pt x="2557216" y="766321"/>
                </a:lnTo>
                <a:lnTo>
                  <a:pt x="2559289" y="765030"/>
                </a:lnTo>
                <a:lnTo>
                  <a:pt x="2571582" y="758220"/>
                </a:lnTo>
                <a:lnTo>
                  <a:pt x="2572850" y="757530"/>
                </a:lnTo>
                <a:lnTo>
                  <a:pt x="2579629" y="750030"/>
                </a:lnTo>
                <a:lnTo>
                  <a:pt x="2585949" y="746717"/>
                </a:lnTo>
                <a:lnTo>
                  <a:pt x="2589271" y="742529"/>
                </a:lnTo>
                <a:lnTo>
                  <a:pt x="2600315" y="736716"/>
                </a:lnTo>
                <a:lnTo>
                  <a:pt x="2602621" y="735029"/>
                </a:lnTo>
                <a:lnTo>
                  <a:pt x="2614681" y="728549"/>
                </a:lnTo>
                <a:lnTo>
                  <a:pt x="2616473" y="727529"/>
                </a:lnTo>
                <a:lnTo>
                  <a:pt x="2629048" y="720111"/>
                </a:lnTo>
                <a:lnTo>
                  <a:pt x="2629201" y="720029"/>
                </a:lnTo>
                <a:lnTo>
                  <a:pt x="2633842" y="712528"/>
                </a:lnTo>
                <a:lnTo>
                  <a:pt x="2643414" y="707504"/>
                </a:lnTo>
                <a:lnTo>
                  <a:pt x="2646061" y="705028"/>
                </a:lnTo>
                <a:lnTo>
                  <a:pt x="2657780" y="698819"/>
                </a:lnTo>
                <a:lnTo>
                  <a:pt x="2659855" y="697528"/>
                </a:lnTo>
                <a:lnTo>
                  <a:pt x="2672147" y="690719"/>
                </a:lnTo>
                <a:lnTo>
                  <a:pt x="2673417" y="690027"/>
                </a:lnTo>
                <a:lnTo>
                  <a:pt x="2680208" y="682527"/>
                </a:lnTo>
                <a:lnTo>
                  <a:pt x="2686513" y="679222"/>
                </a:lnTo>
                <a:lnTo>
                  <a:pt x="2689838" y="675027"/>
                </a:lnTo>
                <a:lnTo>
                  <a:pt x="2700879" y="669215"/>
                </a:lnTo>
                <a:lnTo>
                  <a:pt x="2703186" y="667527"/>
                </a:lnTo>
                <a:lnTo>
                  <a:pt x="2715246" y="661047"/>
                </a:lnTo>
                <a:lnTo>
                  <a:pt x="2717039" y="660026"/>
                </a:lnTo>
                <a:lnTo>
                  <a:pt x="2729612" y="652610"/>
                </a:lnTo>
                <a:lnTo>
                  <a:pt x="2729771" y="652526"/>
                </a:lnTo>
                <a:lnTo>
                  <a:pt x="2734413" y="645026"/>
                </a:lnTo>
                <a:lnTo>
                  <a:pt x="2743979" y="640005"/>
                </a:lnTo>
                <a:lnTo>
                  <a:pt x="2746626" y="637525"/>
                </a:lnTo>
                <a:lnTo>
                  <a:pt x="2758345" y="631317"/>
                </a:lnTo>
                <a:lnTo>
                  <a:pt x="2760420" y="630025"/>
                </a:lnTo>
                <a:lnTo>
                  <a:pt x="2772711" y="623217"/>
                </a:lnTo>
                <a:lnTo>
                  <a:pt x="2773984" y="622525"/>
                </a:lnTo>
                <a:lnTo>
                  <a:pt x="2780786" y="615024"/>
                </a:lnTo>
                <a:lnTo>
                  <a:pt x="2787078" y="611726"/>
                </a:lnTo>
                <a:lnTo>
                  <a:pt x="2790406" y="607524"/>
                </a:lnTo>
                <a:lnTo>
                  <a:pt x="2801444" y="601714"/>
                </a:lnTo>
                <a:lnTo>
                  <a:pt x="2803752" y="600024"/>
                </a:lnTo>
                <a:lnTo>
                  <a:pt x="2815811" y="593545"/>
                </a:lnTo>
                <a:lnTo>
                  <a:pt x="2817604" y="592523"/>
                </a:lnTo>
                <a:lnTo>
                  <a:pt x="2830177" y="585110"/>
                </a:lnTo>
                <a:lnTo>
                  <a:pt x="2830340" y="585023"/>
                </a:lnTo>
                <a:lnTo>
                  <a:pt x="2834984" y="577523"/>
                </a:lnTo>
                <a:lnTo>
                  <a:pt x="2844543" y="572506"/>
                </a:lnTo>
                <a:lnTo>
                  <a:pt x="2847193" y="570023"/>
                </a:lnTo>
                <a:lnTo>
                  <a:pt x="2858910" y="563815"/>
                </a:lnTo>
                <a:lnTo>
                  <a:pt x="2860985" y="562522"/>
                </a:lnTo>
                <a:lnTo>
                  <a:pt x="2873276" y="555716"/>
                </a:lnTo>
                <a:lnTo>
                  <a:pt x="2874551" y="555022"/>
                </a:lnTo>
                <a:lnTo>
                  <a:pt x="2881365" y="547522"/>
                </a:lnTo>
                <a:lnTo>
                  <a:pt x="2887642" y="544231"/>
                </a:lnTo>
                <a:lnTo>
                  <a:pt x="2890973" y="540021"/>
                </a:lnTo>
                <a:lnTo>
                  <a:pt x="2902009" y="534213"/>
                </a:lnTo>
                <a:lnTo>
                  <a:pt x="2904317" y="532521"/>
                </a:lnTo>
                <a:lnTo>
                  <a:pt x="2916375" y="526043"/>
                </a:lnTo>
                <a:lnTo>
                  <a:pt x="2918170" y="525021"/>
                </a:lnTo>
                <a:lnTo>
                  <a:pt x="2930742" y="517610"/>
                </a:lnTo>
                <a:lnTo>
                  <a:pt x="2930910" y="517521"/>
                </a:lnTo>
                <a:lnTo>
                  <a:pt x="2935555" y="510020"/>
                </a:lnTo>
                <a:lnTo>
                  <a:pt x="2945108" y="505006"/>
                </a:lnTo>
                <a:lnTo>
                  <a:pt x="2947759" y="502520"/>
                </a:lnTo>
                <a:lnTo>
                  <a:pt x="2959474" y="496313"/>
                </a:lnTo>
                <a:lnTo>
                  <a:pt x="2961551" y="495020"/>
                </a:lnTo>
                <a:lnTo>
                  <a:pt x="2973841" y="488215"/>
                </a:lnTo>
                <a:lnTo>
                  <a:pt x="2975118" y="487519"/>
                </a:lnTo>
                <a:lnTo>
                  <a:pt x="2981943" y="480019"/>
                </a:lnTo>
                <a:lnTo>
                  <a:pt x="2988207" y="476736"/>
                </a:lnTo>
                <a:lnTo>
                  <a:pt x="2991541" y="472519"/>
                </a:lnTo>
                <a:lnTo>
                  <a:pt x="3002574" y="466711"/>
                </a:lnTo>
                <a:lnTo>
                  <a:pt x="3004883" y="465018"/>
                </a:lnTo>
                <a:lnTo>
                  <a:pt x="3016940" y="458541"/>
                </a:lnTo>
                <a:lnTo>
                  <a:pt x="3018736" y="457518"/>
                </a:lnTo>
                <a:lnTo>
                  <a:pt x="3031306" y="450110"/>
                </a:lnTo>
                <a:lnTo>
                  <a:pt x="3031479" y="450018"/>
                </a:lnTo>
                <a:lnTo>
                  <a:pt x="3036126" y="442517"/>
                </a:lnTo>
                <a:lnTo>
                  <a:pt x="3045673" y="437507"/>
                </a:lnTo>
                <a:lnTo>
                  <a:pt x="3048325" y="435017"/>
                </a:lnTo>
                <a:lnTo>
                  <a:pt x="3060039" y="428812"/>
                </a:lnTo>
                <a:lnTo>
                  <a:pt x="3062116" y="427517"/>
                </a:lnTo>
                <a:lnTo>
                  <a:pt x="3074405" y="420713"/>
                </a:lnTo>
                <a:lnTo>
                  <a:pt x="3075684" y="420017"/>
                </a:lnTo>
                <a:lnTo>
                  <a:pt x="3082522" y="412516"/>
                </a:lnTo>
                <a:lnTo>
                  <a:pt x="3088772" y="409241"/>
                </a:lnTo>
                <a:lnTo>
                  <a:pt x="3092108" y="405016"/>
                </a:lnTo>
                <a:lnTo>
                  <a:pt x="3103138" y="399210"/>
                </a:lnTo>
                <a:lnTo>
                  <a:pt x="3105448" y="397516"/>
                </a:lnTo>
                <a:lnTo>
                  <a:pt x="3117504" y="391039"/>
                </a:lnTo>
                <a:lnTo>
                  <a:pt x="3119301" y="390015"/>
                </a:lnTo>
                <a:lnTo>
                  <a:pt x="3131871" y="382610"/>
                </a:lnTo>
                <a:lnTo>
                  <a:pt x="3132048" y="382515"/>
                </a:lnTo>
                <a:lnTo>
                  <a:pt x="3136697" y="375015"/>
                </a:lnTo>
                <a:lnTo>
                  <a:pt x="3146237" y="370008"/>
                </a:lnTo>
                <a:lnTo>
                  <a:pt x="3148891" y="367515"/>
                </a:lnTo>
                <a:lnTo>
                  <a:pt x="3160604" y="361310"/>
                </a:lnTo>
                <a:lnTo>
                  <a:pt x="3162681" y="360014"/>
                </a:lnTo>
                <a:lnTo>
                  <a:pt x="3174970" y="353212"/>
                </a:lnTo>
                <a:lnTo>
                  <a:pt x="3176251" y="352514"/>
                </a:lnTo>
                <a:lnTo>
                  <a:pt x="3183101" y="345014"/>
                </a:lnTo>
                <a:lnTo>
                  <a:pt x="3189336" y="341745"/>
                </a:lnTo>
                <a:lnTo>
                  <a:pt x="3192676" y="337513"/>
                </a:lnTo>
                <a:lnTo>
                  <a:pt x="3203703" y="331709"/>
                </a:lnTo>
                <a:lnTo>
                  <a:pt x="3206014" y="330013"/>
                </a:lnTo>
                <a:lnTo>
                  <a:pt x="3218069" y="323537"/>
                </a:lnTo>
                <a:lnTo>
                  <a:pt x="3219867" y="322513"/>
                </a:lnTo>
                <a:lnTo>
                  <a:pt x="3232436" y="315110"/>
                </a:lnTo>
                <a:lnTo>
                  <a:pt x="3232618" y="315012"/>
                </a:lnTo>
                <a:lnTo>
                  <a:pt x="3237268" y="307512"/>
                </a:lnTo>
                <a:lnTo>
                  <a:pt x="3246802" y="302508"/>
                </a:lnTo>
                <a:lnTo>
                  <a:pt x="3249457" y="300012"/>
                </a:lnTo>
                <a:lnTo>
                  <a:pt x="3261168" y="293808"/>
                </a:lnTo>
                <a:lnTo>
                  <a:pt x="3261168" y="292512"/>
                </a:lnTo>
                <a:lnTo>
                  <a:pt x="3261168" y="285011"/>
                </a:lnTo>
                <a:lnTo>
                  <a:pt x="3261168" y="277511"/>
                </a:lnTo>
                <a:lnTo>
                  <a:pt x="3261168" y="270011"/>
                </a:lnTo>
                <a:lnTo>
                  <a:pt x="3261168" y="262510"/>
                </a:lnTo>
                <a:lnTo>
                  <a:pt x="3261168" y="255010"/>
                </a:lnTo>
                <a:lnTo>
                  <a:pt x="3261168" y="247510"/>
                </a:lnTo>
                <a:lnTo>
                  <a:pt x="3261168" y="240010"/>
                </a:lnTo>
                <a:lnTo>
                  <a:pt x="3261168" y="232509"/>
                </a:lnTo>
                <a:lnTo>
                  <a:pt x="3261168" y="225009"/>
                </a:lnTo>
                <a:lnTo>
                  <a:pt x="3261168" y="217509"/>
                </a:lnTo>
                <a:lnTo>
                  <a:pt x="3261168" y="210008"/>
                </a:lnTo>
                <a:lnTo>
                  <a:pt x="3261168" y="202508"/>
                </a:lnTo>
                <a:lnTo>
                  <a:pt x="3261168" y="195008"/>
                </a:lnTo>
                <a:lnTo>
                  <a:pt x="3261168" y="187507"/>
                </a:lnTo>
                <a:lnTo>
                  <a:pt x="3261168" y="180007"/>
                </a:lnTo>
                <a:lnTo>
                  <a:pt x="3261168" y="172507"/>
                </a:lnTo>
                <a:lnTo>
                  <a:pt x="3261168" y="165006"/>
                </a:lnTo>
                <a:lnTo>
                  <a:pt x="3261168" y="157506"/>
                </a:lnTo>
                <a:lnTo>
                  <a:pt x="3261168" y="150006"/>
                </a:lnTo>
                <a:lnTo>
                  <a:pt x="3261168" y="142506"/>
                </a:lnTo>
                <a:lnTo>
                  <a:pt x="3261168" y="135005"/>
                </a:lnTo>
                <a:lnTo>
                  <a:pt x="3261168" y="127505"/>
                </a:lnTo>
                <a:lnTo>
                  <a:pt x="3261168" y="120005"/>
                </a:lnTo>
                <a:lnTo>
                  <a:pt x="3261168" y="112504"/>
                </a:lnTo>
                <a:lnTo>
                  <a:pt x="3261168" y="105004"/>
                </a:lnTo>
                <a:lnTo>
                  <a:pt x="3261168" y="97504"/>
                </a:lnTo>
                <a:lnTo>
                  <a:pt x="3261168" y="90004"/>
                </a:lnTo>
                <a:lnTo>
                  <a:pt x="3261168" y="82503"/>
                </a:lnTo>
                <a:lnTo>
                  <a:pt x="3261168" y="75003"/>
                </a:lnTo>
                <a:lnTo>
                  <a:pt x="3261168" y="67503"/>
                </a:lnTo>
                <a:lnTo>
                  <a:pt x="3261168" y="60002"/>
                </a:lnTo>
                <a:lnTo>
                  <a:pt x="3261168" y="52502"/>
                </a:lnTo>
                <a:lnTo>
                  <a:pt x="3261168" y="45002"/>
                </a:lnTo>
                <a:lnTo>
                  <a:pt x="3261168" y="37502"/>
                </a:lnTo>
                <a:lnTo>
                  <a:pt x="3261168" y="30001"/>
                </a:lnTo>
                <a:lnTo>
                  <a:pt x="3261168" y="22501"/>
                </a:lnTo>
                <a:lnTo>
                  <a:pt x="3261168" y="15000"/>
                </a:lnTo>
                <a:lnTo>
                  <a:pt x="3261168" y="7500"/>
                </a:lnTo>
                <a:lnTo>
                  <a:pt x="3261168" y="0"/>
                </a:lnTo>
                <a:lnTo>
                  <a:pt x="3246802" y="0"/>
                </a:lnTo>
                <a:lnTo>
                  <a:pt x="3232436" y="0"/>
                </a:lnTo>
                <a:lnTo>
                  <a:pt x="3218069" y="0"/>
                </a:lnTo>
                <a:lnTo>
                  <a:pt x="3203703" y="0"/>
                </a:lnTo>
                <a:lnTo>
                  <a:pt x="3189336" y="0"/>
                </a:lnTo>
                <a:lnTo>
                  <a:pt x="3174970" y="0"/>
                </a:lnTo>
                <a:lnTo>
                  <a:pt x="3160604" y="0"/>
                </a:lnTo>
                <a:lnTo>
                  <a:pt x="3146237" y="0"/>
                </a:lnTo>
                <a:lnTo>
                  <a:pt x="3131871" y="0"/>
                </a:lnTo>
                <a:lnTo>
                  <a:pt x="3117504" y="0"/>
                </a:lnTo>
                <a:lnTo>
                  <a:pt x="3103138" y="0"/>
                </a:lnTo>
                <a:lnTo>
                  <a:pt x="3088772" y="0"/>
                </a:lnTo>
                <a:lnTo>
                  <a:pt x="3074405" y="0"/>
                </a:lnTo>
                <a:lnTo>
                  <a:pt x="3060039" y="0"/>
                </a:lnTo>
                <a:lnTo>
                  <a:pt x="3045673" y="0"/>
                </a:lnTo>
                <a:lnTo>
                  <a:pt x="3031306" y="0"/>
                </a:lnTo>
                <a:lnTo>
                  <a:pt x="3016940" y="0"/>
                </a:lnTo>
                <a:lnTo>
                  <a:pt x="3002574" y="0"/>
                </a:lnTo>
                <a:lnTo>
                  <a:pt x="2988207" y="0"/>
                </a:lnTo>
                <a:lnTo>
                  <a:pt x="2973841" y="0"/>
                </a:lnTo>
                <a:lnTo>
                  <a:pt x="2959474" y="0"/>
                </a:lnTo>
                <a:lnTo>
                  <a:pt x="2945108" y="0"/>
                </a:lnTo>
                <a:lnTo>
                  <a:pt x="2930742" y="0"/>
                </a:lnTo>
                <a:lnTo>
                  <a:pt x="2916375" y="0"/>
                </a:lnTo>
                <a:lnTo>
                  <a:pt x="2902009" y="0"/>
                </a:lnTo>
                <a:lnTo>
                  <a:pt x="2887642" y="0"/>
                </a:lnTo>
                <a:lnTo>
                  <a:pt x="2873276" y="0"/>
                </a:lnTo>
                <a:lnTo>
                  <a:pt x="2858910" y="0"/>
                </a:lnTo>
                <a:lnTo>
                  <a:pt x="2844543" y="0"/>
                </a:lnTo>
                <a:lnTo>
                  <a:pt x="2830177" y="0"/>
                </a:lnTo>
                <a:lnTo>
                  <a:pt x="2815811" y="0"/>
                </a:lnTo>
                <a:lnTo>
                  <a:pt x="2801444" y="0"/>
                </a:lnTo>
                <a:lnTo>
                  <a:pt x="2787078" y="0"/>
                </a:lnTo>
                <a:lnTo>
                  <a:pt x="2772711" y="0"/>
                </a:lnTo>
                <a:lnTo>
                  <a:pt x="2758345" y="0"/>
                </a:lnTo>
                <a:lnTo>
                  <a:pt x="2743979" y="0"/>
                </a:lnTo>
                <a:lnTo>
                  <a:pt x="2729612" y="0"/>
                </a:lnTo>
                <a:lnTo>
                  <a:pt x="2715246" y="0"/>
                </a:lnTo>
                <a:lnTo>
                  <a:pt x="2700879" y="0"/>
                </a:lnTo>
                <a:lnTo>
                  <a:pt x="2686513" y="0"/>
                </a:lnTo>
                <a:lnTo>
                  <a:pt x="2672147" y="0"/>
                </a:lnTo>
                <a:lnTo>
                  <a:pt x="2657780" y="0"/>
                </a:lnTo>
                <a:lnTo>
                  <a:pt x="2643414" y="0"/>
                </a:lnTo>
                <a:lnTo>
                  <a:pt x="2629048" y="0"/>
                </a:lnTo>
                <a:lnTo>
                  <a:pt x="2614681" y="0"/>
                </a:lnTo>
                <a:lnTo>
                  <a:pt x="2600315" y="0"/>
                </a:lnTo>
                <a:lnTo>
                  <a:pt x="2585949" y="0"/>
                </a:lnTo>
                <a:lnTo>
                  <a:pt x="2571582" y="0"/>
                </a:lnTo>
                <a:lnTo>
                  <a:pt x="2557216" y="0"/>
                </a:lnTo>
                <a:lnTo>
                  <a:pt x="2542849" y="0"/>
                </a:lnTo>
                <a:lnTo>
                  <a:pt x="2528483" y="0"/>
                </a:lnTo>
                <a:lnTo>
                  <a:pt x="2514116" y="0"/>
                </a:lnTo>
                <a:lnTo>
                  <a:pt x="2499750" y="0"/>
                </a:lnTo>
                <a:lnTo>
                  <a:pt x="2485384" y="0"/>
                </a:lnTo>
                <a:lnTo>
                  <a:pt x="2471017" y="0"/>
                </a:lnTo>
                <a:lnTo>
                  <a:pt x="2456651" y="0"/>
                </a:lnTo>
                <a:lnTo>
                  <a:pt x="2442285" y="0"/>
                </a:lnTo>
                <a:lnTo>
                  <a:pt x="2427918" y="0"/>
                </a:lnTo>
                <a:lnTo>
                  <a:pt x="2413552" y="0"/>
                </a:lnTo>
                <a:lnTo>
                  <a:pt x="2399185" y="0"/>
                </a:lnTo>
                <a:lnTo>
                  <a:pt x="2384819" y="0"/>
                </a:lnTo>
                <a:lnTo>
                  <a:pt x="2370453" y="0"/>
                </a:lnTo>
                <a:lnTo>
                  <a:pt x="2356086" y="0"/>
                </a:lnTo>
                <a:lnTo>
                  <a:pt x="2341720" y="0"/>
                </a:lnTo>
                <a:lnTo>
                  <a:pt x="2327353" y="0"/>
                </a:lnTo>
                <a:lnTo>
                  <a:pt x="2312987" y="0"/>
                </a:lnTo>
                <a:lnTo>
                  <a:pt x="2298621" y="0"/>
                </a:lnTo>
                <a:lnTo>
                  <a:pt x="2284255" y="0"/>
                </a:lnTo>
                <a:lnTo>
                  <a:pt x="2269888" y="0"/>
                </a:lnTo>
                <a:lnTo>
                  <a:pt x="2255522" y="0"/>
                </a:lnTo>
                <a:lnTo>
                  <a:pt x="2241155" y="0"/>
                </a:lnTo>
                <a:lnTo>
                  <a:pt x="2226789" y="0"/>
                </a:lnTo>
                <a:lnTo>
                  <a:pt x="2212423" y="0"/>
                </a:lnTo>
                <a:lnTo>
                  <a:pt x="2198056" y="0"/>
                </a:lnTo>
                <a:lnTo>
                  <a:pt x="2183690" y="0"/>
                </a:lnTo>
                <a:lnTo>
                  <a:pt x="2169323" y="0"/>
                </a:lnTo>
                <a:lnTo>
                  <a:pt x="2154957" y="0"/>
                </a:lnTo>
                <a:lnTo>
                  <a:pt x="2140591" y="0"/>
                </a:lnTo>
                <a:lnTo>
                  <a:pt x="2126224" y="0"/>
                </a:lnTo>
                <a:lnTo>
                  <a:pt x="2111858" y="0"/>
                </a:lnTo>
                <a:lnTo>
                  <a:pt x="2097492" y="0"/>
                </a:lnTo>
                <a:lnTo>
                  <a:pt x="2083125" y="0"/>
                </a:lnTo>
                <a:lnTo>
                  <a:pt x="2068759" y="0"/>
                </a:lnTo>
                <a:lnTo>
                  <a:pt x="2054392" y="0"/>
                </a:lnTo>
                <a:lnTo>
                  <a:pt x="2040026" y="0"/>
                </a:lnTo>
                <a:lnTo>
                  <a:pt x="2025660" y="0"/>
                </a:lnTo>
                <a:lnTo>
                  <a:pt x="2011293" y="0"/>
                </a:lnTo>
                <a:lnTo>
                  <a:pt x="1996927" y="0"/>
                </a:lnTo>
                <a:lnTo>
                  <a:pt x="1982560" y="0"/>
                </a:lnTo>
                <a:lnTo>
                  <a:pt x="1968194" y="0"/>
                </a:lnTo>
                <a:lnTo>
                  <a:pt x="1953828" y="0"/>
                </a:lnTo>
                <a:lnTo>
                  <a:pt x="1939461" y="0"/>
                </a:lnTo>
                <a:lnTo>
                  <a:pt x="1925095" y="0"/>
                </a:lnTo>
                <a:lnTo>
                  <a:pt x="1910729" y="0"/>
                </a:lnTo>
                <a:lnTo>
                  <a:pt x="1896362" y="0"/>
                </a:lnTo>
                <a:lnTo>
                  <a:pt x="1881996" y="0"/>
                </a:lnTo>
                <a:lnTo>
                  <a:pt x="1867629" y="0"/>
                </a:lnTo>
                <a:lnTo>
                  <a:pt x="1853263" y="0"/>
                </a:lnTo>
                <a:lnTo>
                  <a:pt x="1838897" y="0"/>
                </a:lnTo>
                <a:lnTo>
                  <a:pt x="1824530" y="0"/>
                </a:lnTo>
                <a:lnTo>
                  <a:pt x="1810164" y="0"/>
                </a:lnTo>
                <a:lnTo>
                  <a:pt x="1795798" y="0"/>
                </a:lnTo>
                <a:lnTo>
                  <a:pt x="1781431" y="0"/>
                </a:lnTo>
                <a:lnTo>
                  <a:pt x="1767065" y="0"/>
                </a:lnTo>
                <a:lnTo>
                  <a:pt x="1752698" y="0"/>
                </a:lnTo>
                <a:lnTo>
                  <a:pt x="1738332" y="0"/>
                </a:lnTo>
                <a:lnTo>
                  <a:pt x="1723966" y="0"/>
                </a:lnTo>
                <a:lnTo>
                  <a:pt x="1709599" y="0"/>
                </a:lnTo>
                <a:lnTo>
                  <a:pt x="1695233" y="0"/>
                </a:lnTo>
                <a:lnTo>
                  <a:pt x="1680866" y="0"/>
                </a:lnTo>
                <a:lnTo>
                  <a:pt x="1666500" y="0"/>
                </a:lnTo>
                <a:lnTo>
                  <a:pt x="1652134" y="0"/>
                </a:lnTo>
                <a:lnTo>
                  <a:pt x="1637767" y="0"/>
                </a:lnTo>
                <a:lnTo>
                  <a:pt x="1623401" y="0"/>
                </a:lnTo>
                <a:lnTo>
                  <a:pt x="1609035" y="0"/>
                </a:lnTo>
                <a:lnTo>
                  <a:pt x="1594668" y="0"/>
                </a:lnTo>
                <a:lnTo>
                  <a:pt x="1580302" y="0"/>
                </a:lnTo>
                <a:lnTo>
                  <a:pt x="1565935" y="0"/>
                </a:lnTo>
                <a:lnTo>
                  <a:pt x="1551569" y="0"/>
                </a:lnTo>
                <a:lnTo>
                  <a:pt x="1537203" y="0"/>
                </a:lnTo>
                <a:lnTo>
                  <a:pt x="1522836" y="0"/>
                </a:lnTo>
                <a:lnTo>
                  <a:pt x="1508470" y="0"/>
                </a:lnTo>
                <a:lnTo>
                  <a:pt x="1494104" y="0"/>
                </a:lnTo>
                <a:lnTo>
                  <a:pt x="1479737" y="0"/>
                </a:lnTo>
                <a:lnTo>
                  <a:pt x="1465371" y="0"/>
                </a:lnTo>
                <a:lnTo>
                  <a:pt x="1451004" y="0"/>
                </a:lnTo>
                <a:lnTo>
                  <a:pt x="1436638" y="0"/>
                </a:lnTo>
                <a:lnTo>
                  <a:pt x="1422272" y="0"/>
                </a:lnTo>
                <a:lnTo>
                  <a:pt x="1407905" y="0"/>
                </a:lnTo>
                <a:lnTo>
                  <a:pt x="1393539" y="0"/>
                </a:lnTo>
                <a:lnTo>
                  <a:pt x="1379172" y="0"/>
                </a:lnTo>
                <a:lnTo>
                  <a:pt x="1364806" y="0"/>
                </a:lnTo>
                <a:lnTo>
                  <a:pt x="1350440" y="0"/>
                </a:lnTo>
                <a:lnTo>
                  <a:pt x="1336073" y="0"/>
                </a:lnTo>
                <a:lnTo>
                  <a:pt x="1321707" y="0"/>
                </a:lnTo>
                <a:lnTo>
                  <a:pt x="1307341" y="0"/>
                </a:lnTo>
                <a:lnTo>
                  <a:pt x="1292974" y="0"/>
                </a:lnTo>
                <a:lnTo>
                  <a:pt x="1278608" y="0"/>
                </a:lnTo>
                <a:lnTo>
                  <a:pt x="1264241" y="0"/>
                </a:lnTo>
                <a:lnTo>
                  <a:pt x="1249875" y="0"/>
                </a:lnTo>
                <a:lnTo>
                  <a:pt x="1235509" y="0"/>
                </a:lnTo>
                <a:lnTo>
                  <a:pt x="1221142" y="0"/>
                </a:lnTo>
                <a:lnTo>
                  <a:pt x="1206776" y="0"/>
                </a:lnTo>
                <a:lnTo>
                  <a:pt x="1192410" y="0"/>
                </a:lnTo>
                <a:lnTo>
                  <a:pt x="1178043" y="0"/>
                </a:lnTo>
                <a:lnTo>
                  <a:pt x="1163677" y="0"/>
                </a:lnTo>
                <a:lnTo>
                  <a:pt x="1149310" y="0"/>
                </a:lnTo>
                <a:lnTo>
                  <a:pt x="1134944" y="0"/>
                </a:lnTo>
                <a:lnTo>
                  <a:pt x="1120578" y="0"/>
                </a:lnTo>
                <a:lnTo>
                  <a:pt x="1106211" y="0"/>
                </a:lnTo>
                <a:lnTo>
                  <a:pt x="1091845" y="0"/>
                </a:lnTo>
                <a:lnTo>
                  <a:pt x="1077478" y="0"/>
                </a:lnTo>
                <a:lnTo>
                  <a:pt x="1063112" y="0"/>
                </a:lnTo>
                <a:lnTo>
                  <a:pt x="1048746" y="0"/>
                </a:lnTo>
                <a:lnTo>
                  <a:pt x="1034379" y="0"/>
                </a:lnTo>
                <a:lnTo>
                  <a:pt x="1020013" y="0"/>
                </a:lnTo>
                <a:lnTo>
                  <a:pt x="1005647" y="0"/>
                </a:lnTo>
                <a:lnTo>
                  <a:pt x="991280" y="0"/>
                </a:lnTo>
                <a:lnTo>
                  <a:pt x="976914" y="0"/>
                </a:lnTo>
                <a:lnTo>
                  <a:pt x="962547" y="0"/>
                </a:lnTo>
                <a:lnTo>
                  <a:pt x="948181" y="0"/>
                </a:lnTo>
                <a:lnTo>
                  <a:pt x="933815" y="0"/>
                </a:lnTo>
                <a:lnTo>
                  <a:pt x="919448" y="0"/>
                </a:lnTo>
                <a:lnTo>
                  <a:pt x="905082" y="0"/>
                </a:lnTo>
                <a:lnTo>
                  <a:pt x="890715" y="0"/>
                </a:lnTo>
                <a:lnTo>
                  <a:pt x="876349" y="0"/>
                </a:lnTo>
                <a:lnTo>
                  <a:pt x="861983" y="0"/>
                </a:lnTo>
                <a:lnTo>
                  <a:pt x="847616" y="0"/>
                </a:lnTo>
                <a:lnTo>
                  <a:pt x="833250" y="0"/>
                </a:lnTo>
                <a:lnTo>
                  <a:pt x="818884" y="0"/>
                </a:lnTo>
                <a:lnTo>
                  <a:pt x="804517" y="0"/>
                </a:lnTo>
                <a:lnTo>
                  <a:pt x="790151" y="0"/>
                </a:lnTo>
                <a:lnTo>
                  <a:pt x="775785" y="0"/>
                </a:lnTo>
                <a:lnTo>
                  <a:pt x="761418" y="0"/>
                </a:lnTo>
                <a:lnTo>
                  <a:pt x="747052" y="0"/>
                </a:lnTo>
                <a:lnTo>
                  <a:pt x="732685" y="0"/>
                </a:lnTo>
                <a:lnTo>
                  <a:pt x="718319" y="0"/>
                </a:lnTo>
                <a:lnTo>
                  <a:pt x="703953" y="0"/>
                </a:lnTo>
                <a:lnTo>
                  <a:pt x="689586" y="0"/>
                </a:lnTo>
                <a:lnTo>
                  <a:pt x="675220" y="0"/>
                </a:lnTo>
                <a:lnTo>
                  <a:pt x="660854" y="0"/>
                </a:lnTo>
                <a:lnTo>
                  <a:pt x="646487" y="0"/>
                </a:lnTo>
                <a:lnTo>
                  <a:pt x="632121" y="0"/>
                </a:lnTo>
                <a:lnTo>
                  <a:pt x="617754" y="0"/>
                </a:lnTo>
                <a:lnTo>
                  <a:pt x="603388" y="0"/>
                </a:lnTo>
                <a:lnTo>
                  <a:pt x="589022" y="0"/>
                </a:lnTo>
                <a:lnTo>
                  <a:pt x="574655" y="0"/>
                </a:lnTo>
                <a:lnTo>
                  <a:pt x="560289" y="0"/>
                </a:lnTo>
                <a:lnTo>
                  <a:pt x="545922" y="0"/>
                </a:lnTo>
                <a:lnTo>
                  <a:pt x="531556" y="0"/>
                </a:lnTo>
                <a:lnTo>
                  <a:pt x="517190" y="0"/>
                </a:lnTo>
                <a:lnTo>
                  <a:pt x="502823" y="0"/>
                </a:lnTo>
                <a:lnTo>
                  <a:pt x="488457" y="0"/>
                </a:lnTo>
                <a:lnTo>
                  <a:pt x="474091" y="0"/>
                </a:lnTo>
                <a:lnTo>
                  <a:pt x="459724" y="0"/>
                </a:lnTo>
                <a:lnTo>
                  <a:pt x="445358" y="0"/>
                </a:lnTo>
                <a:lnTo>
                  <a:pt x="430991" y="0"/>
                </a:lnTo>
                <a:lnTo>
                  <a:pt x="416625" y="0"/>
                </a:lnTo>
                <a:lnTo>
                  <a:pt x="402259" y="0"/>
                </a:lnTo>
                <a:lnTo>
                  <a:pt x="387892" y="0"/>
                </a:lnTo>
                <a:lnTo>
                  <a:pt x="373526" y="0"/>
                </a:lnTo>
                <a:lnTo>
                  <a:pt x="359160" y="0"/>
                </a:lnTo>
                <a:lnTo>
                  <a:pt x="344793" y="0"/>
                </a:lnTo>
                <a:lnTo>
                  <a:pt x="330427" y="0"/>
                </a:lnTo>
                <a:lnTo>
                  <a:pt x="316060" y="0"/>
                </a:lnTo>
                <a:lnTo>
                  <a:pt x="301694" y="0"/>
                </a:lnTo>
                <a:lnTo>
                  <a:pt x="287328" y="0"/>
                </a:lnTo>
                <a:lnTo>
                  <a:pt x="272961" y="0"/>
                </a:lnTo>
                <a:lnTo>
                  <a:pt x="258595" y="0"/>
                </a:lnTo>
                <a:lnTo>
                  <a:pt x="244228" y="0"/>
                </a:lnTo>
                <a:lnTo>
                  <a:pt x="229862" y="0"/>
                </a:lnTo>
                <a:lnTo>
                  <a:pt x="215496" y="0"/>
                </a:lnTo>
                <a:lnTo>
                  <a:pt x="201129" y="0"/>
                </a:lnTo>
                <a:lnTo>
                  <a:pt x="186763" y="0"/>
                </a:lnTo>
                <a:lnTo>
                  <a:pt x="172397" y="0"/>
                </a:lnTo>
                <a:lnTo>
                  <a:pt x="158030" y="0"/>
                </a:lnTo>
                <a:lnTo>
                  <a:pt x="143664" y="0"/>
                </a:lnTo>
                <a:lnTo>
                  <a:pt x="129297" y="0"/>
                </a:lnTo>
                <a:lnTo>
                  <a:pt x="114931" y="0"/>
                </a:lnTo>
                <a:lnTo>
                  <a:pt x="100565" y="0"/>
                </a:lnTo>
                <a:lnTo>
                  <a:pt x="86198" y="0"/>
                </a:lnTo>
                <a:lnTo>
                  <a:pt x="71832" y="0"/>
                </a:lnTo>
                <a:lnTo>
                  <a:pt x="57466" y="0"/>
                </a:lnTo>
                <a:lnTo>
                  <a:pt x="43099" y="0"/>
                </a:lnTo>
                <a:lnTo>
                  <a:pt x="28733" y="0"/>
                </a:lnTo>
                <a:lnTo>
                  <a:pt x="14366" y="0"/>
                </a:lnTo>
                <a:lnTo>
                  <a:pt x="0" y="0"/>
                </a:lnTo>
                <a:lnTo>
                  <a:pt x="0" y="7500"/>
                </a:lnTo>
                <a:lnTo>
                  <a:pt x="0" y="15000"/>
                </a:lnTo>
                <a:lnTo>
                  <a:pt x="0" y="22501"/>
                </a:lnTo>
                <a:lnTo>
                  <a:pt x="0" y="30001"/>
                </a:lnTo>
                <a:lnTo>
                  <a:pt x="0" y="37502"/>
                </a:lnTo>
                <a:lnTo>
                  <a:pt x="0" y="45002"/>
                </a:lnTo>
                <a:lnTo>
                  <a:pt x="0" y="52502"/>
                </a:lnTo>
                <a:lnTo>
                  <a:pt x="0" y="60002"/>
                </a:lnTo>
                <a:lnTo>
                  <a:pt x="0" y="67503"/>
                </a:lnTo>
                <a:lnTo>
                  <a:pt x="0" y="75003"/>
                </a:lnTo>
                <a:lnTo>
                  <a:pt x="0" y="82503"/>
                </a:lnTo>
                <a:lnTo>
                  <a:pt x="0" y="90004"/>
                </a:lnTo>
                <a:lnTo>
                  <a:pt x="0" y="97504"/>
                </a:lnTo>
                <a:lnTo>
                  <a:pt x="0" y="105004"/>
                </a:lnTo>
                <a:lnTo>
                  <a:pt x="0" y="112504"/>
                </a:lnTo>
                <a:lnTo>
                  <a:pt x="0" y="120005"/>
                </a:lnTo>
                <a:lnTo>
                  <a:pt x="0" y="127505"/>
                </a:lnTo>
                <a:lnTo>
                  <a:pt x="0" y="135005"/>
                </a:lnTo>
                <a:lnTo>
                  <a:pt x="0" y="142506"/>
                </a:lnTo>
                <a:lnTo>
                  <a:pt x="0" y="150006"/>
                </a:lnTo>
                <a:lnTo>
                  <a:pt x="0" y="157506"/>
                </a:lnTo>
                <a:lnTo>
                  <a:pt x="0" y="165006"/>
                </a:lnTo>
                <a:lnTo>
                  <a:pt x="0" y="172507"/>
                </a:lnTo>
                <a:lnTo>
                  <a:pt x="0" y="180007"/>
                </a:lnTo>
                <a:lnTo>
                  <a:pt x="0" y="187507"/>
                </a:lnTo>
                <a:lnTo>
                  <a:pt x="0" y="195008"/>
                </a:lnTo>
                <a:lnTo>
                  <a:pt x="0" y="202508"/>
                </a:lnTo>
                <a:lnTo>
                  <a:pt x="0" y="210008"/>
                </a:lnTo>
                <a:lnTo>
                  <a:pt x="0" y="217509"/>
                </a:lnTo>
                <a:lnTo>
                  <a:pt x="0" y="225009"/>
                </a:lnTo>
                <a:lnTo>
                  <a:pt x="0" y="232509"/>
                </a:lnTo>
                <a:lnTo>
                  <a:pt x="0" y="240010"/>
                </a:lnTo>
                <a:lnTo>
                  <a:pt x="0" y="247510"/>
                </a:lnTo>
                <a:lnTo>
                  <a:pt x="0" y="255010"/>
                </a:lnTo>
                <a:lnTo>
                  <a:pt x="0" y="262510"/>
                </a:lnTo>
                <a:lnTo>
                  <a:pt x="0" y="270011"/>
                </a:lnTo>
                <a:lnTo>
                  <a:pt x="0" y="277511"/>
                </a:lnTo>
                <a:lnTo>
                  <a:pt x="0" y="285011"/>
                </a:lnTo>
                <a:lnTo>
                  <a:pt x="0" y="292512"/>
                </a:lnTo>
                <a:lnTo>
                  <a:pt x="0" y="300012"/>
                </a:lnTo>
                <a:lnTo>
                  <a:pt x="0" y="307512"/>
                </a:lnTo>
                <a:lnTo>
                  <a:pt x="0" y="315012"/>
                </a:lnTo>
                <a:lnTo>
                  <a:pt x="0" y="322513"/>
                </a:lnTo>
                <a:lnTo>
                  <a:pt x="0" y="330013"/>
                </a:lnTo>
                <a:lnTo>
                  <a:pt x="0" y="337513"/>
                </a:lnTo>
                <a:lnTo>
                  <a:pt x="0" y="345014"/>
                </a:lnTo>
                <a:lnTo>
                  <a:pt x="0" y="352514"/>
                </a:lnTo>
                <a:lnTo>
                  <a:pt x="0" y="360014"/>
                </a:lnTo>
                <a:lnTo>
                  <a:pt x="0" y="367515"/>
                </a:lnTo>
                <a:lnTo>
                  <a:pt x="0" y="375015"/>
                </a:lnTo>
                <a:lnTo>
                  <a:pt x="0" y="382515"/>
                </a:lnTo>
                <a:lnTo>
                  <a:pt x="0" y="390015"/>
                </a:lnTo>
                <a:lnTo>
                  <a:pt x="0" y="397516"/>
                </a:lnTo>
                <a:lnTo>
                  <a:pt x="0" y="405016"/>
                </a:lnTo>
                <a:lnTo>
                  <a:pt x="0" y="412516"/>
                </a:lnTo>
                <a:lnTo>
                  <a:pt x="0" y="420017"/>
                </a:lnTo>
                <a:lnTo>
                  <a:pt x="0" y="427517"/>
                </a:lnTo>
                <a:lnTo>
                  <a:pt x="0" y="435017"/>
                </a:lnTo>
                <a:lnTo>
                  <a:pt x="0" y="442517"/>
                </a:lnTo>
                <a:lnTo>
                  <a:pt x="0" y="450018"/>
                </a:lnTo>
                <a:lnTo>
                  <a:pt x="0" y="457518"/>
                </a:lnTo>
                <a:lnTo>
                  <a:pt x="0" y="465018"/>
                </a:lnTo>
                <a:lnTo>
                  <a:pt x="0" y="472519"/>
                </a:lnTo>
                <a:lnTo>
                  <a:pt x="0" y="480019"/>
                </a:lnTo>
                <a:lnTo>
                  <a:pt x="0" y="487519"/>
                </a:lnTo>
                <a:lnTo>
                  <a:pt x="0" y="495020"/>
                </a:lnTo>
                <a:lnTo>
                  <a:pt x="0" y="502520"/>
                </a:lnTo>
                <a:lnTo>
                  <a:pt x="0" y="510020"/>
                </a:lnTo>
                <a:lnTo>
                  <a:pt x="0" y="517521"/>
                </a:lnTo>
                <a:lnTo>
                  <a:pt x="0" y="525021"/>
                </a:lnTo>
                <a:lnTo>
                  <a:pt x="0" y="532521"/>
                </a:lnTo>
                <a:lnTo>
                  <a:pt x="0" y="540021"/>
                </a:lnTo>
                <a:lnTo>
                  <a:pt x="0" y="547522"/>
                </a:lnTo>
                <a:lnTo>
                  <a:pt x="0" y="555022"/>
                </a:lnTo>
                <a:lnTo>
                  <a:pt x="0" y="562522"/>
                </a:lnTo>
                <a:lnTo>
                  <a:pt x="0" y="570023"/>
                </a:lnTo>
                <a:lnTo>
                  <a:pt x="0" y="577523"/>
                </a:lnTo>
                <a:lnTo>
                  <a:pt x="0" y="585023"/>
                </a:lnTo>
                <a:lnTo>
                  <a:pt x="0" y="592523"/>
                </a:lnTo>
                <a:lnTo>
                  <a:pt x="0" y="600024"/>
                </a:lnTo>
                <a:lnTo>
                  <a:pt x="0" y="607524"/>
                </a:lnTo>
                <a:lnTo>
                  <a:pt x="0" y="615024"/>
                </a:lnTo>
                <a:lnTo>
                  <a:pt x="0" y="622525"/>
                </a:lnTo>
                <a:lnTo>
                  <a:pt x="0" y="630025"/>
                </a:lnTo>
                <a:lnTo>
                  <a:pt x="0" y="637525"/>
                </a:lnTo>
                <a:lnTo>
                  <a:pt x="0" y="645026"/>
                </a:lnTo>
                <a:lnTo>
                  <a:pt x="0" y="652526"/>
                </a:lnTo>
                <a:lnTo>
                  <a:pt x="0" y="660026"/>
                </a:lnTo>
                <a:lnTo>
                  <a:pt x="0" y="667527"/>
                </a:lnTo>
                <a:lnTo>
                  <a:pt x="0" y="675027"/>
                </a:lnTo>
                <a:lnTo>
                  <a:pt x="0" y="682527"/>
                </a:lnTo>
                <a:lnTo>
                  <a:pt x="0" y="690027"/>
                </a:lnTo>
                <a:lnTo>
                  <a:pt x="0" y="697528"/>
                </a:lnTo>
                <a:lnTo>
                  <a:pt x="0" y="705028"/>
                </a:lnTo>
                <a:lnTo>
                  <a:pt x="0" y="712528"/>
                </a:lnTo>
                <a:lnTo>
                  <a:pt x="0" y="720029"/>
                </a:lnTo>
                <a:lnTo>
                  <a:pt x="0" y="727529"/>
                </a:lnTo>
                <a:lnTo>
                  <a:pt x="0" y="735029"/>
                </a:lnTo>
                <a:lnTo>
                  <a:pt x="0" y="742529"/>
                </a:lnTo>
                <a:lnTo>
                  <a:pt x="0" y="750030"/>
                </a:lnTo>
                <a:lnTo>
                  <a:pt x="0" y="757530"/>
                </a:lnTo>
                <a:lnTo>
                  <a:pt x="0" y="765030"/>
                </a:lnTo>
                <a:lnTo>
                  <a:pt x="0" y="772531"/>
                </a:lnTo>
                <a:lnTo>
                  <a:pt x="0" y="780031"/>
                </a:lnTo>
                <a:lnTo>
                  <a:pt x="0" y="787531"/>
                </a:lnTo>
                <a:lnTo>
                  <a:pt x="0" y="795031"/>
                </a:lnTo>
                <a:lnTo>
                  <a:pt x="0" y="802532"/>
                </a:lnTo>
                <a:lnTo>
                  <a:pt x="0" y="810032"/>
                </a:lnTo>
                <a:lnTo>
                  <a:pt x="0" y="817532"/>
                </a:lnTo>
                <a:lnTo>
                  <a:pt x="0" y="825033"/>
                </a:lnTo>
                <a:lnTo>
                  <a:pt x="0" y="832533"/>
                </a:lnTo>
                <a:lnTo>
                  <a:pt x="0" y="840033"/>
                </a:lnTo>
                <a:lnTo>
                  <a:pt x="0" y="847534"/>
                </a:lnTo>
                <a:lnTo>
                  <a:pt x="0" y="855034"/>
                </a:lnTo>
                <a:lnTo>
                  <a:pt x="0" y="862534"/>
                </a:lnTo>
                <a:lnTo>
                  <a:pt x="0" y="870035"/>
                </a:lnTo>
                <a:lnTo>
                  <a:pt x="0" y="877535"/>
                </a:lnTo>
                <a:lnTo>
                  <a:pt x="0" y="885035"/>
                </a:lnTo>
                <a:lnTo>
                  <a:pt x="0" y="892535"/>
                </a:lnTo>
                <a:lnTo>
                  <a:pt x="0" y="900036"/>
                </a:lnTo>
                <a:lnTo>
                  <a:pt x="0" y="907536"/>
                </a:lnTo>
                <a:lnTo>
                  <a:pt x="0" y="915036"/>
                </a:lnTo>
                <a:lnTo>
                  <a:pt x="0" y="922537"/>
                </a:lnTo>
                <a:lnTo>
                  <a:pt x="0" y="930037"/>
                </a:lnTo>
                <a:lnTo>
                  <a:pt x="0" y="937537"/>
                </a:lnTo>
                <a:lnTo>
                  <a:pt x="0" y="945037"/>
                </a:lnTo>
                <a:lnTo>
                  <a:pt x="0" y="952538"/>
                </a:lnTo>
                <a:lnTo>
                  <a:pt x="0" y="960038"/>
                </a:lnTo>
                <a:lnTo>
                  <a:pt x="0" y="967538"/>
                </a:lnTo>
                <a:lnTo>
                  <a:pt x="0" y="975039"/>
                </a:lnTo>
                <a:lnTo>
                  <a:pt x="0" y="982539"/>
                </a:lnTo>
                <a:lnTo>
                  <a:pt x="0" y="990039"/>
                </a:lnTo>
                <a:lnTo>
                  <a:pt x="0" y="997540"/>
                </a:lnTo>
                <a:lnTo>
                  <a:pt x="0" y="1005040"/>
                </a:lnTo>
                <a:lnTo>
                  <a:pt x="0" y="1012540"/>
                </a:lnTo>
                <a:lnTo>
                  <a:pt x="0" y="1020040"/>
                </a:lnTo>
                <a:lnTo>
                  <a:pt x="0" y="1027541"/>
                </a:lnTo>
                <a:lnTo>
                  <a:pt x="0" y="1035041"/>
                </a:lnTo>
                <a:lnTo>
                  <a:pt x="0" y="1042541"/>
                </a:lnTo>
                <a:lnTo>
                  <a:pt x="0" y="1050042"/>
                </a:lnTo>
                <a:lnTo>
                  <a:pt x="0" y="1057542"/>
                </a:lnTo>
                <a:lnTo>
                  <a:pt x="0" y="1065042"/>
                </a:lnTo>
                <a:lnTo>
                  <a:pt x="0" y="1072543"/>
                </a:lnTo>
                <a:lnTo>
                  <a:pt x="0" y="1080043"/>
                </a:lnTo>
                <a:lnTo>
                  <a:pt x="0" y="1087543"/>
                </a:lnTo>
                <a:lnTo>
                  <a:pt x="0" y="1095043"/>
                </a:lnTo>
                <a:lnTo>
                  <a:pt x="0" y="1102544"/>
                </a:lnTo>
                <a:lnTo>
                  <a:pt x="0" y="1110044"/>
                </a:lnTo>
                <a:lnTo>
                  <a:pt x="0" y="1117544"/>
                </a:lnTo>
                <a:lnTo>
                  <a:pt x="0" y="1125045"/>
                </a:lnTo>
                <a:lnTo>
                  <a:pt x="0" y="1132545"/>
                </a:lnTo>
                <a:lnTo>
                  <a:pt x="0" y="1140045"/>
                </a:lnTo>
                <a:lnTo>
                  <a:pt x="0" y="1147546"/>
                </a:lnTo>
                <a:lnTo>
                  <a:pt x="0" y="1155046"/>
                </a:lnTo>
                <a:lnTo>
                  <a:pt x="0" y="1162546"/>
                </a:lnTo>
                <a:lnTo>
                  <a:pt x="0" y="1170046"/>
                </a:lnTo>
                <a:lnTo>
                  <a:pt x="0" y="1177547"/>
                </a:lnTo>
                <a:lnTo>
                  <a:pt x="0" y="1185047"/>
                </a:lnTo>
                <a:lnTo>
                  <a:pt x="0" y="1192547"/>
                </a:lnTo>
                <a:lnTo>
                  <a:pt x="0" y="1200048"/>
                </a:lnTo>
                <a:lnTo>
                  <a:pt x="0" y="1207548"/>
                </a:lnTo>
                <a:lnTo>
                  <a:pt x="0" y="1215048"/>
                </a:lnTo>
                <a:lnTo>
                  <a:pt x="0" y="1222548"/>
                </a:lnTo>
                <a:lnTo>
                  <a:pt x="0" y="1230049"/>
                </a:lnTo>
                <a:lnTo>
                  <a:pt x="0" y="1237549"/>
                </a:lnTo>
                <a:lnTo>
                  <a:pt x="0" y="1245049"/>
                </a:lnTo>
                <a:lnTo>
                  <a:pt x="0" y="1252550"/>
                </a:lnTo>
                <a:lnTo>
                  <a:pt x="0" y="1260050"/>
                </a:lnTo>
                <a:lnTo>
                  <a:pt x="0" y="1267550"/>
                </a:lnTo>
                <a:lnTo>
                  <a:pt x="0" y="1275051"/>
                </a:lnTo>
                <a:lnTo>
                  <a:pt x="0" y="1282551"/>
                </a:lnTo>
                <a:lnTo>
                  <a:pt x="0" y="1290051"/>
                </a:lnTo>
                <a:lnTo>
                  <a:pt x="0" y="1297551"/>
                </a:lnTo>
                <a:lnTo>
                  <a:pt x="0" y="1305052"/>
                </a:lnTo>
                <a:lnTo>
                  <a:pt x="0" y="1312552"/>
                </a:lnTo>
                <a:lnTo>
                  <a:pt x="0" y="1320052"/>
                </a:lnTo>
                <a:lnTo>
                  <a:pt x="0" y="1327553"/>
                </a:lnTo>
                <a:lnTo>
                  <a:pt x="0" y="1335053"/>
                </a:lnTo>
                <a:lnTo>
                  <a:pt x="0" y="1342553"/>
                </a:lnTo>
                <a:lnTo>
                  <a:pt x="0" y="1350054"/>
                </a:lnTo>
                <a:lnTo>
                  <a:pt x="0" y="1357554"/>
                </a:lnTo>
                <a:lnTo>
                  <a:pt x="0" y="1365054"/>
                </a:lnTo>
                <a:lnTo>
                  <a:pt x="0" y="1372554"/>
                </a:lnTo>
                <a:lnTo>
                  <a:pt x="0" y="1380055"/>
                </a:lnTo>
                <a:lnTo>
                  <a:pt x="0" y="1387555"/>
                </a:lnTo>
                <a:lnTo>
                  <a:pt x="0" y="1395055"/>
                </a:lnTo>
                <a:lnTo>
                  <a:pt x="0" y="1402556"/>
                </a:lnTo>
                <a:lnTo>
                  <a:pt x="0" y="1410056"/>
                </a:lnTo>
                <a:lnTo>
                  <a:pt x="0" y="1417556"/>
                </a:lnTo>
                <a:lnTo>
                  <a:pt x="0" y="1425056"/>
                </a:lnTo>
                <a:lnTo>
                  <a:pt x="0" y="1432557"/>
                </a:lnTo>
                <a:lnTo>
                  <a:pt x="0" y="1440057"/>
                </a:lnTo>
                <a:lnTo>
                  <a:pt x="0" y="1447557"/>
                </a:lnTo>
                <a:lnTo>
                  <a:pt x="0" y="1455058"/>
                </a:lnTo>
                <a:lnTo>
                  <a:pt x="0" y="1462558"/>
                </a:lnTo>
                <a:lnTo>
                  <a:pt x="0" y="1470058"/>
                </a:lnTo>
                <a:lnTo>
                  <a:pt x="0" y="1477558"/>
                </a:lnTo>
                <a:lnTo>
                  <a:pt x="0" y="1485059"/>
                </a:lnTo>
                <a:lnTo>
                  <a:pt x="0" y="1492559"/>
                </a:lnTo>
                <a:lnTo>
                  <a:pt x="0" y="1500059"/>
                </a:lnTo>
                <a:lnTo>
                  <a:pt x="0" y="1507560"/>
                </a:lnTo>
                <a:lnTo>
                  <a:pt x="0" y="1515060"/>
                </a:lnTo>
                <a:lnTo>
                  <a:pt x="0" y="1522560"/>
                </a:lnTo>
                <a:lnTo>
                  <a:pt x="0" y="1530061"/>
                </a:lnTo>
                <a:lnTo>
                  <a:pt x="0" y="1537561"/>
                </a:lnTo>
                <a:lnTo>
                  <a:pt x="0" y="1545061"/>
                </a:lnTo>
                <a:lnTo>
                  <a:pt x="0" y="1552562"/>
                </a:lnTo>
                <a:lnTo>
                  <a:pt x="0" y="1560062"/>
                </a:lnTo>
                <a:lnTo>
                  <a:pt x="0" y="1567562"/>
                </a:lnTo>
                <a:lnTo>
                  <a:pt x="0" y="1575062"/>
                </a:lnTo>
                <a:lnTo>
                  <a:pt x="0" y="1582563"/>
                </a:lnTo>
                <a:lnTo>
                  <a:pt x="0" y="1590063"/>
                </a:lnTo>
                <a:lnTo>
                  <a:pt x="0" y="1597563"/>
                </a:lnTo>
                <a:lnTo>
                  <a:pt x="0" y="1605064"/>
                </a:lnTo>
                <a:lnTo>
                  <a:pt x="0" y="1612564"/>
                </a:lnTo>
                <a:lnTo>
                  <a:pt x="0" y="1620064"/>
                </a:lnTo>
                <a:lnTo>
                  <a:pt x="0" y="1627565"/>
                </a:lnTo>
                <a:lnTo>
                  <a:pt x="0" y="1635065"/>
                </a:lnTo>
                <a:lnTo>
                  <a:pt x="0" y="1642565"/>
                </a:lnTo>
                <a:lnTo>
                  <a:pt x="0" y="1650065"/>
                </a:lnTo>
                <a:lnTo>
                  <a:pt x="0" y="1657566"/>
                </a:lnTo>
                <a:lnTo>
                  <a:pt x="0" y="1665066"/>
                </a:lnTo>
                <a:lnTo>
                  <a:pt x="0" y="1672566"/>
                </a:lnTo>
                <a:lnTo>
                  <a:pt x="0" y="1680067"/>
                </a:lnTo>
                <a:lnTo>
                  <a:pt x="0" y="1687567"/>
                </a:lnTo>
                <a:lnTo>
                  <a:pt x="0" y="1695067"/>
                </a:lnTo>
                <a:lnTo>
                  <a:pt x="0" y="1702568"/>
                </a:lnTo>
                <a:lnTo>
                  <a:pt x="0" y="1710068"/>
                </a:lnTo>
                <a:lnTo>
                  <a:pt x="0" y="1717568"/>
                </a:lnTo>
                <a:lnTo>
                  <a:pt x="0" y="1725068"/>
                </a:lnTo>
                <a:lnTo>
                  <a:pt x="0" y="1732569"/>
                </a:lnTo>
                <a:lnTo>
                  <a:pt x="0" y="1740069"/>
                </a:lnTo>
                <a:lnTo>
                  <a:pt x="0" y="1747569"/>
                </a:lnTo>
                <a:lnTo>
                  <a:pt x="0" y="1755070"/>
                </a:lnTo>
                <a:lnTo>
                  <a:pt x="0" y="1762570"/>
                </a:lnTo>
                <a:lnTo>
                  <a:pt x="0" y="1770070"/>
                </a:lnTo>
                <a:lnTo>
                  <a:pt x="0" y="1777570"/>
                </a:lnTo>
                <a:lnTo>
                  <a:pt x="0" y="1785071"/>
                </a:lnTo>
                <a:lnTo>
                  <a:pt x="0" y="1792571"/>
                </a:lnTo>
                <a:lnTo>
                  <a:pt x="0" y="1800071"/>
                </a:lnTo>
                <a:lnTo>
                  <a:pt x="0" y="1807572"/>
                </a:lnTo>
                <a:lnTo>
                  <a:pt x="0" y="1815072"/>
                </a:lnTo>
                <a:lnTo>
                  <a:pt x="0" y="1822572"/>
                </a:lnTo>
                <a:lnTo>
                  <a:pt x="0" y="1830073"/>
                </a:lnTo>
                <a:lnTo>
                  <a:pt x="0" y="1837573"/>
                </a:lnTo>
                <a:lnTo>
                  <a:pt x="0" y="1845073"/>
                </a:lnTo>
                <a:lnTo>
                  <a:pt x="0" y="1852573"/>
                </a:lnTo>
                <a:lnTo>
                  <a:pt x="0" y="1860074"/>
                </a:lnTo>
                <a:lnTo>
                  <a:pt x="0" y="1867574"/>
                </a:lnTo>
                <a:lnTo>
                  <a:pt x="0" y="1875074"/>
                </a:lnTo>
                <a:lnTo>
                  <a:pt x="0" y="1882575"/>
                </a:lnTo>
                <a:lnTo>
                  <a:pt x="0" y="1890075"/>
                </a:lnTo>
                <a:lnTo>
                  <a:pt x="0" y="1897575"/>
                </a:lnTo>
                <a:lnTo>
                  <a:pt x="0" y="1905076"/>
                </a:lnTo>
                <a:lnTo>
                  <a:pt x="0" y="1912576"/>
                </a:lnTo>
                <a:lnTo>
                  <a:pt x="0" y="1920076"/>
                </a:lnTo>
                <a:lnTo>
                  <a:pt x="0" y="1927576"/>
                </a:lnTo>
                <a:lnTo>
                  <a:pt x="0" y="1935077"/>
                </a:lnTo>
                <a:lnTo>
                  <a:pt x="0" y="1942577"/>
                </a:lnTo>
                <a:lnTo>
                  <a:pt x="0" y="1950077"/>
                </a:lnTo>
                <a:lnTo>
                  <a:pt x="0" y="1957578"/>
                </a:lnTo>
                <a:lnTo>
                  <a:pt x="0" y="1965078"/>
                </a:lnTo>
                <a:lnTo>
                  <a:pt x="0" y="1972578"/>
                </a:lnTo>
                <a:lnTo>
                  <a:pt x="0" y="1980079"/>
                </a:lnTo>
                <a:lnTo>
                  <a:pt x="0" y="1987579"/>
                </a:lnTo>
                <a:lnTo>
                  <a:pt x="0" y="1995079"/>
                </a:lnTo>
                <a:lnTo>
                  <a:pt x="0" y="2002579"/>
                </a:lnTo>
                <a:lnTo>
                  <a:pt x="0" y="2010080"/>
                </a:lnTo>
                <a:lnTo>
                  <a:pt x="0" y="2017580"/>
                </a:lnTo>
                <a:lnTo>
                  <a:pt x="0" y="2025080"/>
                </a:lnTo>
                <a:lnTo>
                  <a:pt x="0" y="2032581"/>
                </a:lnTo>
                <a:lnTo>
                  <a:pt x="0" y="2040081"/>
                </a:lnTo>
                <a:lnTo>
                  <a:pt x="0" y="2047581"/>
                </a:lnTo>
                <a:lnTo>
                  <a:pt x="0" y="2055081"/>
                </a:lnTo>
                <a:lnTo>
                  <a:pt x="0" y="2062582"/>
                </a:lnTo>
                <a:lnTo>
                  <a:pt x="0" y="2070082"/>
                </a:lnTo>
                <a:lnTo>
                  <a:pt x="0" y="2077582"/>
                </a:lnTo>
                <a:lnTo>
                  <a:pt x="0" y="2085083"/>
                </a:lnTo>
                <a:lnTo>
                  <a:pt x="0" y="2092583"/>
                </a:lnTo>
                <a:lnTo>
                  <a:pt x="0" y="2100083"/>
                </a:lnTo>
                <a:lnTo>
                  <a:pt x="0" y="2107584"/>
                </a:lnTo>
                <a:lnTo>
                  <a:pt x="0" y="2115084"/>
                </a:lnTo>
                <a:lnTo>
                  <a:pt x="0" y="2122584"/>
                </a:lnTo>
                <a:lnTo>
                  <a:pt x="0" y="2130084"/>
                </a:lnTo>
                <a:lnTo>
                  <a:pt x="0" y="2137585"/>
                </a:lnTo>
                <a:lnTo>
                  <a:pt x="0" y="2145085"/>
                </a:lnTo>
                <a:lnTo>
                  <a:pt x="0" y="2152585"/>
                </a:lnTo>
                <a:lnTo>
                  <a:pt x="0" y="2160086"/>
                </a:lnTo>
                <a:lnTo>
                  <a:pt x="0" y="2167586"/>
                </a:lnTo>
                <a:lnTo>
                  <a:pt x="0" y="2175086"/>
                </a:lnTo>
                <a:lnTo>
                  <a:pt x="0" y="2182587"/>
                </a:lnTo>
                <a:lnTo>
                  <a:pt x="0" y="2190087"/>
                </a:lnTo>
                <a:lnTo>
                  <a:pt x="0" y="2197587"/>
                </a:lnTo>
                <a:lnTo>
                  <a:pt x="0" y="2205087"/>
                </a:lnTo>
                <a:lnTo>
                  <a:pt x="0" y="2212588"/>
                </a:lnTo>
                <a:lnTo>
                  <a:pt x="0" y="2220088"/>
                </a:lnTo>
                <a:lnTo>
                  <a:pt x="0" y="2227588"/>
                </a:lnTo>
                <a:lnTo>
                  <a:pt x="0" y="2235089"/>
                </a:lnTo>
                <a:lnTo>
                  <a:pt x="0" y="2242589"/>
                </a:lnTo>
                <a:lnTo>
                  <a:pt x="0" y="2250089"/>
                </a:lnTo>
                <a:lnTo>
                  <a:pt x="0" y="2257590"/>
                </a:lnTo>
                <a:lnTo>
                  <a:pt x="0" y="2265090"/>
                </a:lnTo>
                <a:lnTo>
                  <a:pt x="0" y="2272590"/>
                </a:lnTo>
                <a:lnTo>
                  <a:pt x="0" y="2280090"/>
                </a:lnTo>
                <a:lnTo>
                  <a:pt x="0" y="2287591"/>
                </a:lnTo>
                <a:lnTo>
                  <a:pt x="0" y="2295091"/>
                </a:lnTo>
                <a:lnTo>
                  <a:pt x="0" y="2302591"/>
                </a:lnTo>
                <a:lnTo>
                  <a:pt x="0" y="2310092"/>
                </a:lnTo>
                <a:lnTo>
                  <a:pt x="0" y="2317592"/>
                </a:lnTo>
                <a:lnTo>
                  <a:pt x="0" y="2325092"/>
                </a:lnTo>
                <a:lnTo>
                  <a:pt x="0" y="2332593"/>
                </a:lnTo>
                <a:lnTo>
                  <a:pt x="0" y="2340093"/>
                </a:lnTo>
                <a:lnTo>
                  <a:pt x="0" y="2347593"/>
                </a:lnTo>
                <a:lnTo>
                  <a:pt x="0" y="2355093"/>
                </a:lnTo>
                <a:lnTo>
                  <a:pt x="0" y="2362594"/>
                </a:lnTo>
                <a:lnTo>
                  <a:pt x="0" y="2370094"/>
                </a:lnTo>
                <a:lnTo>
                  <a:pt x="0" y="2377594"/>
                </a:lnTo>
                <a:lnTo>
                  <a:pt x="0" y="2385095"/>
                </a:lnTo>
                <a:lnTo>
                  <a:pt x="0" y="2392595"/>
                </a:lnTo>
                <a:lnTo>
                  <a:pt x="0" y="2400095"/>
                </a:lnTo>
                <a:lnTo>
                  <a:pt x="0" y="2407595"/>
                </a:lnTo>
                <a:lnTo>
                  <a:pt x="0" y="2415096"/>
                </a:lnTo>
                <a:lnTo>
                  <a:pt x="0" y="2422596"/>
                </a:lnTo>
                <a:lnTo>
                  <a:pt x="0" y="2430096"/>
                </a:lnTo>
                <a:lnTo>
                  <a:pt x="14366" y="2430096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4AD11-7257-4CE3-B1DD-D232ED14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4" y="3489597"/>
            <a:ext cx="2483218" cy="2136288"/>
          </a:xfrm>
          <a:custGeom xmlns:a="http://schemas.openxmlformats.org/drawingml/2006/main">
            <a:pathLst>
              <a:path w="2483218" h="2136288">
                <a:moveTo>
                  <a:pt x="3966" y="2128788"/>
                </a:moveTo>
                <a:lnTo>
                  <a:pt x="12200" y="2124306"/>
                </a:lnTo>
                <a:lnTo>
                  <a:pt x="16213" y="2121288"/>
                </a:lnTo>
                <a:lnTo>
                  <a:pt x="16507" y="2113788"/>
                </a:lnTo>
                <a:lnTo>
                  <a:pt x="16563" y="2106287"/>
                </a:lnTo>
                <a:lnTo>
                  <a:pt x="20754" y="2098787"/>
                </a:lnTo>
                <a:lnTo>
                  <a:pt x="26567" y="2095675"/>
                </a:lnTo>
                <a:lnTo>
                  <a:pt x="30749" y="2091287"/>
                </a:lnTo>
                <a:lnTo>
                  <a:pt x="30876" y="2083786"/>
                </a:lnTo>
                <a:lnTo>
                  <a:pt x="31000" y="2076286"/>
                </a:lnTo>
                <a:lnTo>
                  <a:pt x="40761" y="2068786"/>
                </a:lnTo>
                <a:lnTo>
                  <a:pt x="40933" y="2068695"/>
                </a:lnTo>
                <a:lnTo>
                  <a:pt x="45188" y="2061286"/>
                </a:lnTo>
                <a:lnTo>
                  <a:pt x="45246" y="2053785"/>
                </a:lnTo>
                <a:lnTo>
                  <a:pt x="45531" y="2046285"/>
                </a:lnTo>
                <a:lnTo>
                  <a:pt x="55299" y="2040154"/>
                </a:lnTo>
                <a:lnTo>
                  <a:pt x="57727" y="2038785"/>
                </a:lnTo>
                <a:lnTo>
                  <a:pt x="59586" y="2031284"/>
                </a:lnTo>
                <a:lnTo>
                  <a:pt x="59617" y="2023784"/>
                </a:lnTo>
                <a:lnTo>
                  <a:pt x="60280" y="2016284"/>
                </a:lnTo>
                <a:lnTo>
                  <a:pt x="69666" y="2010923"/>
                </a:lnTo>
                <a:lnTo>
                  <a:pt x="73167" y="2008783"/>
                </a:lnTo>
                <a:lnTo>
                  <a:pt x="73966" y="2001283"/>
                </a:lnTo>
                <a:lnTo>
                  <a:pt x="73995" y="1993783"/>
                </a:lnTo>
                <a:lnTo>
                  <a:pt x="75538" y="1986283"/>
                </a:lnTo>
                <a:lnTo>
                  <a:pt x="84032" y="1981637"/>
                </a:lnTo>
                <a:lnTo>
                  <a:pt x="87995" y="1978782"/>
                </a:lnTo>
                <a:lnTo>
                  <a:pt x="88338" y="1971282"/>
                </a:lnTo>
                <a:lnTo>
                  <a:pt x="88387" y="1963782"/>
                </a:lnTo>
                <a:lnTo>
                  <a:pt x="91980" y="1956281"/>
                </a:lnTo>
                <a:lnTo>
                  <a:pt x="98398" y="1952838"/>
                </a:lnTo>
                <a:lnTo>
                  <a:pt x="102559" y="1948781"/>
                </a:lnTo>
                <a:lnTo>
                  <a:pt x="102708" y="1941281"/>
                </a:lnTo>
                <a:lnTo>
                  <a:pt x="102814" y="1933780"/>
                </a:lnTo>
                <a:lnTo>
                  <a:pt x="111183" y="1926280"/>
                </a:lnTo>
                <a:lnTo>
                  <a:pt x="112765" y="1925438"/>
                </a:lnTo>
                <a:lnTo>
                  <a:pt x="117011" y="1918780"/>
                </a:lnTo>
                <a:lnTo>
                  <a:pt x="117077" y="1911280"/>
                </a:lnTo>
                <a:lnTo>
                  <a:pt x="117322" y="1903779"/>
                </a:lnTo>
                <a:lnTo>
                  <a:pt x="127131" y="1897461"/>
                </a:lnTo>
                <a:lnTo>
                  <a:pt x="129245" y="1896279"/>
                </a:lnTo>
                <a:lnTo>
                  <a:pt x="131414" y="1888779"/>
                </a:lnTo>
                <a:lnTo>
                  <a:pt x="131448" y="1881278"/>
                </a:lnTo>
                <a:lnTo>
                  <a:pt x="132016" y="1873778"/>
                </a:lnTo>
                <a:lnTo>
                  <a:pt x="141498" y="1868295"/>
                </a:lnTo>
                <a:lnTo>
                  <a:pt x="144865" y="1866278"/>
                </a:lnTo>
                <a:lnTo>
                  <a:pt x="145796" y="1858777"/>
                </a:lnTo>
                <a:lnTo>
                  <a:pt x="145824" y="1851277"/>
                </a:lnTo>
                <a:lnTo>
                  <a:pt x="147147" y="1843777"/>
                </a:lnTo>
                <a:lnTo>
                  <a:pt x="155864" y="1838983"/>
                </a:lnTo>
                <a:lnTo>
                  <a:pt x="159769" y="1836277"/>
                </a:lnTo>
                <a:lnTo>
                  <a:pt x="160169" y="1828776"/>
                </a:lnTo>
                <a:lnTo>
                  <a:pt x="160213" y="1821276"/>
                </a:lnTo>
                <a:lnTo>
                  <a:pt x="163293" y="1813776"/>
                </a:lnTo>
                <a:lnTo>
                  <a:pt x="170230" y="1810045"/>
                </a:lnTo>
                <a:lnTo>
                  <a:pt x="174367" y="1806275"/>
                </a:lnTo>
                <a:lnTo>
                  <a:pt x="174539" y="1798775"/>
                </a:lnTo>
                <a:lnTo>
                  <a:pt x="174631" y="1791275"/>
                </a:lnTo>
                <a:lnTo>
                  <a:pt x="181806" y="1783774"/>
                </a:lnTo>
                <a:lnTo>
                  <a:pt x="184597" y="1782288"/>
                </a:lnTo>
                <a:lnTo>
                  <a:pt x="188832" y="1776274"/>
                </a:lnTo>
                <a:lnTo>
                  <a:pt x="188908" y="1768774"/>
                </a:lnTo>
                <a:lnTo>
                  <a:pt x="189118" y="1761274"/>
                </a:lnTo>
                <a:lnTo>
                  <a:pt x="198963" y="1754743"/>
                </a:lnTo>
                <a:lnTo>
                  <a:pt x="200712" y="1753773"/>
                </a:lnTo>
                <a:lnTo>
                  <a:pt x="203241" y="1746273"/>
                </a:lnTo>
                <a:lnTo>
                  <a:pt x="203279" y="1738773"/>
                </a:lnTo>
                <a:lnTo>
                  <a:pt x="203766" y="1731272"/>
                </a:lnTo>
                <a:lnTo>
                  <a:pt x="213329" y="1725663"/>
                </a:lnTo>
                <a:lnTo>
                  <a:pt x="216540" y="1723772"/>
                </a:lnTo>
                <a:lnTo>
                  <a:pt x="217626" y="1716272"/>
                </a:lnTo>
                <a:lnTo>
                  <a:pt x="217654" y="1708772"/>
                </a:lnTo>
                <a:lnTo>
                  <a:pt x="218787" y="1701271"/>
                </a:lnTo>
                <a:lnTo>
                  <a:pt x="227696" y="1696340"/>
                </a:lnTo>
                <a:lnTo>
                  <a:pt x="231534" y="1693771"/>
                </a:lnTo>
                <a:lnTo>
                  <a:pt x="232000" y="1686271"/>
                </a:lnTo>
                <a:lnTo>
                  <a:pt x="232039" y="1678770"/>
                </a:lnTo>
                <a:lnTo>
                  <a:pt x="234680" y="1671270"/>
                </a:lnTo>
                <a:lnTo>
                  <a:pt x="242062" y="1667288"/>
                </a:lnTo>
                <a:lnTo>
                  <a:pt x="246169" y="1663770"/>
                </a:lnTo>
                <a:lnTo>
                  <a:pt x="246371" y="1656269"/>
                </a:lnTo>
                <a:lnTo>
                  <a:pt x="246450" y="1648769"/>
                </a:lnTo>
                <a:lnTo>
                  <a:pt x="252601" y="1641269"/>
                </a:lnTo>
                <a:lnTo>
                  <a:pt x="256429" y="1639228"/>
                </a:lnTo>
                <a:lnTo>
                  <a:pt x="260652" y="1633769"/>
                </a:lnTo>
                <a:lnTo>
                  <a:pt x="260740" y="1626268"/>
                </a:lnTo>
                <a:lnTo>
                  <a:pt x="260920" y="1618768"/>
                </a:lnTo>
                <a:lnTo>
                  <a:pt x="270795" y="1611996"/>
                </a:lnTo>
                <a:lnTo>
                  <a:pt x="272118" y="1611268"/>
                </a:lnTo>
                <a:lnTo>
                  <a:pt x="275068" y="1603767"/>
                </a:lnTo>
                <a:lnTo>
                  <a:pt x="275110" y="1596267"/>
                </a:lnTo>
                <a:lnTo>
                  <a:pt x="275527" y="1588767"/>
                </a:lnTo>
                <a:lnTo>
                  <a:pt x="285161" y="1583024"/>
                </a:lnTo>
                <a:lnTo>
                  <a:pt x="288189" y="1581266"/>
                </a:lnTo>
                <a:lnTo>
                  <a:pt x="289455" y="1573766"/>
                </a:lnTo>
                <a:lnTo>
                  <a:pt x="289483" y="1566266"/>
                </a:lnTo>
                <a:lnTo>
                  <a:pt x="290455" y="1558766"/>
                </a:lnTo>
                <a:lnTo>
                  <a:pt x="299528" y="1553707"/>
                </a:lnTo>
                <a:lnTo>
                  <a:pt x="303287" y="1551265"/>
                </a:lnTo>
                <a:lnTo>
                  <a:pt x="303831" y="1543765"/>
                </a:lnTo>
                <a:lnTo>
                  <a:pt x="303866" y="1536265"/>
                </a:lnTo>
                <a:lnTo>
                  <a:pt x="306130" y="1528764"/>
                </a:lnTo>
                <a:lnTo>
                  <a:pt x="313894" y="1524563"/>
                </a:lnTo>
                <a:lnTo>
                  <a:pt x="317968" y="1521264"/>
                </a:lnTo>
                <a:lnTo>
                  <a:pt x="318202" y="1513764"/>
                </a:lnTo>
                <a:lnTo>
                  <a:pt x="318271" y="1506263"/>
                </a:lnTo>
                <a:lnTo>
                  <a:pt x="323544" y="1498763"/>
                </a:lnTo>
                <a:lnTo>
                  <a:pt x="328260" y="1496244"/>
                </a:lnTo>
                <a:lnTo>
                  <a:pt x="332469" y="1491263"/>
                </a:lnTo>
                <a:lnTo>
                  <a:pt x="332571" y="1483763"/>
                </a:lnTo>
                <a:lnTo>
                  <a:pt x="332726" y="1476262"/>
                </a:lnTo>
                <a:lnTo>
                  <a:pt x="342627" y="1469214"/>
                </a:lnTo>
                <a:lnTo>
                  <a:pt x="343452" y="1468762"/>
                </a:lnTo>
                <a:lnTo>
                  <a:pt x="346893" y="1461262"/>
                </a:lnTo>
                <a:lnTo>
                  <a:pt x="346941" y="1453761"/>
                </a:lnTo>
                <a:lnTo>
                  <a:pt x="347299" y="1446261"/>
                </a:lnTo>
                <a:lnTo>
                  <a:pt x="356993" y="1440374"/>
                </a:lnTo>
                <a:lnTo>
                  <a:pt x="359807" y="1438761"/>
                </a:lnTo>
                <a:lnTo>
                  <a:pt x="361285" y="1431260"/>
                </a:lnTo>
                <a:lnTo>
                  <a:pt x="361313" y="1423760"/>
                </a:lnTo>
                <a:lnTo>
                  <a:pt x="362147" y="1416260"/>
                </a:lnTo>
                <a:lnTo>
                  <a:pt x="371360" y="1411078"/>
                </a:lnTo>
                <a:lnTo>
                  <a:pt x="375027" y="1408760"/>
                </a:lnTo>
                <a:lnTo>
                  <a:pt x="375662" y="1401259"/>
                </a:lnTo>
                <a:lnTo>
                  <a:pt x="375694" y="1393759"/>
                </a:lnTo>
                <a:lnTo>
                  <a:pt x="377635" y="1386259"/>
                </a:lnTo>
                <a:lnTo>
                  <a:pt x="385726" y="1381864"/>
                </a:lnTo>
                <a:lnTo>
                  <a:pt x="389760" y="1378758"/>
                </a:lnTo>
                <a:lnTo>
                  <a:pt x="390033" y="1371258"/>
                </a:lnTo>
                <a:lnTo>
                  <a:pt x="390093" y="1363758"/>
                </a:lnTo>
                <a:lnTo>
                  <a:pt x="394614" y="1356258"/>
                </a:lnTo>
                <a:lnTo>
                  <a:pt x="400092" y="1353327"/>
                </a:lnTo>
                <a:lnTo>
                  <a:pt x="404284" y="1348757"/>
                </a:lnTo>
                <a:lnTo>
                  <a:pt x="404402" y="1341257"/>
                </a:lnTo>
                <a:lnTo>
                  <a:pt x="404536" y="1333757"/>
                </a:lnTo>
                <a:lnTo>
                  <a:pt x="414459" y="1326390"/>
                </a:lnTo>
                <a:lnTo>
                  <a:pt x="414704" y="1326256"/>
                </a:lnTo>
                <a:lnTo>
                  <a:pt x="418718" y="1318756"/>
                </a:lnTo>
                <a:lnTo>
                  <a:pt x="418772" y="1311256"/>
                </a:lnTo>
                <a:lnTo>
                  <a:pt x="419079" y="1303755"/>
                </a:lnTo>
                <a:lnTo>
                  <a:pt x="428825" y="1297709"/>
                </a:lnTo>
                <a:lnTo>
                  <a:pt x="431390" y="1296255"/>
                </a:lnTo>
                <a:lnTo>
                  <a:pt x="433113" y="1288755"/>
                </a:lnTo>
                <a:lnTo>
                  <a:pt x="433144" y="1281255"/>
                </a:lnTo>
                <a:lnTo>
                  <a:pt x="433858" y="1273754"/>
                </a:lnTo>
                <a:lnTo>
                  <a:pt x="443192" y="1268452"/>
                </a:lnTo>
                <a:lnTo>
                  <a:pt x="446752" y="1266254"/>
                </a:lnTo>
                <a:lnTo>
                  <a:pt x="447492" y="1258754"/>
                </a:lnTo>
                <a:lnTo>
                  <a:pt x="447545" y="1251253"/>
                </a:lnTo>
                <a:lnTo>
                  <a:pt x="454343" y="1243753"/>
                </a:lnTo>
                <a:lnTo>
                  <a:pt x="457558" y="1242057"/>
                </a:lnTo>
                <a:lnTo>
                  <a:pt x="461828" y="1236253"/>
                </a:lnTo>
                <a:lnTo>
                  <a:pt x="461897" y="1228752"/>
                </a:lnTo>
                <a:lnTo>
                  <a:pt x="466446" y="1221252"/>
                </a:lnTo>
                <a:lnTo>
                  <a:pt x="471924" y="1218357"/>
                </a:lnTo>
                <a:lnTo>
                  <a:pt x="476174" y="1213752"/>
                </a:lnTo>
                <a:lnTo>
                  <a:pt x="476253" y="1206252"/>
                </a:lnTo>
                <a:lnTo>
                  <a:pt x="479298" y="1198751"/>
                </a:lnTo>
                <a:lnTo>
                  <a:pt x="486291" y="1195046"/>
                </a:lnTo>
                <a:lnTo>
                  <a:pt x="490513" y="1191251"/>
                </a:lnTo>
                <a:lnTo>
                  <a:pt x="490613" y="1183751"/>
                </a:lnTo>
                <a:lnTo>
                  <a:pt x="493647" y="1176250"/>
                </a:lnTo>
                <a:lnTo>
                  <a:pt x="500657" y="1172557"/>
                </a:lnTo>
                <a:lnTo>
                  <a:pt x="504912" y="1168750"/>
                </a:lnTo>
                <a:lnTo>
                  <a:pt x="504985" y="1161250"/>
                </a:lnTo>
                <a:lnTo>
                  <a:pt x="509836" y="1153749"/>
                </a:lnTo>
                <a:lnTo>
                  <a:pt x="515023" y="1151022"/>
                </a:lnTo>
                <a:lnTo>
                  <a:pt x="519299" y="1146249"/>
                </a:lnTo>
                <a:lnTo>
                  <a:pt x="519363" y="1138749"/>
                </a:lnTo>
                <a:lnTo>
                  <a:pt x="527115" y="1131249"/>
                </a:lnTo>
                <a:lnTo>
                  <a:pt x="529390" y="1130054"/>
                </a:lnTo>
                <a:lnTo>
                  <a:pt x="533679" y="1123748"/>
                </a:lnTo>
                <a:lnTo>
                  <a:pt x="533748" y="1116248"/>
                </a:lnTo>
                <a:lnTo>
                  <a:pt x="543756" y="1109185"/>
                </a:lnTo>
                <a:lnTo>
                  <a:pt x="544581" y="1108748"/>
                </a:lnTo>
                <a:lnTo>
                  <a:pt x="548047" y="1101247"/>
                </a:lnTo>
                <a:lnTo>
                  <a:pt x="548141" y="1093747"/>
                </a:lnTo>
                <a:lnTo>
                  <a:pt x="551791" y="1086247"/>
                </a:lnTo>
                <a:lnTo>
                  <a:pt x="558123" y="1082121"/>
                </a:lnTo>
                <a:lnTo>
                  <a:pt x="561233" y="1078747"/>
                </a:lnTo>
                <a:lnTo>
                  <a:pt x="562315" y="1071246"/>
                </a:lnTo>
                <a:lnTo>
                  <a:pt x="562479" y="1063746"/>
                </a:lnTo>
                <a:lnTo>
                  <a:pt x="563005" y="1056246"/>
                </a:lnTo>
                <a:lnTo>
                  <a:pt x="567997" y="1048745"/>
                </a:lnTo>
                <a:lnTo>
                  <a:pt x="572489" y="1045922"/>
                </a:lnTo>
                <a:lnTo>
                  <a:pt x="575996" y="1041245"/>
                </a:lnTo>
                <a:lnTo>
                  <a:pt x="576725" y="1033745"/>
                </a:lnTo>
                <a:lnTo>
                  <a:pt x="576879" y="1026244"/>
                </a:lnTo>
                <a:lnTo>
                  <a:pt x="577655" y="1018744"/>
                </a:lnTo>
                <a:lnTo>
                  <a:pt x="585110" y="1011244"/>
                </a:lnTo>
                <a:lnTo>
                  <a:pt x="586855" y="1010174"/>
                </a:lnTo>
                <a:lnTo>
                  <a:pt x="590629" y="1003743"/>
                </a:lnTo>
                <a:lnTo>
                  <a:pt x="591123" y="996243"/>
                </a:lnTo>
                <a:lnTo>
                  <a:pt x="591292" y="988743"/>
                </a:lnTo>
                <a:lnTo>
                  <a:pt x="592445" y="981243"/>
                </a:lnTo>
                <a:lnTo>
                  <a:pt x="601222" y="974361"/>
                </a:lnTo>
                <a:lnTo>
                  <a:pt x="602041" y="973742"/>
                </a:lnTo>
                <a:lnTo>
                  <a:pt x="605174" y="966242"/>
                </a:lnTo>
                <a:lnTo>
                  <a:pt x="605515" y="958742"/>
                </a:lnTo>
                <a:lnTo>
                  <a:pt x="605725" y="951241"/>
                </a:lnTo>
                <a:lnTo>
                  <a:pt x="607444" y="943741"/>
                </a:lnTo>
                <a:lnTo>
                  <a:pt x="615588" y="938403"/>
                </a:lnTo>
                <a:lnTo>
                  <a:pt x="618248" y="936241"/>
                </a:lnTo>
                <a:lnTo>
                  <a:pt x="619815" y="928741"/>
                </a:lnTo>
                <a:lnTo>
                  <a:pt x="620079" y="921240"/>
                </a:lnTo>
                <a:lnTo>
                  <a:pt x="623179" y="913740"/>
                </a:lnTo>
                <a:lnTo>
                  <a:pt x="629955" y="909709"/>
                </a:lnTo>
                <a:lnTo>
                  <a:pt x="633514" y="906240"/>
                </a:lnTo>
                <a:lnTo>
                  <a:pt x="634245" y="898739"/>
                </a:lnTo>
                <a:lnTo>
                  <a:pt x="634672" y="891239"/>
                </a:lnTo>
                <a:lnTo>
                  <a:pt x="641466" y="883739"/>
                </a:lnTo>
                <a:lnTo>
                  <a:pt x="644321" y="882104"/>
                </a:lnTo>
                <a:lnTo>
                  <a:pt x="648291" y="876239"/>
                </a:lnTo>
                <a:lnTo>
                  <a:pt x="648662" y="868738"/>
                </a:lnTo>
                <a:lnTo>
                  <a:pt x="649529" y="861238"/>
                </a:lnTo>
                <a:lnTo>
                  <a:pt x="658687" y="854787"/>
                </a:lnTo>
                <a:lnTo>
                  <a:pt x="660255" y="853738"/>
                </a:lnTo>
                <a:lnTo>
                  <a:pt x="662847" y="846237"/>
                </a:lnTo>
                <a:lnTo>
                  <a:pt x="663101" y="838737"/>
                </a:lnTo>
                <a:lnTo>
                  <a:pt x="664971" y="831237"/>
                </a:lnTo>
                <a:lnTo>
                  <a:pt x="673054" y="826207"/>
                </a:lnTo>
                <a:lnTo>
                  <a:pt x="676115" y="823736"/>
                </a:lnTo>
                <a:lnTo>
                  <a:pt x="677306" y="816236"/>
                </a:lnTo>
                <a:lnTo>
                  <a:pt x="677606" y="808736"/>
                </a:lnTo>
                <a:lnTo>
                  <a:pt x="681698" y="801235"/>
                </a:lnTo>
                <a:lnTo>
                  <a:pt x="687420" y="797653"/>
                </a:lnTo>
                <a:lnTo>
                  <a:pt x="690823" y="793735"/>
                </a:lnTo>
                <a:lnTo>
                  <a:pt x="691485" y="786235"/>
                </a:lnTo>
                <a:lnTo>
                  <a:pt x="691684" y="778735"/>
                </a:lnTo>
                <a:lnTo>
                  <a:pt x="691797" y="771234"/>
                </a:lnTo>
                <a:lnTo>
                  <a:pt x="692039" y="763734"/>
                </a:lnTo>
                <a:lnTo>
                  <a:pt x="692863" y="756234"/>
                </a:lnTo>
                <a:lnTo>
                  <a:pt x="695828" y="748733"/>
                </a:lnTo>
                <a:lnTo>
                  <a:pt x="701786" y="743120"/>
                </a:lnTo>
                <a:lnTo>
                  <a:pt x="703118" y="741233"/>
                </a:lnTo>
                <a:lnTo>
                  <a:pt x="705248" y="733733"/>
                </a:lnTo>
                <a:lnTo>
                  <a:pt x="705860" y="726233"/>
                </a:lnTo>
                <a:lnTo>
                  <a:pt x="706050" y="718732"/>
                </a:lnTo>
                <a:lnTo>
                  <a:pt x="706211" y="711232"/>
                </a:lnTo>
                <a:lnTo>
                  <a:pt x="706890" y="703732"/>
                </a:lnTo>
                <a:lnTo>
                  <a:pt x="711033" y="696231"/>
                </a:lnTo>
                <a:lnTo>
                  <a:pt x="716153" y="692595"/>
                </a:lnTo>
                <a:lnTo>
                  <a:pt x="719047" y="688731"/>
                </a:lnTo>
                <a:lnTo>
                  <a:pt x="720242" y="681231"/>
                </a:lnTo>
                <a:lnTo>
                  <a:pt x="720473" y="673730"/>
                </a:lnTo>
                <a:lnTo>
                  <a:pt x="720749" y="666230"/>
                </a:lnTo>
                <a:lnTo>
                  <a:pt x="722294" y="658730"/>
                </a:lnTo>
                <a:lnTo>
                  <a:pt x="730519" y="651730"/>
                </a:lnTo>
                <a:lnTo>
                  <a:pt x="731121" y="651230"/>
                </a:lnTo>
                <a:lnTo>
                  <a:pt x="744886" y="644610"/>
                </a:lnTo>
                <a:lnTo>
                  <a:pt x="754809" y="651230"/>
                </a:lnTo>
                <a:lnTo>
                  <a:pt x="759252" y="658057"/>
                </a:lnTo>
                <a:lnTo>
                  <a:pt x="760518" y="658730"/>
                </a:lnTo>
                <a:lnTo>
                  <a:pt x="769312" y="666230"/>
                </a:lnTo>
                <a:lnTo>
                  <a:pt x="773618" y="670944"/>
                </a:lnTo>
                <a:lnTo>
                  <a:pt x="778837" y="673730"/>
                </a:lnTo>
                <a:lnTo>
                  <a:pt x="783815" y="681231"/>
                </a:lnTo>
                <a:lnTo>
                  <a:pt x="787985" y="684748"/>
                </a:lnTo>
                <a:lnTo>
                  <a:pt x="795381" y="688731"/>
                </a:lnTo>
                <a:lnTo>
                  <a:pt x="798370" y="696231"/>
                </a:lnTo>
                <a:lnTo>
                  <a:pt x="802351" y="699030"/>
                </a:lnTo>
                <a:lnTo>
                  <a:pt x="810949" y="703732"/>
                </a:lnTo>
                <a:lnTo>
                  <a:pt x="813044" y="711232"/>
                </a:lnTo>
                <a:lnTo>
                  <a:pt x="816717" y="713527"/>
                </a:lnTo>
                <a:lnTo>
                  <a:pt x="825982" y="718732"/>
                </a:lnTo>
                <a:lnTo>
                  <a:pt x="827952" y="726233"/>
                </a:lnTo>
                <a:lnTo>
                  <a:pt x="831084" y="728054"/>
                </a:lnTo>
                <a:lnTo>
                  <a:pt x="840723" y="733733"/>
                </a:lnTo>
                <a:lnTo>
                  <a:pt x="843291" y="741233"/>
                </a:lnTo>
                <a:lnTo>
                  <a:pt x="845450" y="742437"/>
                </a:lnTo>
                <a:lnTo>
                  <a:pt x="855311" y="748733"/>
                </a:lnTo>
                <a:lnTo>
                  <a:pt x="859418" y="756234"/>
                </a:lnTo>
                <a:lnTo>
                  <a:pt x="859817" y="756451"/>
                </a:lnTo>
                <a:lnTo>
                  <a:pt x="869826" y="763734"/>
                </a:lnTo>
                <a:lnTo>
                  <a:pt x="874183" y="767045"/>
                </a:lnTo>
                <a:lnTo>
                  <a:pt x="882114" y="771234"/>
                </a:lnTo>
                <a:lnTo>
                  <a:pt x="886105" y="778735"/>
                </a:lnTo>
                <a:lnTo>
                  <a:pt x="888549" y="780042"/>
                </a:lnTo>
                <a:lnTo>
                  <a:pt x="898684" y="786235"/>
                </a:lnTo>
                <a:lnTo>
                  <a:pt x="902916" y="788930"/>
                </a:lnTo>
                <a:lnTo>
                  <a:pt x="911996" y="793735"/>
                </a:lnTo>
                <a:lnTo>
                  <a:pt x="917282" y="796034"/>
                </a:lnTo>
                <a:lnTo>
                  <a:pt x="931648" y="797900"/>
                </a:lnTo>
                <a:lnTo>
                  <a:pt x="938647" y="801235"/>
                </a:lnTo>
                <a:lnTo>
                  <a:pt x="946015" y="803234"/>
                </a:lnTo>
                <a:lnTo>
                  <a:pt x="960381" y="803710"/>
                </a:lnTo>
                <a:lnTo>
                  <a:pt x="974455" y="808736"/>
                </a:lnTo>
                <a:lnTo>
                  <a:pt x="974748" y="808868"/>
                </a:lnTo>
                <a:lnTo>
                  <a:pt x="989114" y="811053"/>
                </a:lnTo>
                <a:lnTo>
                  <a:pt x="999375" y="816236"/>
                </a:lnTo>
                <a:lnTo>
                  <a:pt x="1003480" y="818303"/>
                </a:lnTo>
                <a:lnTo>
                  <a:pt x="1016368" y="823736"/>
                </a:lnTo>
                <a:lnTo>
                  <a:pt x="1017847" y="824504"/>
                </a:lnTo>
                <a:lnTo>
                  <a:pt x="1032213" y="827032"/>
                </a:lnTo>
                <a:lnTo>
                  <a:pt x="1040300" y="831237"/>
                </a:lnTo>
                <a:lnTo>
                  <a:pt x="1046580" y="833607"/>
                </a:lnTo>
                <a:lnTo>
                  <a:pt x="1056532" y="838737"/>
                </a:lnTo>
                <a:lnTo>
                  <a:pt x="1060946" y="841408"/>
                </a:lnTo>
                <a:lnTo>
                  <a:pt x="1070027" y="846237"/>
                </a:lnTo>
                <a:lnTo>
                  <a:pt x="1071825" y="853738"/>
                </a:lnTo>
                <a:lnTo>
                  <a:pt x="1075312" y="855641"/>
                </a:lnTo>
                <a:lnTo>
                  <a:pt x="1085201" y="861238"/>
                </a:lnTo>
                <a:lnTo>
                  <a:pt x="1089679" y="868638"/>
                </a:lnTo>
                <a:lnTo>
                  <a:pt x="1089869" y="868738"/>
                </a:lnTo>
                <a:lnTo>
                  <a:pt x="1099827" y="876239"/>
                </a:lnTo>
                <a:lnTo>
                  <a:pt x="1104045" y="878566"/>
                </a:lnTo>
                <a:lnTo>
                  <a:pt x="1114669" y="883739"/>
                </a:lnTo>
                <a:lnTo>
                  <a:pt x="1118412" y="885584"/>
                </a:lnTo>
                <a:lnTo>
                  <a:pt x="1130920" y="891239"/>
                </a:lnTo>
                <a:lnTo>
                  <a:pt x="1132778" y="892205"/>
                </a:lnTo>
                <a:lnTo>
                  <a:pt x="1144044" y="898739"/>
                </a:lnTo>
                <a:lnTo>
                  <a:pt x="1147144" y="900488"/>
                </a:lnTo>
                <a:lnTo>
                  <a:pt x="1156888" y="906240"/>
                </a:lnTo>
                <a:lnTo>
                  <a:pt x="1159464" y="913740"/>
                </a:lnTo>
                <a:lnTo>
                  <a:pt x="1161510" y="914864"/>
                </a:lnTo>
                <a:lnTo>
                  <a:pt x="1171425" y="921240"/>
                </a:lnTo>
                <a:lnTo>
                  <a:pt x="1175730" y="928741"/>
                </a:lnTo>
                <a:lnTo>
                  <a:pt x="1175877" y="928820"/>
                </a:lnTo>
                <a:lnTo>
                  <a:pt x="1185908" y="936241"/>
                </a:lnTo>
                <a:lnTo>
                  <a:pt x="1190243" y="941409"/>
                </a:lnTo>
                <a:lnTo>
                  <a:pt x="1194638" y="943741"/>
                </a:lnTo>
                <a:lnTo>
                  <a:pt x="1200381" y="951241"/>
                </a:lnTo>
                <a:lnTo>
                  <a:pt x="1204610" y="955016"/>
                </a:lnTo>
                <a:lnTo>
                  <a:pt x="1211588" y="958742"/>
                </a:lnTo>
                <a:lnTo>
                  <a:pt x="1214885" y="966242"/>
                </a:lnTo>
                <a:lnTo>
                  <a:pt x="1218976" y="969217"/>
                </a:lnTo>
                <a:lnTo>
                  <a:pt x="1227362" y="973742"/>
                </a:lnTo>
                <a:lnTo>
                  <a:pt x="1229471" y="981243"/>
                </a:lnTo>
                <a:lnTo>
                  <a:pt x="1233343" y="983706"/>
                </a:lnTo>
                <a:lnTo>
                  <a:pt x="1242496" y="988743"/>
                </a:lnTo>
                <a:lnTo>
                  <a:pt x="1244225" y="996243"/>
                </a:lnTo>
                <a:lnTo>
                  <a:pt x="1247709" y="998286"/>
                </a:lnTo>
                <a:lnTo>
                  <a:pt x="1257285" y="1003743"/>
                </a:lnTo>
                <a:lnTo>
                  <a:pt x="1259294" y="1011244"/>
                </a:lnTo>
                <a:lnTo>
                  <a:pt x="1262075" y="1012800"/>
                </a:lnTo>
                <a:lnTo>
                  <a:pt x="1271890" y="1018744"/>
                </a:lnTo>
                <a:lnTo>
                  <a:pt x="1274947" y="1026244"/>
                </a:lnTo>
                <a:lnTo>
                  <a:pt x="1276442" y="1027058"/>
                </a:lnTo>
                <a:lnTo>
                  <a:pt x="1286402" y="1033745"/>
                </a:lnTo>
                <a:lnTo>
                  <a:pt x="1290808" y="1040352"/>
                </a:lnTo>
                <a:lnTo>
                  <a:pt x="1292494" y="1041245"/>
                </a:lnTo>
                <a:lnTo>
                  <a:pt x="1300876" y="1048745"/>
                </a:lnTo>
                <a:lnTo>
                  <a:pt x="1305175" y="1053319"/>
                </a:lnTo>
                <a:lnTo>
                  <a:pt x="1310679" y="1056246"/>
                </a:lnTo>
                <a:lnTo>
                  <a:pt x="1315355" y="1063746"/>
                </a:lnTo>
                <a:lnTo>
                  <a:pt x="1319541" y="1067185"/>
                </a:lnTo>
                <a:lnTo>
                  <a:pt x="1327123" y="1071246"/>
                </a:lnTo>
                <a:lnTo>
                  <a:pt x="1329881" y="1078747"/>
                </a:lnTo>
                <a:lnTo>
                  <a:pt x="1333907" y="1081516"/>
                </a:lnTo>
                <a:lnTo>
                  <a:pt x="1342622" y="1086247"/>
                </a:lnTo>
                <a:lnTo>
                  <a:pt x="1344516" y="1093747"/>
                </a:lnTo>
                <a:lnTo>
                  <a:pt x="1348273" y="1096057"/>
                </a:lnTo>
                <a:lnTo>
                  <a:pt x="1357607" y="1101247"/>
                </a:lnTo>
                <a:lnTo>
                  <a:pt x="1359361" y="1108748"/>
                </a:lnTo>
                <a:lnTo>
                  <a:pt x="1362640" y="1110633"/>
                </a:lnTo>
                <a:lnTo>
                  <a:pt x="1372317" y="1116248"/>
                </a:lnTo>
                <a:lnTo>
                  <a:pt x="1374600" y="1123748"/>
                </a:lnTo>
                <a:lnTo>
                  <a:pt x="1377006" y="1125070"/>
                </a:lnTo>
                <a:lnTo>
                  <a:pt x="1386909" y="1131249"/>
                </a:lnTo>
                <a:lnTo>
                  <a:pt x="1391373" y="1138434"/>
                </a:lnTo>
                <a:lnTo>
                  <a:pt x="1391970" y="1138749"/>
                </a:lnTo>
                <a:lnTo>
                  <a:pt x="1401451" y="1146249"/>
                </a:lnTo>
                <a:lnTo>
                  <a:pt x="1405739" y="1150284"/>
                </a:lnTo>
                <a:lnTo>
                  <a:pt x="1412378" y="1153749"/>
                </a:lnTo>
                <a:lnTo>
                  <a:pt x="1416016" y="1161250"/>
                </a:lnTo>
                <a:lnTo>
                  <a:pt x="1420105" y="1164040"/>
                </a:lnTo>
                <a:lnTo>
                  <a:pt x="1430172" y="1168750"/>
                </a:lnTo>
                <a:lnTo>
                  <a:pt x="1430899" y="1176250"/>
                </a:lnTo>
                <a:lnTo>
                  <a:pt x="1434472" y="1178340"/>
                </a:lnTo>
                <a:lnTo>
                  <a:pt x="1439937" y="1176250"/>
                </a:lnTo>
                <a:lnTo>
                  <a:pt x="1438816" y="1168750"/>
                </a:lnTo>
                <a:lnTo>
                  <a:pt x="1437737" y="1161250"/>
                </a:lnTo>
                <a:lnTo>
                  <a:pt x="1436514" y="1153749"/>
                </a:lnTo>
                <a:lnTo>
                  <a:pt x="1434934" y="1146249"/>
                </a:lnTo>
                <a:lnTo>
                  <a:pt x="1434472" y="1144839"/>
                </a:lnTo>
                <a:lnTo>
                  <a:pt x="1431022" y="1138749"/>
                </a:lnTo>
                <a:lnTo>
                  <a:pt x="1427445" y="1131249"/>
                </a:lnTo>
                <a:lnTo>
                  <a:pt x="1425316" y="1123748"/>
                </a:lnTo>
                <a:lnTo>
                  <a:pt x="1423680" y="1116248"/>
                </a:lnTo>
                <a:lnTo>
                  <a:pt x="1421796" y="1108748"/>
                </a:lnTo>
                <a:lnTo>
                  <a:pt x="1420105" y="1104246"/>
                </a:lnTo>
                <a:lnTo>
                  <a:pt x="1417831" y="1101247"/>
                </a:lnTo>
                <a:lnTo>
                  <a:pt x="1413724" y="1093747"/>
                </a:lnTo>
                <a:lnTo>
                  <a:pt x="1411363" y="1086247"/>
                </a:lnTo>
                <a:lnTo>
                  <a:pt x="1409682" y="1078747"/>
                </a:lnTo>
                <a:lnTo>
                  <a:pt x="1407921" y="1071246"/>
                </a:lnTo>
                <a:lnTo>
                  <a:pt x="1405739" y="1064931"/>
                </a:lnTo>
                <a:lnTo>
                  <a:pt x="1404814" y="1063746"/>
                </a:lnTo>
                <a:lnTo>
                  <a:pt x="1400090" y="1056246"/>
                </a:lnTo>
                <a:lnTo>
                  <a:pt x="1397445" y="1048745"/>
                </a:lnTo>
                <a:lnTo>
                  <a:pt x="1395681" y="1041245"/>
                </a:lnTo>
                <a:lnTo>
                  <a:pt x="1394001" y="1033745"/>
                </a:lnTo>
                <a:lnTo>
                  <a:pt x="1391646" y="1026244"/>
                </a:lnTo>
                <a:lnTo>
                  <a:pt x="1391373" y="1025640"/>
                </a:lnTo>
                <a:lnTo>
                  <a:pt x="1386561" y="1018744"/>
                </a:lnTo>
                <a:lnTo>
                  <a:pt x="1383570" y="1011244"/>
                </a:lnTo>
                <a:lnTo>
                  <a:pt x="1381683" y="1003743"/>
                </a:lnTo>
                <a:lnTo>
                  <a:pt x="1380048" y="996243"/>
                </a:lnTo>
                <a:lnTo>
                  <a:pt x="1377923" y="988743"/>
                </a:lnTo>
                <a:lnTo>
                  <a:pt x="1377006" y="986557"/>
                </a:lnTo>
                <a:lnTo>
                  <a:pt x="1373155" y="981243"/>
                </a:lnTo>
                <a:lnTo>
                  <a:pt x="1369751" y="973742"/>
                </a:lnTo>
                <a:lnTo>
                  <a:pt x="1367699" y="966242"/>
                </a:lnTo>
                <a:lnTo>
                  <a:pt x="1366070" y="958742"/>
                </a:lnTo>
                <a:lnTo>
                  <a:pt x="1364128" y="951241"/>
                </a:lnTo>
                <a:lnTo>
                  <a:pt x="1362640" y="947403"/>
                </a:lnTo>
                <a:lnTo>
                  <a:pt x="1359895" y="943741"/>
                </a:lnTo>
                <a:lnTo>
                  <a:pt x="1356000" y="936241"/>
                </a:lnTo>
                <a:lnTo>
                  <a:pt x="1353735" y="928741"/>
                </a:lnTo>
                <a:lnTo>
                  <a:pt x="1352076" y="921240"/>
                </a:lnTo>
                <a:lnTo>
                  <a:pt x="1350272" y="913740"/>
                </a:lnTo>
                <a:lnTo>
                  <a:pt x="1348273" y="908141"/>
                </a:lnTo>
                <a:lnTo>
                  <a:pt x="1346805" y="906240"/>
                </a:lnTo>
                <a:lnTo>
                  <a:pt x="1342331" y="898739"/>
                </a:lnTo>
                <a:lnTo>
                  <a:pt x="1339802" y="891239"/>
                </a:lnTo>
                <a:lnTo>
                  <a:pt x="1338075" y="883739"/>
                </a:lnTo>
                <a:lnTo>
                  <a:pt x="1336368" y="876239"/>
                </a:lnTo>
                <a:lnTo>
                  <a:pt x="1333910" y="868738"/>
                </a:lnTo>
                <a:lnTo>
                  <a:pt x="1333907" y="868731"/>
                </a:lnTo>
                <a:lnTo>
                  <a:pt x="1328759" y="861238"/>
                </a:lnTo>
                <a:lnTo>
                  <a:pt x="1325909" y="853738"/>
                </a:lnTo>
                <a:lnTo>
                  <a:pt x="1324075" y="846237"/>
                </a:lnTo>
                <a:lnTo>
                  <a:pt x="1325040" y="838737"/>
                </a:lnTo>
                <a:lnTo>
                  <a:pt x="1330749" y="831237"/>
                </a:lnTo>
                <a:lnTo>
                  <a:pt x="1333907" y="828861"/>
                </a:lnTo>
                <a:lnTo>
                  <a:pt x="1337097" y="823736"/>
                </a:lnTo>
                <a:lnTo>
                  <a:pt x="1339433" y="816236"/>
                </a:lnTo>
                <a:lnTo>
                  <a:pt x="1346648" y="808736"/>
                </a:lnTo>
                <a:lnTo>
                  <a:pt x="1348273" y="807802"/>
                </a:lnTo>
                <a:lnTo>
                  <a:pt x="1353079" y="801235"/>
                </a:lnTo>
                <a:lnTo>
                  <a:pt x="1362640" y="794367"/>
                </a:lnTo>
                <a:lnTo>
                  <a:pt x="1363600" y="793735"/>
                </a:lnTo>
                <a:lnTo>
                  <a:pt x="1368034" y="786235"/>
                </a:lnTo>
                <a:lnTo>
                  <a:pt x="1377006" y="780273"/>
                </a:lnTo>
                <a:lnTo>
                  <a:pt x="1379178" y="778735"/>
                </a:lnTo>
                <a:lnTo>
                  <a:pt x="1383188" y="771234"/>
                </a:lnTo>
                <a:lnTo>
                  <a:pt x="1391373" y="766092"/>
                </a:lnTo>
                <a:lnTo>
                  <a:pt x="1394384" y="763734"/>
                </a:lnTo>
                <a:lnTo>
                  <a:pt x="1398682" y="756234"/>
                </a:lnTo>
                <a:lnTo>
                  <a:pt x="1405739" y="751970"/>
                </a:lnTo>
                <a:lnTo>
                  <a:pt x="1409368" y="748733"/>
                </a:lnTo>
                <a:lnTo>
                  <a:pt x="1414715" y="741233"/>
                </a:lnTo>
                <a:lnTo>
                  <a:pt x="1420105" y="738063"/>
                </a:lnTo>
                <a:lnTo>
                  <a:pt x="1424238" y="733733"/>
                </a:lnTo>
                <a:lnTo>
                  <a:pt x="1431585" y="726233"/>
                </a:lnTo>
                <a:lnTo>
                  <a:pt x="1434472" y="724565"/>
                </a:lnTo>
                <a:lnTo>
                  <a:pt x="1439084" y="718732"/>
                </a:lnTo>
                <a:lnTo>
                  <a:pt x="1448838" y="711462"/>
                </a:lnTo>
                <a:lnTo>
                  <a:pt x="1449196" y="711232"/>
                </a:lnTo>
                <a:lnTo>
                  <a:pt x="1453990" y="703732"/>
                </a:lnTo>
                <a:lnTo>
                  <a:pt x="1463205" y="697442"/>
                </a:lnTo>
                <a:lnTo>
                  <a:pt x="1464968" y="696231"/>
                </a:lnTo>
                <a:lnTo>
                  <a:pt x="1469054" y="688731"/>
                </a:lnTo>
                <a:lnTo>
                  <a:pt x="1477571" y="683277"/>
                </a:lnTo>
                <a:lnTo>
                  <a:pt x="1480296" y="681231"/>
                </a:lnTo>
                <a:lnTo>
                  <a:pt x="1484399" y="673730"/>
                </a:lnTo>
                <a:lnTo>
                  <a:pt x="1491937" y="669116"/>
                </a:lnTo>
                <a:lnTo>
                  <a:pt x="1495349" y="666230"/>
                </a:lnTo>
                <a:lnTo>
                  <a:pt x="1505676" y="658730"/>
                </a:lnTo>
                <a:lnTo>
                  <a:pt x="1506304" y="658401"/>
                </a:lnTo>
                <a:lnTo>
                  <a:pt x="1512961" y="651230"/>
                </a:lnTo>
                <a:lnTo>
                  <a:pt x="1520670" y="647172"/>
                </a:lnTo>
                <a:lnTo>
                  <a:pt x="1525386" y="643729"/>
                </a:lnTo>
                <a:lnTo>
                  <a:pt x="1535036" y="638542"/>
                </a:lnTo>
                <a:lnTo>
                  <a:pt x="1539103" y="636229"/>
                </a:lnTo>
                <a:lnTo>
                  <a:pt x="1549403" y="630148"/>
                </a:lnTo>
                <a:lnTo>
                  <a:pt x="1552067" y="628729"/>
                </a:lnTo>
                <a:lnTo>
                  <a:pt x="1558974" y="621228"/>
                </a:lnTo>
                <a:lnTo>
                  <a:pt x="1563769" y="618712"/>
                </a:lnTo>
                <a:lnTo>
                  <a:pt x="1569109" y="613728"/>
                </a:lnTo>
                <a:lnTo>
                  <a:pt x="1578136" y="608945"/>
                </a:lnTo>
                <a:lnTo>
                  <a:pt x="1582506" y="606228"/>
                </a:lnTo>
                <a:lnTo>
                  <a:pt x="1592502" y="600689"/>
                </a:lnTo>
                <a:lnTo>
                  <a:pt x="1596105" y="598728"/>
                </a:lnTo>
                <a:lnTo>
                  <a:pt x="1606868" y="591555"/>
                </a:lnTo>
                <a:lnTo>
                  <a:pt x="1607489" y="591227"/>
                </a:lnTo>
                <a:lnTo>
                  <a:pt x="1613532" y="583727"/>
                </a:lnTo>
                <a:lnTo>
                  <a:pt x="1621235" y="579672"/>
                </a:lnTo>
                <a:lnTo>
                  <a:pt x="1625951" y="576227"/>
                </a:lnTo>
                <a:lnTo>
                  <a:pt x="1635601" y="571041"/>
                </a:lnTo>
                <a:lnTo>
                  <a:pt x="1639669" y="568726"/>
                </a:lnTo>
                <a:lnTo>
                  <a:pt x="1649968" y="562648"/>
                </a:lnTo>
                <a:lnTo>
                  <a:pt x="1652635" y="561226"/>
                </a:lnTo>
                <a:lnTo>
                  <a:pt x="1659552" y="553726"/>
                </a:lnTo>
                <a:lnTo>
                  <a:pt x="1664334" y="551216"/>
                </a:lnTo>
                <a:lnTo>
                  <a:pt x="1669676" y="546225"/>
                </a:lnTo>
                <a:lnTo>
                  <a:pt x="1678700" y="541444"/>
                </a:lnTo>
                <a:lnTo>
                  <a:pt x="1683071" y="538725"/>
                </a:lnTo>
                <a:lnTo>
                  <a:pt x="1693067" y="533187"/>
                </a:lnTo>
                <a:lnTo>
                  <a:pt x="1696672" y="531225"/>
                </a:lnTo>
                <a:lnTo>
                  <a:pt x="1707433" y="524056"/>
                </a:lnTo>
                <a:lnTo>
                  <a:pt x="1708062" y="523724"/>
                </a:lnTo>
                <a:lnTo>
                  <a:pt x="1714102" y="516224"/>
                </a:lnTo>
                <a:lnTo>
                  <a:pt x="1721799" y="512172"/>
                </a:lnTo>
                <a:lnTo>
                  <a:pt x="1726517" y="508724"/>
                </a:lnTo>
                <a:lnTo>
                  <a:pt x="1736166" y="503539"/>
                </a:lnTo>
                <a:lnTo>
                  <a:pt x="1740235" y="501224"/>
                </a:lnTo>
                <a:lnTo>
                  <a:pt x="1750532" y="495147"/>
                </a:lnTo>
                <a:lnTo>
                  <a:pt x="1753204" y="493723"/>
                </a:lnTo>
                <a:lnTo>
                  <a:pt x="1760129" y="486223"/>
                </a:lnTo>
                <a:lnTo>
                  <a:pt x="1764898" y="483720"/>
                </a:lnTo>
                <a:lnTo>
                  <a:pt x="1770243" y="478723"/>
                </a:lnTo>
                <a:lnTo>
                  <a:pt x="1779265" y="473943"/>
                </a:lnTo>
                <a:lnTo>
                  <a:pt x="1783636" y="471222"/>
                </a:lnTo>
                <a:lnTo>
                  <a:pt x="1793631" y="465686"/>
                </a:lnTo>
                <a:lnTo>
                  <a:pt x="1797239" y="463722"/>
                </a:lnTo>
                <a:lnTo>
                  <a:pt x="1807998" y="456558"/>
                </a:lnTo>
                <a:lnTo>
                  <a:pt x="1808635" y="456222"/>
                </a:lnTo>
                <a:lnTo>
                  <a:pt x="1814672" y="448722"/>
                </a:lnTo>
                <a:lnTo>
                  <a:pt x="1822364" y="444673"/>
                </a:lnTo>
                <a:lnTo>
                  <a:pt x="1827083" y="441221"/>
                </a:lnTo>
                <a:lnTo>
                  <a:pt x="1836731" y="436037"/>
                </a:lnTo>
                <a:lnTo>
                  <a:pt x="1840800" y="433721"/>
                </a:lnTo>
                <a:lnTo>
                  <a:pt x="1851097" y="427647"/>
                </a:lnTo>
                <a:lnTo>
                  <a:pt x="1853772" y="426221"/>
                </a:lnTo>
                <a:lnTo>
                  <a:pt x="1860706" y="418720"/>
                </a:lnTo>
                <a:lnTo>
                  <a:pt x="1865463" y="416223"/>
                </a:lnTo>
                <a:lnTo>
                  <a:pt x="1870810" y="411220"/>
                </a:lnTo>
                <a:lnTo>
                  <a:pt x="1879830" y="406442"/>
                </a:lnTo>
                <a:lnTo>
                  <a:pt x="1884202" y="403720"/>
                </a:lnTo>
                <a:lnTo>
                  <a:pt x="1894196" y="398184"/>
                </a:lnTo>
                <a:lnTo>
                  <a:pt x="1897805" y="396220"/>
                </a:lnTo>
                <a:lnTo>
                  <a:pt x="1908562" y="389060"/>
                </a:lnTo>
                <a:lnTo>
                  <a:pt x="1909209" y="388719"/>
                </a:lnTo>
                <a:lnTo>
                  <a:pt x="1915242" y="381219"/>
                </a:lnTo>
                <a:lnTo>
                  <a:pt x="1922929" y="377173"/>
                </a:lnTo>
                <a:lnTo>
                  <a:pt x="1927649" y="373719"/>
                </a:lnTo>
                <a:lnTo>
                  <a:pt x="1937295" y="368536"/>
                </a:lnTo>
                <a:lnTo>
                  <a:pt x="1941366" y="366218"/>
                </a:lnTo>
                <a:lnTo>
                  <a:pt x="1951661" y="360146"/>
                </a:lnTo>
                <a:lnTo>
                  <a:pt x="1954341" y="358718"/>
                </a:lnTo>
                <a:lnTo>
                  <a:pt x="1961283" y="351218"/>
                </a:lnTo>
                <a:lnTo>
                  <a:pt x="1966028" y="348727"/>
                </a:lnTo>
                <a:lnTo>
                  <a:pt x="1971377" y="343717"/>
                </a:lnTo>
                <a:lnTo>
                  <a:pt x="1980394" y="338940"/>
                </a:lnTo>
                <a:lnTo>
                  <a:pt x="1984768" y="336217"/>
                </a:lnTo>
                <a:lnTo>
                  <a:pt x="1994761" y="330683"/>
                </a:lnTo>
                <a:lnTo>
                  <a:pt x="1998372" y="328717"/>
                </a:lnTo>
                <a:lnTo>
                  <a:pt x="2009127" y="321562"/>
                </a:lnTo>
                <a:lnTo>
                  <a:pt x="2009782" y="321216"/>
                </a:lnTo>
                <a:lnTo>
                  <a:pt x="2015813" y="313716"/>
                </a:lnTo>
                <a:lnTo>
                  <a:pt x="2023493" y="309673"/>
                </a:lnTo>
                <a:lnTo>
                  <a:pt x="2028215" y="306216"/>
                </a:lnTo>
                <a:lnTo>
                  <a:pt x="2037860" y="301034"/>
                </a:lnTo>
                <a:lnTo>
                  <a:pt x="2041931" y="298716"/>
                </a:lnTo>
                <a:lnTo>
                  <a:pt x="2052226" y="292645"/>
                </a:lnTo>
                <a:lnTo>
                  <a:pt x="2054909" y="291215"/>
                </a:lnTo>
                <a:lnTo>
                  <a:pt x="2061860" y="283715"/>
                </a:lnTo>
                <a:lnTo>
                  <a:pt x="2066593" y="281231"/>
                </a:lnTo>
                <a:lnTo>
                  <a:pt x="2071945" y="276215"/>
                </a:lnTo>
                <a:lnTo>
                  <a:pt x="2080959" y="271439"/>
                </a:lnTo>
                <a:lnTo>
                  <a:pt x="2085333" y="268714"/>
                </a:lnTo>
                <a:lnTo>
                  <a:pt x="2095325" y="263181"/>
                </a:lnTo>
                <a:lnTo>
                  <a:pt x="2098938" y="261214"/>
                </a:lnTo>
                <a:lnTo>
                  <a:pt x="2109692" y="254064"/>
                </a:lnTo>
                <a:lnTo>
                  <a:pt x="2110355" y="253714"/>
                </a:lnTo>
                <a:lnTo>
                  <a:pt x="2116383" y="246214"/>
                </a:lnTo>
                <a:lnTo>
                  <a:pt x="2124058" y="242174"/>
                </a:lnTo>
                <a:lnTo>
                  <a:pt x="2128781" y="238713"/>
                </a:lnTo>
                <a:lnTo>
                  <a:pt x="2138424" y="233532"/>
                </a:lnTo>
                <a:lnTo>
                  <a:pt x="2142497" y="231213"/>
                </a:lnTo>
                <a:lnTo>
                  <a:pt x="2152791" y="225145"/>
                </a:lnTo>
                <a:lnTo>
                  <a:pt x="2155478" y="223713"/>
                </a:lnTo>
                <a:lnTo>
                  <a:pt x="2162438" y="216212"/>
                </a:lnTo>
                <a:lnTo>
                  <a:pt x="2167157" y="213735"/>
                </a:lnTo>
                <a:lnTo>
                  <a:pt x="2172512" y="208712"/>
                </a:lnTo>
                <a:lnTo>
                  <a:pt x="2181524" y="203938"/>
                </a:lnTo>
                <a:lnTo>
                  <a:pt x="2185899" y="201212"/>
                </a:lnTo>
                <a:lnTo>
                  <a:pt x="2195890" y="195679"/>
                </a:lnTo>
                <a:lnTo>
                  <a:pt x="2199505" y="193711"/>
                </a:lnTo>
                <a:lnTo>
                  <a:pt x="2210256" y="186566"/>
                </a:lnTo>
                <a:lnTo>
                  <a:pt x="2210929" y="186211"/>
                </a:lnTo>
                <a:lnTo>
                  <a:pt x="2216954" y="178711"/>
                </a:lnTo>
                <a:lnTo>
                  <a:pt x="2224623" y="174674"/>
                </a:lnTo>
                <a:lnTo>
                  <a:pt x="2229347" y="171211"/>
                </a:lnTo>
                <a:lnTo>
                  <a:pt x="2238989" y="166031"/>
                </a:lnTo>
                <a:lnTo>
                  <a:pt x="2243063" y="163710"/>
                </a:lnTo>
                <a:lnTo>
                  <a:pt x="2253355" y="157644"/>
                </a:lnTo>
                <a:lnTo>
                  <a:pt x="2256047" y="156210"/>
                </a:lnTo>
                <a:lnTo>
                  <a:pt x="2263015" y="148710"/>
                </a:lnTo>
                <a:lnTo>
                  <a:pt x="2267722" y="146239"/>
                </a:lnTo>
                <a:lnTo>
                  <a:pt x="2273079" y="141209"/>
                </a:lnTo>
                <a:lnTo>
                  <a:pt x="2282088" y="136437"/>
                </a:lnTo>
                <a:lnTo>
                  <a:pt x="2286464" y="133709"/>
                </a:lnTo>
                <a:lnTo>
                  <a:pt x="2296455" y="128178"/>
                </a:lnTo>
                <a:lnTo>
                  <a:pt x="2300071" y="126209"/>
                </a:lnTo>
                <a:lnTo>
                  <a:pt x="2310821" y="119068"/>
                </a:lnTo>
                <a:lnTo>
                  <a:pt x="2311502" y="118708"/>
                </a:lnTo>
                <a:lnTo>
                  <a:pt x="2317524" y="111208"/>
                </a:lnTo>
                <a:lnTo>
                  <a:pt x="2325187" y="107174"/>
                </a:lnTo>
                <a:lnTo>
                  <a:pt x="2329913" y="103708"/>
                </a:lnTo>
                <a:lnTo>
                  <a:pt x="2339554" y="98529"/>
                </a:lnTo>
                <a:lnTo>
                  <a:pt x="2343629" y="96208"/>
                </a:lnTo>
                <a:lnTo>
                  <a:pt x="2353920" y="90144"/>
                </a:lnTo>
                <a:lnTo>
                  <a:pt x="2356615" y="88707"/>
                </a:lnTo>
                <a:lnTo>
                  <a:pt x="2363592" y="81207"/>
                </a:lnTo>
                <a:lnTo>
                  <a:pt x="2368287" y="78743"/>
                </a:lnTo>
                <a:lnTo>
                  <a:pt x="2373646" y="73707"/>
                </a:lnTo>
                <a:lnTo>
                  <a:pt x="2382653" y="68936"/>
                </a:lnTo>
                <a:lnTo>
                  <a:pt x="2387030" y="66206"/>
                </a:lnTo>
                <a:lnTo>
                  <a:pt x="2397019" y="60677"/>
                </a:lnTo>
                <a:lnTo>
                  <a:pt x="2400638" y="58706"/>
                </a:lnTo>
                <a:lnTo>
                  <a:pt x="2411386" y="51570"/>
                </a:lnTo>
                <a:lnTo>
                  <a:pt x="2412075" y="51206"/>
                </a:lnTo>
                <a:lnTo>
                  <a:pt x="2418094" y="43705"/>
                </a:lnTo>
                <a:lnTo>
                  <a:pt x="2425752" y="39675"/>
                </a:lnTo>
                <a:lnTo>
                  <a:pt x="2430479" y="36205"/>
                </a:lnTo>
                <a:lnTo>
                  <a:pt x="2440118" y="31027"/>
                </a:lnTo>
                <a:lnTo>
                  <a:pt x="2444194" y="28705"/>
                </a:lnTo>
                <a:lnTo>
                  <a:pt x="2454485" y="22643"/>
                </a:lnTo>
                <a:lnTo>
                  <a:pt x="2457184" y="21205"/>
                </a:lnTo>
                <a:lnTo>
                  <a:pt x="2464170" y="13704"/>
                </a:lnTo>
                <a:lnTo>
                  <a:pt x="2468851" y="11247"/>
                </a:lnTo>
                <a:lnTo>
                  <a:pt x="2474214" y="6204"/>
                </a:lnTo>
                <a:lnTo>
                  <a:pt x="2483218" y="1435"/>
                </a:lnTo>
                <a:lnTo>
                  <a:pt x="2483218" y="0"/>
                </a:lnTo>
                <a:lnTo>
                  <a:pt x="2471506" y="6204"/>
                </a:lnTo>
                <a:lnTo>
                  <a:pt x="2468851" y="8701"/>
                </a:lnTo>
                <a:lnTo>
                  <a:pt x="2459317" y="13704"/>
                </a:lnTo>
                <a:lnTo>
                  <a:pt x="2454667" y="21205"/>
                </a:lnTo>
                <a:lnTo>
                  <a:pt x="2454485" y="21302"/>
                </a:lnTo>
                <a:lnTo>
                  <a:pt x="2441917" y="28705"/>
                </a:lnTo>
                <a:lnTo>
                  <a:pt x="2440118" y="29729"/>
                </a:lnTo>
                <a:lnTo>
                  <a:pt x="2428063" y="36205"/>
                </a:lnTo>
                <a:lnTo>
                  <a:pt x="2425752" y="37901"/>
                </a:lnTo>
                <a:lnTo>
                  <a:pt x="2414725" y="43705"/>
                </a:lnTo>
                <a:lnTo>
                  <a:pt x="2411386" y="47937"/>
                </a:lnTo>
                <a:lnTo>
                  <a:pt x="2405150" y="51206"/>
                </a:lnTo>
                <a:lnTo>
                  <a:pt x="2398300" y="58706"/>
                </a:lnTo>
                <a:lnTo>
                  <a:pt x="2397019" y="59404"/>
                </a:lnTo>
                <a:lnTo>
                  <a:pt x="2384731" y="66206"/>
                </a:lnTo>
                <a:lnTo>
                  <a:pt x="2382653" y="67502"/>
                </a:lnTo>
                <a:lnTo>
                  <a:pt x="2370940" y="73707"/>
                </a:lnTo>
                <a:lnTo>
                  <a:pt x="2368287" y="76200"/>
                </a:lnTo>
                <a:lnTo>
                  <a:pt x="2358747" y="81207"/>
                </a:lnTo>
                <a:lnTo>
                  <a:pt x="2354098" y="88707"/>
                </a:lnTo>
                <a:lnTo>
                  <a:pt x="2353920" y="88802"/>
                </a:lnTo>
                <a:lnTo>
                  <a:pt x="2341351" y="96208"/>
                </a:lnTo>
                <a:lnTo>
                  <a:pt x="2339554" y="97231"/>
                </a:lnTo>
                <a:lnTo>
                  <a:pt x="2327497" y="103708"/>
                </a:lnTo>
                <a:lnTo>
                  <a:pt x="2325187" y="105402"/>
                </a:lnTo>
                <a:lnTo>
                  <a:pt x="2314158" y="111208"/>
                </a:lnTo>
                <a:lnTo>
                  <a:pt x="2310821" y="115433"/>
                </a:lnTo>
                <a:lnTo>
                  <a:pt x="2304572" y="118708"/>
                </a:lnTo>
                <a:lnTo>
                  <a:pt x="2297734" y="126209"/>
                </a:lnTo>
                <a:lnTo>
                  <a:pt x="2296455" y="126905"/>
                </a:lnTo>
                <a:lnTo>
                  <a:pt x="2284165" y="133709"/>
                </a:lnTo>
                <a:lnTo>
                  <a:pt x="2282088" y="135004"/>
                </a:lnTo>
                <a:lnTo>
                  <a:pt x="2270374" y="141209"/>
                </a:lnTo>
                <a:lnTo>
                  <a:pt x="2267722" y="143699"/>
                </a:lnTo>
                <a:lnTo>
                  <a:pt x="2258175" y="148710"/>
                </a:lnTo>
                <a:lnTo>
                  <a:pt x="2253528" y="156210"/>
                </a:lnTo>
                <a:lnTo>
                  <a:pt x="2253355" y="156302"/>
                </a:lnTo>
                <a:lnTo>
                  <a:pt x="2240785" y="163710"/>
                </a:lnTo>
                <a:lnTo>
                  <a:pt x="2238989" y="164733"/>
                </a:lnTo>
                <a:lnTo>
                  <a:pt x="2226932" y="171211"/>
                </a:lnTo>
                <a:lnTo>
                  <a:pt x="2224623" y="172903"/>
                </a:lnTo>
                <a:lnTo>
                  <a:pt x="2213590" y="178711"/>
                </a:lnTo>
                <a:lnTo>
                  <a:pt x="2210256" y="182928"/>
                </a:lnTo>
                <a:lnTo>
                  <a:pt x="2203993" y="186211"/>
                </a:lnTo>
                <a:lnTo>
                  <a:pt x="2197167" y="193711"/>
                </a:lnTo>
                <a:lnTo>
                  <a:pt x="2195890" y="194407"/>
                </a:lnTo>
                <a:lnTo>
                  <a:pt x="2183600" y="201212"/>
                </a:lnTo>
                <a:lnTo>
                  <a:pt x="2181524" y="202505"/>
                </a:lnTo>
                <a:lnTo>
                  <a:pt x="2169808" y="208712"/>
                </a:lnTo>
                <a:lnTo>
                  <a:pt x="2167157" y="211198"/>
                </a:lnTo>
                <a:lnTo>
                  <a:pt x="2157604" y="216212"/>
                </a:lnTo>
                <a:lnTo>
                  <a:pt x="2152959" y="223713"/>
                </a:lnTo>
                <a:lnTo>
                  <a:pt x="2152791" y="223802"/>
                </a:lnTo>
                <a:lnTo>
                  <a:pt x="2140219" y="231213"/>
                </a:lnTo>
                <a:lnTo>
                  <a:pt x="2138424" y="232235"/>
                </a:lnTo>
                <a:lnTo>
                  <a:pt x="2126367" y="238713"/>
                </a:lnTo>
                <a:lnTo>
                  <a:pt x="2124058" y="240405"/>
                </a:lnTo>
                <a:lnTo>
                  <a:pt x="2113022" y="246214"/>
                </a:lnTo>
                <a:lnTo>
                  <a:pt x="2109692" y="250423"/>
                </a:lnTo>
                <a:lnTo>
                  <a:pt x="2103414" y="253714"/>
                </a:lnTo>
                <a:lnTo>
                  <a:pt x="2096600" y="261214"/>
                </a:lnTo>
                <a:lnTo>
                  <a:pt x="2095325" y="261908"/>
                </a:lnTo>
                <a:lnTo>
                  <a:pt x="2083034" y="268714"/>
                </a:lnTo>
                <a:lnTo>
                  <a:pt x="2080959" y="270007"/>
                </a:lnTo>
                <a:lnTo>
                  <a:pt x="2069242" y="276215"/>
                </a:lnTo>
                <a:lnTo>
                  <a:pt x="2066593" y="278698"/>
                </a:lnTo>
                <a:lnTo>
                  <a:pt x="2057034" y="283715"/>
                </a:lnTo>
                <a:lnTo>
                  <a:pt x="2052390" y="291215"/>
                </a:lnTo>
                <a:lnTo>
                  <a:pt x="2052226" y="291302"/>
                </a:lnTo>
                <a:lnTo>
                  <a:pt x="2039654" y="298716"/>
                </a:lnTo>
                <a:lnTo>
                  <a:pt x="2037860" y="299737"/>
                </a:lnTo>
                <a:lnTo>
                  <a:pt x="2025801" y="306216"/>
                </a:lnTo>
                <a:lnTo>
                  <a:pt x="2023493" y="307906"/>
                </a:lnTo>
                <a:lnTo>
                  <a:pt x="2012455" y="313716"/>
                </a:lnTo>
                <a:lnTo>
                  <a:pt x="2009127" y="317919"/>
                </a:lnTo>
                <a:lnTo>
                  <a:pt x="2002836" y="321216"/>
                </a:lnTo>
                <a:lnTo>
                  <a:pt x="1996033" y="328717"/>
                </a:lnTo>
                <a:lnTo>
                  <a:pt x="1994761" y="329410"/>
                </a:lnTo>
                <a:lnTo>
                  <a:pt x="1982469" y="336217"/>
                </a:lnTo>
                <a:lnTo>
                  <a:pt x="1980394" y="337509"/>
                </a:lnTo>
                <a:lnTo>
                  <a:pt x="1968676" y="343717"/>
                </a:lnTo>
                <a:lnTo>
                  <a:pt x="1966028" y="346197"/>
                </a:lnTo>
                <a:lnTo>
                  <a:pt x="1956463" y="351218"/>
                </a:lnTo>
                <a:lnTo>
                  <a:pt x="1951820" y="358718"/>
                </a:lnTo>
                <a:lnTo>
                  <a:pt x="1951661" y="358803"/>
                </a:lnTo>
                <a:lnTo>
                  <a:pt x="1939088" y="366218"/>
                </a:lnTo>
                <a:lnTo>
                  <a:pt x="1937295" y="367239"/>
                </a:lnTo>
                <a:lnTo>
                  <a:pt x="1925236" y="373719"/>
                </a:lnTo>
                <a:lnTo>
                  <a:pt x="1922929" y="375407"/>
                </a:lnTo>
                <a:lnTo>
                  <a:pt x="1911887" y="381219"/>
                </a:lnTo>
                <a:lnTo>
                  <a:pt x="1908562" y="385414"/>
                </a:lnTo>
                <a:lnTo>
                  <a:pt x="1902257" y="388719"/>
                </a:lnTo>
                <a:lnTo>
                  <a:pt x="1895466" y="396220"/>
                </a:lnTo>
                <a:lnTo>
                  <a:pt x="1894196" y="396911"/>
                </a:lnTo>
                <a:lnTo>
                  <a:pt x="1881904" y="403720"/>
                </a:lnTo>
                <a:lnTo>
                  <a:pt x="1879830" y="405011"/>
                </a:lnTo>
                <a:lnTo>
                  <a:pt x="1868110" y="411220"/>
                </a:lnTo>
                <a:lnTo>
                  <a:pt x="1865463" y="413697"/>
                </a:lnTo>
                <a:lnTo>
                  <a:pt x="1855892" y="418720"/>
                </a:lnTo>
                <a:lnTo>
                  <a:pt x="1851251" y="426221"/>
                </a:lnTo>
                <a:lnTo>
                  <a:pt x="1851097" y="426303"/>
                </a:lnTo>
                <a:lnTo>
                  <a:pt x="1838522" y="433721"/>
                </a:lnTo>
                <a:lnTo>
                  <a:pt x="1836731" y="434741"/>
                </a:lnTo>
                <a:lnTo>
                  <a:pt x="1824670" y="441221"/>
                </a:lnTo>
                <a:lnTo>
                  <a:pt x="1822364" y="442908"/>
                </a:lnTo>
                <a:lnTo>
                  <a:pt x="1811320" y="448722"/>
                </a:lnTo>
                <a:lnTo>
                  <a:pt x="1807998" y="452909"/>
                </a:lnTo>
                <a:lnTo>
                  <a:pt x="1801678" y="456222"/>
                </a:lnTo>
                <a:lnTo>
                  <a:pt x="1794900" y="463722"/>
                </a:lnTo>
                <a:lnTo>
                  <a:pt x="1793631" y="464412"/>
                </a:lnTo>
                <a:lnTo>
                  <a:pt x="1781339" y="471222"/>
                </a:lnTo>
                <a:lnTo>
                  <a:pt x="1779265" y="472513"/>
                </a:lnTo>
                <a:lnTo>
                  <a:pt x="1767544" y="478723"/>
                </a:lnTo>
                <a:lnTo>
                  <a:pt x="1764898" y="481196"/>
                </a:lnTo>
                <a:lnTo>
                  <a:pt x="1755321" y="486223"/>
                </a:lnTo>
                <a:lnTo>
                  <a:pt x="1750682" y="493723"/>
                </a:lnTo>
                <a:lnTo>
                  <a:pt x="1750532" y="493803"/>
                </a:lnTo>
                <a:lnTo>
                  <a:pt x="1737956" y="501224"/>
                </a:lnTo>
                <a:lnTo>
                  <a:pt x="1736166" y="502243"/>
                </a:lnTo>
                <a:lnTo>
                  <a:pt x="1724105" y="508724"/>
                </a:lnTo>
                <a:lnTo>
                  <a:pt x="1721799" y="510409"/>
                </a:lnTo>
                <a:lnTo>
                  <a:pt x="1710752" y="516224"/>
                </a:lnTo>
                <a:lnTo>
                  <a:pt x="1707433" y="520405"/>
                </a:lnTo>
                <a:lnTo>
                  <a:pt x="1701100" y="523724"/>
                </a:lnTo>
                <a:lnTo>
                  <a:pt x="1694333" y="531225"/>
                </a:lnTo>
                <a:lnTo>
                  <a:pt x="1693067" y="531914"/>
                </a:lnTo>
                <a:lnTo>
                  <a:pt x="1680773" y="538725"/>
                </a:lnTo>
                <a:lnTo>
                  <a:pt x="1678700" y="540014"/>
                </a:lnTo>
                <a:lnTo>
                  <a:pt x="1666978" y="546225"/>
                </a:lnTo>
                <a:lnTo>
                  <a:pt x="1664334" y="548695"/>
                </a:lnTo>
                <a:lnTo>
                  <a:pt x="1654750" y="553726"/>
                </a:lnTo>
                <a:lnTo>
                  <a:pt x="1650112" y="561226"/>
                </a:lnTo>
                <a:lnTo>
                  <a:pt x="1649968" y="561303"/>
                </a:lnTo>
                <a:lnTo>
                  <a:pt x="1637391" y="568726"/>
                </a:lnTo>
                <a:lnTo>
                  <a:pt x="1635601" y="569745"/>
                </a:lnTo>
                <a:lnTo>
                  <a:pt x="1623540" y="576227"/>
                </a:lnTo>
                <a:lnTo>
                  <a:pt x="1621235" y="577910"/>
                </a:lnTo>
                <a:lnTo>
                  <a:pt x="1610185" y="583727"/>
                </a:lnTo>
                <a:lnTo>
                  <a:pt x="1606868" y="587900"/>
                </a:lnTo>
                <a:lnTo>
                  <a:pt x="1600521" y="591227"/>
                </a:lnTo>
                <a:lnTo>
                  <a:pt x="1593766" y="598728"/>
                </a:lnTo>
                <a:lnTo>
                  <a:pt x="1592502" y="599415"/>
                </a:lnTo>
                <a:lnTo>
                  <a:pt x="1580208" y="606228"/>
                </a:lnTo>
                <a:lnTo>
                  <a:pt x="1578136" y="607516"/>
                </a:lnTo>
                <a:lnTo>
                  <a:pt x="1566412" y="613728"/>
                </a:lnTo>
                <a:lnTo>
                  <a:pt x="1563769" y="616195"/>
                </a:lnTo>
                <a:lnTo>
                  <a:pt x="1554179" y="621228"/>
                </a:lnTo>
                <a:lnTo>
                  <a:pt x="1549543" y="628729"/>
                </a:lnTo>
                <a:lnTo>
                  <a:pt x="1549403" y="628803"/>
                </a:lnTo>
                <a:lnTo>
                  <a:pt x="1536825" y="636229"/>
                </a:lnTo>
                <a:lnTo>
                  <a:pt x="1535036" y="637246"/>
                </a:lnTo>
                <a:lnTo>
                  <a:pt x="1522974" y="643729"/>
                </a:lnTo>
                <a:lnTo>
                  <a:pt x="1520670" y="645411"/>
                </a:lnTo>
                <a:lnTo>
                  <a:pt x="1509618" y="651230"/>
                </a:lnTo>
                <a:lnTo>
                  <a:pt x="1506304" y="654799"/>
                </a:lnTo>
                <a:lnTo>
                  <a:pt x="1498800" y="658730"/>
                </a:lnTo>
                <a:lnTo>
                  <a:pt x="1492778" y="666230"/>
                </a:lnTo>
                <a:lnTo>
                  <a:pt x="1491937" y="666941"/>
                </a:lnTo>
                <a:lnTo>
                  <a:pt x="1480847" y="673730"/>
                </a:lnTo>
                <a:lnTo>
                  <a:pt x="1477646" y="681231"/>
                </a:lnTo>
                <a:lnTo>
                  <a:pt x="1477571" y="681287"/>
                </a:lnTo>
                <a:lnTo>
                  <a:pt x="1465946" y="688731"/>
                </a:lnTo>
                <a:lnTo>
                  <a:pt x="1463205" y="694005"/>
                </a:lnTo>
                <a:lnTo>
                  <a:pt x="1459270" y="696231"/>
                </a:lnTo>
                <a:lnTo>
                  <a:pt x="1451164" y="703732"/>
                </a:lnTo>
                <a:lnTo>
                  <a:pt x="1448838" y="707348"/>
                </a:lnTo>
                <a:lnTo>
                  <a:pt x="1442029" y="711232"/>
                </a:lnTo>
                <a:lnTo>
                  <a:pt x="1436425" y="718732"/>
                </a:lnTo>
                <a:lnTo>
                  <a:pt x="1434472" y="721202"/>
                </a:lnTo>
                <a:lnTo>
                  <a:pt x="1425761" y="726233"/>
                </a:lnTo>
                <a:lnTo>
                  <a:pt x="1421663" y="733733"/>
                </a:lnTo>
                <a:lnTo>
                  <a:pt x="1420105" y="735365"/>
                </a:lnTo>
                <a:lnTo>
                  <a:pt x="1410126" y="741233"/>
                </a:lnTo>
                <a:lnTo>
                  <a:pt x="1406808" y="748733"/>
                </a:lnTo>
                <a:lnTo>
                  <a:pt x="1405739" y="749687"/>
                </a:lnTo>
                <a:lnTo>
                  <a:pt x="1394901" y="756234"/>
                </a:lnTo>
                <a:lnTo>
                  <a:pt x="1391773" y="763734"/>
                </a:lnTo>
                <a:lnTo>
                  <a:pt x="1391373" y="764047"/>
                </a:lnTo>
                <a:lnTo>
                  <a:pt x="1379933" y="771234"/>
                </a:lnTo>
                <a:lnTo>
                  <a:pt x="1377006" y="777333"/>
                </a:lnTo>
                <a:lnTo>
                  <a:pt x="1374523" y="778735"/>
                </a:lnTo>
                <a:lnTo>
                  <a:pt x="1365115" y="786235"/>
                </a:lnTo>
                <a:lnTo>
                  <a:pt x="1362640" y="790409"/>
                </a:lnTo>
                <a:lnTo>
                  <a:pt x="1356789" y="793735"/>
                </a:lnTo>
                <a:lnTo>
                  <a:pt x="1350368" y="801235"/>
                </a:lnTo>
                <a:lnTo>
                  <a:pt x="1348273" y="804097"/>
                </a:lnTo>
                <a:lnTo>
                  <a:pt x="1340198" y="808736"/>
                </a:lnTo>
                <a:lnTo>
                  <a:pt x="1336361" y="816236"/>
                </a:lnTo>
                <a:lnTo>
                  <a:pt x="1334410" y="823736"/>
                </a:lnTo>
                <a:lnTo>
                  <a:pt x="1333907" y="824544"/>
                </a:lnTo>
                <a:lnTo>
                  <a:pt x="1325011" y="831237"/>
                </a:lnTo>
                <a:lnTo>
                  <a:pt x="1321978" y="838737"/>
                </a:lnTo>
                <a:lnTo>
                  <a:pt x="1320844" y="846237"/>
                </a:lnTo>
                <a:lnTo>
                  <a:pt x="1322113" y="853738"/>
                </a:lnTo>
                <a:lnTo>
                  <a:pt x="1323720" y="861238"/>
                </a:lnTo>
                <a:lnTo>
                  <a:pt x="1326392" y="868738"/>
                </a:lnTo>
                <a:lnTo>
                  <a:pt x="1331337" y="876239"/>
                </a:lnTo>
                <a:lnTo>
                  <a:pt x="1333907" y="879213"/>
                </a:lnTo>
                <a:lnTo>
                  <a:pt x="1334908" y="883739"/>
                </a:lnTo>
                <a:lnTo>
                  <a:pt x="1336182" y="891239"/>
                </a:lnTo>
                <a:lnTo>
                  <a:pt x="1337658" y="898739"/>
                </a:lnTo>
                <a:lnTo>
                  <a:pt x="1340004" y="906240"/>
                </a:lnTo>
                <a:lnTo>
                  <a:pt x="1344283" y="913740"/>
                </a:lnTo>
                <a:lnTo>
                  <a:pt x="1348273" y="918431"/>
                </a:lnTo>
                <a:lnTo>
                  <a:pt x="1348954" y="921240"/>
                </a:lnTo>
                <a:lnTo>
                  <a:pt x="1350260" y="928741"/>
                </a:lnTo>
                <a:lnTo>
                  <a:pt x="1351639" y="936241"/>
                </a:lnTo>
                <a:lnTo>
                  <a:pt x="1353714" y="943741"/>
                </a:lnTo>
                <a:lnTo>
                  <a:pt x="1357423" y="951241"/>
                </a:lnTo>
                <a:lnTo>
                  <a:pt x="1362640" y="957482"/>
                </a:lnTo>
                <a:lnTo>
                  <a:pt x="1362974" y="958742"/>
                </a:lnTo>
                <a:lnTo>
                  <a:pt x="1364342" y="966242"/>
                </a:lnTo>
                <a:lnTo>
                  <a:pt x="1365655" y="973742"/>
                </a:lnTo>
                <a:lnTo>
                  <a:pt x="1367505" y="981243"/>
                </a:lnTo>
                <a:lnTo>
                  <a:pt x="1370729" y="988743"/>
                </a:lnTo>
                <a:lnTo>
                  <a:pt x="1376786" y="996243"/>
                </a:lnTo>
                <a:lnTo>
                  <a:pt x="1377006" y="996494"/>
                </a:lnTo>
                <a:lnTo>
                  <a:pt x="1378422" y="1003743"/>
                </a:lnTo>
                <a:lnTo>
                  <a:pt x="1379698" y="1011244"/>
                </a:lnTo>
                <a:lnTo>
                  <a:pt x="1381365" y="1018744"/>
                </a:lnTo>
                <a:lnTo>
                  <a:pt x="1384178" y="1026244"/>
                </a:lnTo>
                <a:lnTo>
                  <a:pt x="1389408" y="1033745"/>
                </a:lnTo>
                <a:lnTo>
                  <a:pt x="1391373" y="1036006"/>
                </a:lnTo>
                <a:lnTo>
                  <a:pt x="1392492" y="1041245"/>
                </a:lnTo>
                <a:lnTo>
                  <a:pt x="1393760" y="1048745"/>
                </a:lnTo>
                <a:lnTo>
                  <a:pt x="1395283" y="1056246"/>
                </a:lnTo>
                <a:lnTo>
                  <a:pt x="1397748" y="1063746"/>
                </a:lnTo>
                <a:lnTo>
                  <a:pt x="1402271" y="1071246"/>
                </a:lnTo>
                <a:lnTo>
                  <a:pt x="1405739" y="1075297"/>
                </a:lnTo>
                <a:lnTo>
                  <a:pt x="1406546" y="1078747"/>
                </a:lnTo>
                <a:lnTo>
                  <a:pt x="1407836" y="1086247"/>
                </a:lnTo>
                <a:lnTo>
                  <a:pt x="1409248" y="1093747"/>
                </a:lnTo>
                <a:lnTo>
                  <a:pt x="1411422" y="1101247"/>
                </a:lnTo>
                <a:lnTo>
                  <a:pt x="1415340" y="1108748"/>
                </a:lnTo>
                <a:lnTo>
                  <a:pt x="1420105" y="1114408"/>
                </a:lnTo>
                <a:lnTo>
                  <a:pt x="1420577" y="1116248"/>
                </a:lnTo>
                <a:lnTo>
                  <a:pt x="1421917" y="1123748"/>
                </a:lnTo>
                <a:lnTo>
                  <a:pt x="1423252" y="1131249"/>
                </a:lnTo>
                <a:lnTo>
                  <a:pt x="1425165" y="1138749"/>
                </a:lnTo>
                <a:lnTo>
                  <a:pt x="1427474" y="1146249"/>
                </a:lnTo>
                <a:lnTo>
                  <a:pt x="1430483" y="1153749"/>
                </a:lnTo>
                <a:lnTo>
                  <a:pt x="1434472" y="1160622"/>
                </a:lnTo>
                <a:lnTo>
                  <a:pt x="1434576" y="1161250"/>
                </a:lnTo>
                <a:lnTo>
                  <a:pt x="1435544" y="1168750"/>
                </a:lnTo>
                <a:lnTo>
                  <a:pt x="1436387" y="1176250"/>
                </a:lnTo>
                <a:lnTo>
                  <a:pt x="1434472" y="1176983"/>
                </a:lnTo>
                <a:lnTo>
                  <a:pt x="1433220" y="1176250"/>
                </a:lnTo>
                <a:lnTo>
                  <a:pt x="1433411" y="1168750"/>
                </a:lnTo>
                <a:lnTo>
                  <a:pt x="1420105" y="1162524"/>
                </a:lnTo>
                <a:lnTo>
                  <a:pt x="1418237" y="1161250"/>
                </a:lnTo>
                <a:lnTo>
                  <a:pt x="1416362" y="1153749"/>
                </a:lnTo>
                <a:lnTo>
                  <a:pt x="1405739" y="1148204"/>
                </a:lnTo>
                <a:lnTo>
                  <a:pt x="1403662" y="1146249"/>
                </a:lnTo>
                <a:lnTo>
                  <a:pt x="1398872" y="1138749"/>
                </a:lnTo>
                <a:lnTo>
                  <a:pt x="1391373" y="1134800"/>
                </a:lnTo>
                <a:lnTo>
                  <a:pt x="1389166" y="1131249"/>
                </a:lnTo>
                <a:lnTo>
                  <a:pt x="1377847" y="1123748"/>
                </a:lnTo>
                <a:lnTo>
                  <a:pt x="1377006" y="1123305"/>
                </a:lnTo>
                <a:lnTo>
                  <a:pt x="1374676" y="1116248"/>
                </a:lnTo>
                <a:lnTo>
                  <a:pt x="1362640" y="1109264"/>
                </a:lnTo>
                <a:lnTo>
                  <a:pt x="1361742" y="1108748"/>
                </a:lnTo>
                <a:lnTo>
                  <a:pt x="1360132" y="1101247"/>
                </a:lnTo>
                <a:lnTo>
                  <a:pt x="1348273" y="1094654"/>
                </a:lnTo>
                <a:lnTo>
                  <a:pt x="1346799" y="1093747"/>
                </a:lnTo>
                <a:lnTo>
                  <a:pt x="1345453" y="1086247"/>
                </a:lnTo>
                <a:lnTo>
                  <a:pt x="1333907" y="1079980"/>
                </a:lnTo>
                <a:lnTo>
                  <a:pt x="1332115" y="1078747"/>
                </a:lnTo>
                <a:lnTo>
                  <a:pt x="1330518" y="1071246"/>
                </a:lnTo>
                <a:lnTo>
                  <a:pt x="1319541" y="1065367"/>
                </a:lnTo>
                <a:lnTo>
                  <a:pt x="1317568" y="1063746"/>
                </a:lnTo>
                <a:lnTo>
                  <a:pt x="1315112" y="1056246"/>
                </a:lnTo>
                <a:lnTo>
                  <a:pt x="1305175" y="1050962"/>
                </a:lnTo>
                <a:lnTo>
                  <a:pt x="1303091" y="1048745"/>
                </a:lnTo>
                <a:lnTo>
                  <a:pt x="1298836" y="1041245"/>
                </a:lnTo>
                <a:lnTo>
                  <a:pt x="1290808" y="1036994"/>
                </a:lnTo>
                <a:lnTo>
                  <a:pt x="1288641" y="1033745"/>
                </a:lnTo>
                <a:lnTo>
                  <a:pt x="1280960" y="1026244"/>
                </a:lnTo>
                <a:lnTo>
                  <a:pt x="1276442" y="1023857"/>
                </a:lnTo>
                <a:lnTo>
                  <a:pt x="1274186" y="1018744"/>
                </a:lnTo>
                <a:lnTo>
                  <a:pt x="1262075" y="1011409"/>
                </a:lnTo>
                <a:lnTo>
                  <a:pt x="1261781" y="1011244"/>
                </a:lnTo>
                <a:lnTo>
                  <a:pt x="1259692" y="1003743"/>
                </a:lnTo>
                <a:lnTo>
                  <a:pt x="1247709" y="996915"/>
                </a:lnTo>
                <a:lnTo>
                  <a:pt x="1246564" y="996243"/>
                </a:lnTo>
                <a:lnTo>
                  <a:pt x="1245109" y="988743"/>
                </a:lnTo>
                <a:lnTo>
                  <a:pt x="1233343" y="982267"/>
                </a:lnTo>
                <a:lnTo>
                  <a:pt x="1231732" y="981243"/>
                </a:lnTo>
                <a:lnTo>
                  <a:pt x="1230356" y="973742"/>
                </a:lnTo>
                <a:lnTo>
                  <a:pt x="1218976" y="967600"/>
                </a:lnTo>
                <a:lnTo>
                  <a:pt x="1217108" y="966242"/>
                </a:lnTo>
                <a:lnTo>
                  <a:pt x="1215285" y="958742"/>
                </a:lnTo>
                <a:lnTo>
                  <a:pt x="1204610" y="953042"/>
                </a:lnTo>
                <a:lnTo>
                  <a:pt x="1202592" y="951241"/>
                </a:lnTo>
                <a:lnTo>
                  <a:pt x="1199626" y="943741"/>
                </a:lnTo>
                <a:lnTo>
                  <a:pt x="1190243" y="938761"/>
                </a:lnTo>
                <a:lnTo>
                  <a:pt x="1188129" y="936241"/>
                </a:lnTo>
                <a:lnTo>
                  <a:pt x="1182885" y="928741"/>
                </a:lnTo>
                <a:lnTo>
                  <a:pt x="1175877" y="925033"/>
                </a:lnTo>
                <a:lnTo>
                  <a:pt x="1173681" y="921240"/>
                </a:lnTo>
                <a:lnTo>
                  <a:pt x="1164154" y="913740"/>
                </a:lnTo>
                <a:lnTo>
                  <a:pt x="1161510" y="912344"/>
                </a:lnTo>
                <a:lnTo>
                  <a:pt x="1159216" y="906240"/>
                </a:lnTo>
                <a:lnTo>
                  <a:pt x="1147144" y="899114"/>
                </a:lnTo>
                <a:lnTo>
                  <a:pt x="1146481" y="898739"/>
                </a:lnTo>
                <a:lnTo>
                  <a:pt x="1136237" y="891239"/>
                </a:lnTo>
                <a:lnTo>
                  <a:pt x="1132778" y="889432"/>
                </a:lnTo>
                <a:lnTo>
                  <a:pt x="1118412" y="884354"/>
                </a:lnTo>
                <a:lnTo>
                  <a:pt x="1117162" y="883739"/>
                </a:lnTo>
                <a:lnTo>
                  <a:pt x="1104045" y="877352"/>
                </a:lnTo>
                <a:lnTo>
                  <a:pt x="1102027" y="876239"/>
                </a:lnTo>
                <a:lnTo>
                  <a:pt x="1096958" y="868738"/>
                </a:lnTo>
                <a:lnTo>
                  <a:pt x="1089679" y="864919"/>
                </a:lnTo>
                <a:lnTo>
                  <a:pt x="1087451" y="861238"/>
                </a:lnTo>
                <a:lnTo>
                  <a:pt x="1075312" y="854367"/>
                </a:lnTo>
                <a:lnTo>
                  <a:pt x="1074159" y="853738"/>
                </a:lnTo>
                <a:lnTo>
                  <a:pt x="1072672" y="846237"/>
                </a:lnTo>
                <a:lnTo>
                  <a:pt x="1060946" y="840001"/>
                </a:lnTo>
                <a:lnTo>
                  <a:pt x="1058857" y="838737"/>
                </a:lnTo>
                <a:lnTo>
                  <a:pt x="1046580" y="832409"/>
                </a:lnTo>
                <a:lnTo>
                  <a:pt x="1043475" y="831237"/>
                </a:lnTo>
                <a:lnTo>
                  <a:pt x="1032213" y="825382"/>
                </a:lnTo>
                <a:lnTo>
                  <a:pt x="1022440" y="823736"/>
                </a:lnTo>
                <a:lnTo>
                  <a:pt x="1017847" y="821342"/>
                </a:lnTo>
                <a:lnTo>
                  <a:pt x="1003480" y="817129"/>
                </a:lnTo>
                <a:lnTo>
                  <a:pt x="1001707" y="816236"/>
                </a:lnTo>
                <a:lnTo>
                  <a:pt x="989114" y="809875"/>
                </a:lnTo>
                <a:lnTo>
                  <a:pt x="981735" y="808736"/>
                </a:lnTo>
                <a:lnTo>
                  <a:pt x="974748" y="805149"/>
                </a:lnTo>
                <a:lnTo>
                  <a:pt x="960381" y="802464"/>
                </a:lnTo>
                <a:lnTo>
                  <a:pt x="946015" y="802048"/>
                </a:lnTo>
                <a:lnTo>
                  <a:pt x="943020" y="801235"/>
                </a:lnTo>
                <a:lnTo>
                  <a:pt x="931648" y="795816"/>
                </a:lnTo>
                <a:lnTo>
                  <a:pt x="917282" y="794861"/>
                </a:lnTo>
                <a:lnTo>
                  <a:pt x="914693" y="793735"/>
                </a:lnTo>
                <a:lnTo>
                  <a:pt x="902916" y="787502"/>
                </a:lnTo>
                <a:lnTo>
                  <a:pt x="900926" y="786235"/>
                </a:lnTo>
                <a:lnTo>
                  <a:pt x="889180" y="778735"/>
                </a:lnTo>
                <a:lnTo>
                  <a:pt x="888549" y="778404"/>
                </a:lnTo>
                <a:lnTo>
                  <a:pt x="885340" y="771234"/>
                </a:lnTo>
                <a:lnTo>
                  <a:pt x="874183" y="765341"/>
                </a:lnTo>
                <a:lnTo>
                  <a:pt x="872068" y="763734"/>
                </a:lnTo>
                <a:lnTo>
                  <a:pt x="866491" y="756234"/>
                </a:lnTo>
                <a:lnTo>
                  <a:pt x="859817" y="752691"/>
                </a:lnTo>
                <a:lnTo>
                  <a:pt x="857600" y="748733"/>
                </a:lnTo>
                <a:lnTo>
                  <a:pt x="847601" y="741233"/>
                </a:lnTo>
                <a:lnTo>
                  <a:pt x="845450" y="740094"/>
                </a:lnTo>
                <a:lnTo>
                  <a:pt x="843107" y="733733"/>
                </a:lnTo>
                <a:lnTo>
                  <a:pt x="831084" y="726649"/>
                </a:lnTo>
                <a:lnTo>
                  <a:pt x="830367" y="726233"/>
                </a:lnTo>
                <a:lnTo>
                  <a:pt x="828545" y="718732"/>
                </a:lnTo>
                <a:lnTo>
                  <a:pt x="816717" y="712087"/>
                </a:lnTo>
                <a:lnTo>
                  <a:pt x="815349" y="711232"/>
                </a:lnTo>
                <a:lnTo>
                  <a:pt x="813841" y="703732"/>
                </a:lnTo>
                <a:lnTo>
                  <a:pt x="802351" y="697449"/>
                </a:lnTo>
                <a:lnTo>
                  <a:pt x="800619" y="696231"/>
                </a:lnTo>
                <a:lnTo>
                  <a:pt x="798871" y="688731"/>
                </a:lnTo>
                <a:lnTo>
                  <a:pt x="787985" y="682868"/>
                </a:lnTo>
                <a:lnTo>
                  <a:pt x="786043" y="681231"/>
                </a:lnTo>
                <a:lnTo>
                  <a:pt x="783414" y="673730"/>
                </a:lnTo>
                <a:lnTo>
                  <a:pt x="773618" y="668500"/>
                </a:lnTo>
                <a:lnTo>
                  <a:pt x="771545" y="666230"/>
                </a:lnTo>
                <a:lnTo>
                  <a:pt x="767071" y="658730"/>
                </a:lnTo>
                <a:lnTo>
                  <a:pt x="759252" y="654575"/>
                </a:lnTo>
                <a:lnTo>
                  <a:pt x="757075" y="651230"/>
                </a:lnTo>
                <a:lnTo>
                  <a:pt x="749115" y="643729"/>
                </a:lnTo>
                <a:lnTo>
                  <a:pt x="744886" y="641487"/>
                </a:lnTo>
                <a:lnTo>
                  <a:pt x="739158" y="643729"/>
                </a:lnTo>
                <a:lnTo>
                  <a:pt x="730519" y="647011"/>
                </a:lnTo>
                <a:lnTo>
                  <a:pt x="724096" y="651230"/>
                </a:lnTo>
                <a:lnTo>
                  <a:pt x="719222" y="658730"/>
                </a:lnTo>
                <a:lnTo>
                  <a:pt x="718447" y="666230"/>
                </a:lnTo>
                <a:lnTo>
                  <a:pt x="718286" y="673730"/>
                </a:lnTo>
                <a:lnTo>
                  <a:pt x="718034" y="681231"/>
                </a:lnTo>
                <a:lnTo>
                  <a:pt x="716588" y="688731"/>
                </a:lnTo>
                <a:lnTo>
                  <a:pt x="716153" y="689312"/>
                </a:lnTo>
                <a:lnTo>
                  <a:pt x="706409" y="696231"/>
                </a:lnTo>
                <a:lnTo>
                  <a:pt x="704337" y="703732"/>
                </a:lnTo>
                <a:lnTo>
                  <a:pt x="703989" y="711232"/>
                </a:lnTo>
                <a:lnTo>
                  <a:pt x="703869" y="718732"/>
                </a:lnTo>
                <a:lnTo>
                  <a:pt x="703650" y="726233"/>
                </a:lnTo>
                <a:lnTo>
                  <a:pt x="702910" y="733733"/>
                </a:lnTo>
                <a:lnTo>
                  <a:pt x="701786" y="737323"/>
                </a:lnTo>
                <a:lnTo>
                  <a:pt x="696849" y="741233"/>
                </a:lnTo>
                <a:lnTo>
                  <a:pt x="691624" y="748733"/>
                </a:lnTo>
                <a:lnTo>
                  <a:pt x="690140" y="756234"/>
                </a:lnTo>
                <a:lnTo>
                  <a:pt x="689725" y="763734"/>
                </a:lnTo>
                <a:lnTo>
                  <a:pt x="689595" y="771234"/>
                </a:lnTo>
                <a:lnTo>
                  <a:pt x="689502" y="778735"/>
                </a:lnTo>
                <a:lnTo>
                  <a:pt x="689273" y="786235"/>
                </a:lnTo>
                <a:lnTo>
                  <a:pt x="688473" y="793735"/>
                </a:lnTo>
                <a:lnTo>
                  <a:pt x="687420" y="794947"/>
                </a:lnTo>
                <a:lnTo>
                  <a:pt x="677375" y="801235"/>
                </a:lnTo>
                <a:lnTo>
                  <a:pt x="675327" y="808736"/>
                </a:lnTo>
                <a:lnTo>
                  <a:pt x="675129" y="816236"/>
                </a:lnTo>
                <a:lnTo>
                  <a:pt x="673692" y="823736"/>
                </a:lnTo>
                <a:lnTo>
                  <a:pt x="673054" y="824251"/>
                </a:lnTo>
                <a:lnTo>
                  <a:pt x="661829" y="831237"/>
                </a:lnTo>
                <a:lnTo>
                  <a:pt x="660887" y="838737"/>
                </a:lnTo>
                <a:lnTo>
                  <a:pt x="660656" y="846237"/>
                </a:lnTo>
                <a:lnTo>
                  <a:pt x="658687" y="851315"/>
                </a:lnTo>
                <a:lnTo>
                  <a:pt x="654378" y="853738"/>
                </a:lnTo>
                <a:lnTo>
                  <a:pt x="646924" y="861238"/>
                </a:lnTo>
                <a:lnTo>
                  <a:pt x="646477" y="868738"/>
                </a:lnTo>
                <a:lnTo>
                  <a:pt x="646061" y="876239"/>
                </a:lnTo>
                <a:lnTo>
                  <a:pt x="644321" y="878810"/>
                </a:lnTo>
                <a:lnTo>
                  <a:pt x="635710" y="883739"/>
                </a:lnTo>
                <a:lnTo>
                  <a:pt x="632311" y="891239"/>
                </a:lnTo>
                <a:lnTo>
                  <a:pt x="632069" y="898739"/>
                </a:lnTo>
                <a:lnTo>
                  <a:pt x="631197" y="906240"/>
                </a:lnTo>
                <a:lnTo>
                  <a:pt x="629955" y="907450"/>
                </a:lnTo>
                <a:lnTo>
                  <a:pt x="619383" y="913740"/>
                </a:lnTo>
                <a:lnTo>
                  <a:pt x="617830" y="921240"/>
                </a:lnTo>
                <a:lnTo>
                  <a:pt x="617634" y="928741"/>
                </a:lnTo>
                <a:lnTo>
                  <a:pt x="615739" y="936241"/>
                </a:lnTo>
                <a:lnTo>
                  <a:pt x="615588" y="936364"/>
                </a:lnTo>
                <a:lnTo>
                  <a:pt x="604333" y="943741"/>
                </a:lnTo>
                <a:lnTo>
                  <a:pt x="603470" y="951241"/>
                </a:lnTo>
                <a:lnTo>
                  <a:pt x="603342" y="958742"/>
                </a:lnTo>
                <a:lnTo>
                  <a:pt x="602940" y="966242"/>
                </a:lnTo>
                <a:lnTo>
                  <a:pt x="601222" y="970122"/>
                </a:lnTo>
                <a:lnTo>
                  <a:pt x="595218" y="973742"/>
                </a:lnTo>
                <a:lnTo>
                  <a:pt x="589650" y="981243"/>
                </a:lnTo>
                <a:lnTo>
                  <a:pt x="589069" y="988743"/>
                </a:lnTo>
                <a:lnTo>
                  <a:pt x="588950" y="996243"/>
                </a:lnTo>
                <a:lnTo>
                  <a:pt x="588358" y="1003743"/>
                </a:lnTo>
                <a:lnTo>
                  <a:pt x="586855" y="1006304"/>
                </a:lnTo>
                <a:lnTo>
                  <a:pt x="578800" y="1011244"/>
                </a:lnTo>
                <a:lnTo>
                  <a:pt x="575071" y="1018744"/>
                </a:lnTo>
                <a:lnTo>
                  <a:pt x="574678" y="1026244"/>
                </a:lnTo>
                <a:lnTo>
                  <a:pt x="574548" y="1033745"/>
                </a:lnTo>
                <a:lnTo>
                  <a:pt x="573669" y="1041245"/>
                </a:lnTo>
                <a:lnTo>
                  <a:pt x="572489" y="1042818"/>
                </a:lnTo>
                <a:lnTo>
                  <a:pt x="563059" y="1048745"/>
                </a:lnTo>
                <a:lnTo>
                  <a:pt x="560563" y="1056246"/>
                </a:lnTo>
                <a:lnTo>
                  <a:pt x="560291" y="1063746"/>
                </a:lnTo>
                <a:lnTo>
                  <a:pt x="560130" y="1071246"/>
                </a:lnTo>
                <a:lnTo>
                  <a:pt x="558820" y="1078747"/>
                </a:lnTo>
                <a:lnTo>
                  <a:pt x="558123" y="1079504"/>
                </a:lnTo>
                <a:lnTo>
                  <a:pt x="547773" y="1086247"/>
                </a:lnTo>
                <a:lnTo>
                  <a:pt x="545947" y="1093747"/>
                </a:lnTo>
                <a:lnTo>
                  <a:pt x="545888" y="1101247"/>
                </a:lnTo>
                <a:lnTo>
                  <a:pt x="543756" y="1105596"/>
                </a:lnTo>
                <a:lnTo>
                  <a:pt x="537763" y="1108748"/>
                </a:lnTo>
                <a:lnTo>
                  <a:pt x="531569" y="1116248"/>
                </a:lnTo>
                <a:lnTo>
                  <a:pt x="531519" y="1123748"/>
                </a:lnTo>
                <a:lnTo>
                  <a:pt x="529390" y="1126879"/>
                </a:lnTo>
                <a:lnTo>
                  <a:pt x="521069" y="1131249"/>
                </a:lnTo>
                <a:lnTo>
                  <a:pt x="517193" y="1138749"/>
                </a:lnTo>
                <a:lnTo>
                  <a:pt x="517137" y="1146249"/>
                </a:lnTo>
                <a:lnTo>
                  <a:pt x="515023" y="1148608"/>
                </a:lnTo>
                <a:lnTo>
                  <a:pt x="505247" y="1153749"/>
                </a:lnTo>
                <a:lnTo>
                  <a:pt x="502821" y="1161250"/>
                </a:lnTo>
                <a:lnTo>
                  <a:pt x="502746" y="1168750"/>
                </a:lnTo>
                <a:lnTo>
                  <a:pt x="500657" y="1170618"/>
                </a:lnTo>
                <a:lnTo>
                  <a:pt x="489969" y="1176250"/>
                </a:lnTo>
                <a:lnTo>
                  <a:pt x="488452" y="1183751"/>
                </a:lnTo>
                <a:lnTo>
                  <a:pt x="488340" y="1191251"/>
                </a:lnTo>
                <a:lnTo>
                  <a:pt x="486291" y="1193093"/>
                </a:lnTo>
                <a:lnTo>
                  <a:pt x="475611" y="1198751"/>
                </a:lnTo>
                <a:lnTo>
                  <a:pt x="474089" y="1206252"/>
                </a:lnTo>
                <a:lnTo>
                  <a:pt x="474006" y="1213752"/>
                </a:lnTo>
                <a:lnTo>
                  <a:pt x="471924" y="1216008"/>
                </a:lnTo>
                <a:lnTo>
                  <a:pt x="462002" y="1221252"/>
                </a:lnTo>
                <a:lnTo>
                  <a:pt x="459727" y="1228752"/>
                </a:lnTo>
                <a:lnTo>
                  <a:pt x="459664" y="1236253"/>
                </a:lnTo>
                <a:lnTo>
                  <a:pt x="457558" y="1239116"/>
                </a:lnTo>
                <a:lnTo>
                  <a:pt x="448767" y="1243753"/>
                </a:lnTo>
                <a:lnTo>
                  <a:pt x="445368" y="1251253"/>
                </a:lnTo>
                <a:lnTo>
                  <a:pt x="445335" y="1258754"/>
                </a:lnTo>
                <a:lnTo>
                  <a:pt x="444437" y="1266254"/>
                </a:lnTo>
                <a:lnTo>
                  <a:pt x="443192" y="1267023"/>
                </a:lnTo>
                <a:lnTo>
                  <a:pt x="431342" y="1273754"/>
                </a:lnTo>
                <a:lnTo>
                  <a:pt x="430984" y="1281255"/>
                </a:lnTo>
                <a:lnTo>
                  <a:pt x="430954" y="1288755"/>
                </a:lnTo>
                <a:lnTo>
                  <a:pt x="428861" y="1296255"/>
                </a:lnTo>
                <a:lnTo>
                  <a:pt x="428825" y="1296276"/>
                </a:lnTo>
                <a:lnTo>
                  <a:pt x="416769" y="1303755"/>
                </a:lnTo>
                <a:lnTo>
                  <a:pt x="416615" y="1311256"/>
                </a:lnTo>
                <a:lnTo>
                  <a:pt x="416552" y="1318756"/>
                </a:lnTo>
                <a:lnTo>
                  <a:pt x="414459" y="1322601"/>
                </a:lnTo>
                <a:lnTo>
                  <a:pt x="407579" y="1326256"/>
                </a:lnTo>
                <a:lnTo>
                  <a:pt x="402314" y="1333757"/>
                </a:lnTo>
                <a:lnTo>
                  <a:pt x="402246" y="1341257"/>
                </a:lnTo>
                <a:lnTo>
                  <a:pt x="402104" y="1348757"/>
                </a:lnTo>
                <a:lnTo>
                  <a:pt x="400092" y="1350950"/>
                </a:lnTo>
                <a:lnTo>
                  <a:pt x="390170" y="1356258"/>
                </a:lnTo>
                <a:lnTo>
                  <a:pt x="387910" y="1363758"/>
                </a:lnTo>
                <a:lnTo>
                  <a:pt x="387877" y="1371258"/>
                </a:lnTo>
                <a:lnTo>
                  <a:pt x="387546" y="1378758"/>
                </a:lnTo>
                <a:lnTo>
                  <a:pt x="385726" y="1380159"/>
                </a:lnTo>
                <a:lnTo>
                  <a:pt x="374497" y="1386259"/>
                </a:lnTo>
                <a:lnTo>
                  <a:pt x="373527" y="1393759"/>
                </a:lnTo>
                <a:lnTo>
                  <a:pt x="373505" y="1401259"/>
                </a:lnTo>
                <a:lnTo>
                  <a:pt x="372735" y="1408760"/>
                </a:lnTo>
                <a:lnTo>
                  <a:pt x="371360" y="1409629"/>
                </a:lnTo>
                <a:lnTo>
                  <a:pt x="359570" y="1416260"/>
                </a:lnTo>
                <a:lnTo>
                  <a:pt x="359153" y="1423760"/>
                </a:lnTo>
                <a:lnTo>
                  <a:pt x="359126" y="1431260"/>
                </a:lnTo>
                <a:lnTo>
                  <a:pt x="357332" y="1438761"/>
                </a:lnTo>
                <a:lnTo>
                  <a:pt x="356993" y="1438955"/>
                </a:lnTo>
                <a:lnTo>
                  <a:pt x="344963" y="1446261"/>
                </a:lnTo>
                <a:lnTo>
                  <a:pt x="344783" y="1453761"/>
                </a:lnTo>
                <a:lnTo>
                  <a:pt x="344729" y="1461262"/>
                </a:lnTo>
                <a:lnTo>
                  <a:pt x="342627" y="1465580"/>
                </a:lnTo>
                <a:lnTo>
                  <a:pt x="336635" y="1468762"/>
                </a:lnTo>
                <a:lnTo>
                  <a:pt x="330493" y="1476262"/>
                </a:lnTo>
                <a:lnTo>
                  <a:pt x="330415" y="1483763"/>
                </a:lnTo>
                <a:lnTo>
                  <a:pt x="330292" y="1491263"/>
                </a:lnTo>
                <a:lnTo>
                  <a:pt x="328260" y="1493668"/>
                </a:lnTo>
                <a:lnTo>
                  <a:pt x="318719" y="1498763"/>
                </a:lnTo>
                <a:lnTo>
                  <a:pt x="316083" y="1506263"/>
                </a:lnTo>
                <a:lnTo>
                  <a:pt x="316046" y="1513764"/>
                </a:lnTo>
                <a:lnTo>
                  <a:pt x="315762" y="1521264"/>
                </a:lnTo>
                <a:lnTo>
                  <a:pt x="313894" y="1522777"/>
                </a:lnTo>
                <a:lnTo>
                  <a:pt x="302829" y="1528764"/>
                </a:lnTo>
                <a:lnTo>
                  <a:pt x="301697" y="1536265"/>
                </a:lnTo>
                <a:lnTo>
                  <a:pt x="301675" y="1543765"/>
                </a:lnTo>
                <a:lnTo>
                  <a:pt x="301014" y="1551265"/>
                </a:lnTo>
                <a:lnTo>
                  <a:pt x="299528" y="1552231"/>
                </a:lnTo>
                <a:lnTo>
                  <a:pt x="287809" y="1558766"/>
                </a:lnTo>
                <a:lnTo>
                  <a:pt x="287322" y="1566266"/>
                </a:lnTo>
                <a:lnTo>
                  <a:pt x="287297" y="1573766"/>
                </a:lnTo>
                <a:lnTo>
                  <a:pt x="285759" y="1581266"/>
                </a:lnTo>
                <a:lnTo>
                  <a:pt x="285161" y="1581613"/>
                </a:lnTo>
                <a:lnTo>
                  <a:pt x="273161" y="1588767"/>
                </a:lnTo>
                <a:lnTo>
                  <a:pt x="272952" y="1596267"/>
                </a:lnTo>
                <a:lnTo>
                  <a:pt x="272905" y="1603767"/>
                </a:lnTo>
                <a:lnTo>
                  <a:pt x="270795" y="1608637"/>
                </a:lnTo>
                <a:lnTo>
                  <a:pt x="265838" y="1611268"/>
                </a:lnTo>
                <a:lnTo>
                  <a:pt x="258674" y="1618768"/>
                </a:lnTo>
                <a:lnTo>
                  <a:pt x="258583" y="1626268"/>
                </a:lnTo>
                <a:lnTo>
                  <a:pt x="258478" y="1633769"/>
                </a:lnTo>
                <a:lnTo>
                  <a:pt x="256429" y="1636418"/>
                </a:lnTo>
                <a:lnTo>
                  <a:pt x="247331" y="1641269"/>
                </a:lnTo>
                <a:lnTo>
                  <a:pt x="244256" y="1648769"/>
                </a:lnTo>
                <a:lnTo>
                  <a:pt x="244215" y="1656269"/>
                </a:lnTo>
                <a:lnTo>
                  <a:pt x="243971" y="1663770"/>
                </a:lnTo>
                <a:lnTo>
                  <a:pt x="242062" y="1665405"/>
                </a:lnTo>
                <a:lnTo>
                  <a:pt x="231188" y="1671270"/>
                </a:lnTo>
                <a:lnTo>
                  <a:pt x="229867" y="1678770"/>
                </a:lnTo>
                <a:lnTo>
                  <a:pt x="229844" y="1686271"/>
                </a:lnTo>
                <a:lnTo>
                  <a:pt x="229278" y="1693771"/>
                </a:lnTo>
                <a:lnTo>
                  <a:pt x="227696" y="1694830"/>
                </a:lnTo>
                <a:lnTo>
                  <a:pt x="216058" y="1701271"/>
                </a:lnTo>
                <a:lnTo>
                  <a:pt x="215491" y="1708772"/>
                </a:lnTo>
                <a:lnTo>
                  <a:pt x="215468" y="1716272"/>
                </a:lnTo>
                <a:lnTo>
                  <a:pt x="214149" y="1723772"/>
                </a:lnTo>
                <a:lnTo>
                  <a:pt x="213329" y="1724255"/>
                </a:lnTo>
                <a:lnTo>
                  <a:pt x="201365" y="1731272"/>
                </a:lnTo>
                <a:lnTo>
                  <a:pt x="201121" y="1738773"/>
                </a:lnTo>
                <a:lnTo>
                  <a:pt x="201079" y="1746273"/>
                </a:lnTo>
                <a:lnTo>
                  <a:pt x="198963" y="1751784"/>
                </a:lnTo>
                <a:lnTo>
                  <a:pt x="195213" y="1753773"/>
                </a:lnTo>
                <a:lnTo>
                  <a:pt x="186857" y="1761274"/>
                </a:lnTo>
                <a:lnTo>
                  <a:pt x="186752" y="1768774"/>
                </a:lnTo>
                <a:lnTo>
                  <a:pt x="186661" y="1776274"/>
                </a:lnTo>
                <a:lnTo>
                  <a:pt x="184597" y="1779205"/>
                </a:lnTo>
                <a:lnTo>
                  <a:pt x="176018" y="1783774"/>
                </a:lnTo>
                <a:lnTo>
                  <a:pt x="172431" y="1791275"/>
                </a:lnTo>
                <a:lnTo>
                  <a:pt x="172383" y="1798775"/>
                </a:lnTo>
                <a:lnTo>
                  <a:pt x="172174" y="1806275"/>
                </a:lnTo>
                <a:lnTo>
                  <a:pt x="170230" y="1808047"/>
                </a:lnTo>
                <a:lnTo>
                  <a:pt x="159578" y="1813776"/>
                </a:lnTo>
                <a:lnTo>
                  <a:pt x="158038" y="1821276"/>
                </a:lnTo>
                <a:lnTo>
                  <a:pt x="158013" y="1828776"/>
                </a:lnTo>
                <a:lnTo>
                  <a:pt x="157528" y="1836277"/>
                </a:lnTo>
                <a:lnTo>
                  <a:pt x="155864" y="1837429"/>
                </a:lnTo>
                <a:lnTo>
                  <a:pt x="144322" y="1843777"/>
                </a:lnTo>
                <a:lnTo>
                  <a:pt x="143661" y="1851277"/>
                </a:lnTo>
                <a:lnTo>
                  <a:pt x="143638" y="1858777"/>
                </a:lnTo>
                <a:lnTo>
                  <a:pt x="142508" y="1866278"/>
                </a:lnTo>
                <a:lnTo>
                  <a:pt x="141498" y="1866883"/>
                </a:lnTo>
                <a:lnTo>
                  <a:pt x="129574" y="1873778"/>
                </a:lnTo>
                <a:lnTo>
                  <a:pt x="129289" y="1881278"/>
                </a:lnTo>
                <a:lnTo>
                  <a:pt x="129253" y="1888779"/>
                </a:lnTo>
                <a:lnTo>
                  <a:pt x="127131" y="1895038"/>
                </a:lnTo>
                <a:lnTo>
                  <a:pt x="124789" y="1896279"/>
                </a:lnTo>
                <a:lnTo>
                  <a:pt x="115043" y="1903779"/>
                </a:lnTo>
                <a:lnTo>
                  <a:pt x="114920" y="1911280"/>
                </a:lnTo>
                <a:lnTo>
                  <a:pt x="114842" y="1918780"/>
                </a:lnTo>
                <a:lnTo>
                  <a:pt x="112765" y="1922037"/>
                </a:lnTo>
                <a:lnTo>
                  <a:pt x="104791" y="1926280"/>
                </a:lnTo>
                <a:lnTo>
                  <a:pt x="100606" y="1933780"/>
                </a:lnTo>
                <a:lnTo>
                  <a:pt x="100552" y="1941281"/>
                </a:lnTo>
                <a:lnTo>
                  <a:pt x="100373" y="1948781"/>
                </a:lnTo>
                <a:lnTo>
                  <a:pt x="98398" y="1950706"/>
                </a:lnTo>
                <a:lnTo>
                  <a:pt x="88006" y="1956281"/>
                </a:lnTo>
                <a:lnTo>
                  <a:pt x="86210" y="1963782"/>
                </a:lnTo>
                <a:lnTo>
                  <a:pt x="86182" y="1971282"/>
                </a:lnTo>
                <a:lnTo>
                  <a:pt x="85766" y="1978782"/>
                </a:lnTo>
                <a:lnTo>
                  <a:pt x="84032" y="1980031"/>
                </a:lnTo>
                <a:lnTo>
                  <a:pt x="72602" y="1986283"/>
                </a:lnTo>
                <a:lnTo>
                  <a:pt x="71830" y="1993783"/>
                </a:lnTo>
                <a:lnTo>
                  <a:pt x="71809" y="2001283"/>
                </a:lnTo>
                <a:lnTo>
                  <a:pt x="70839" y="2008783"/>
                </a:lnTo>
                <a:lnTo>
                  <a:pt x="69666" y="2009500"/>
                </a:lnTo>
                <a:lnTo>
                  <a:pt x="57790" y="2016284"/>
                </a:lnTo>
                <a:lnTo>
                  <a:pt x="57458" y="2023784"/>
                </a:lnTo>
                <a:lnTo>
                  <a:pt x="57426" y="2031284"/>
                </a:lnTo>
                <a:lnTo>
                  <a:pt x="55299" y="2038414"/>
                </a:lnTo>
                <a:lnTo>
                  <a:pt x="54600" y="2038785"/>
                </a:lnTo>
                <a:lnTo>
                  <a:pt x="43232" y="2046285"/>
                </a:lnTo>
                <a:lnTo>
                  <a:pt x="43089" y="2053785"/>
                </a:lnTo>
                <a:lnTo>
                  <a:pt x="43021" y="2061286"/>
                </a:lnTo>
                <a:lnTo>
                  <a:pt x="40933" y="2064922"/>
                </a:lnTo>
                <a:lnTo>
                  <a:pt x="33664" y="2068786"/>
                </a:lnTo>
                <a:lnTo>
                  <a:pt x="28783" y="2076286"/>
                </a:lnTo>
                <a:lnTo>
                  <a:pt x="28720" y="2083786"/>
                </a:lnTo>
                <a:lnTo>
                  <a:pt x="28566" y="2091287"/>
                </a:lnTo>
                <a:lnTo>
                  <a:pt x="26567" y="2093385"/>
                </a:lnTo>
                <a:lnTo>
                  <a:pt x="16477" y="2098787"/>
                </a:lnTo>
                <a:lnTo>
                  <a:pt x="14382" y="2106287"/>
                </a:lnTo>
                <a:lnTo>
                  <a:pt x="14351" y="2113788"/>
                </a:lnTo>
                <a:lnTo>
                  <a:pt x="13994" y="2121288"/>
                </a:lnTo>
                <a:lnTo>
                  <a:pt x="12200" y="2122637"/>
                </a:lnTo>
                <a:lnTo>
                  <a:pt x="900" y="2128788"/>
                </a:lnTo>
                <a:lnTo>
                  <a:pt x="0" y="2136288"/>
                </a:lnTo>
                <a:lnTo>
                  <a:pt x="2166" y="2136288"/>
                </a:lnTo>
                <a:lnTo>
                  <a:pt x="3966" y="2128788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4D748-9F9A-4C2B-BDE3-9B698202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80" y="3491031"/>
            <a:ext cx="2481051" cy="2134854"/>
          </a:xfrm>
          <a:custGeom xmlns:a="http://schemas.openxmlformats.org/drawingml/2006/main">
            <a:pathLst>
              <a:path w="2481051" h="2134854">
                <a:moveTo>
                  <a:pt x="4865" y="2127354"/>
                </a:moveTo>
                <a:lnTo>
                  <a:pt x="10034" y="2124540"/>
                </a:lnTo>
                <a:lnTo>
                  <a:pt x="16265" y="2119853"/>
                </a:lnTo>
                <a:lnTo>
                  <a:pt x="16497" y="2112353"/>
                </a:lnTo>
                <a:lnTo>
                  <a:pt x="16578" y="2104853"/>
                </a:lnTo>
                <a:lnTo>
                  <a:pt x="22864" y="2097352"/>
                </a:lnTo>
                <a:lnTo>
                  <a:pt x="24400" y="2096530"/>
                </a:lnTo>
                <a:lnTo>
                  <a:pt x="30765" y="2089852"/>
                </a:lnTo>
                <a:lnTo>
                  <a:pt x="30866" y="2082352"/>
                </a:lnTo>
                <a:lnTo>
                  <a:pt x="31050" y="2074852"/>
                </a:lnTo>
                <a:lnTo>
                  <a:pt x="38767" y="2068994"/>
                </a:lnTo>
                <a:lnTo>
                  <a:pt x="41786" y="2067351"/>
                </a:lnTo>
                <a:lnTo>
                  <a:pt x="45188" y="2059851"/>
                </a:lnTo>
                <a:lnTo>
                  <a:pt x="45236" y="2052351"/>
                </a:lnTo>
                <a:lnTo>
                  <a:pt x="45663" y="2044850"/>
                </a:lnTo>
                <a:lnTo>
                  <a:pt x="53133" y="2040162"/>
                </a:lnTo>
                <a:lnTo>
                  <a:pt x="58119" y="2037350"/>
                </a:lnTo>
                <a:lnTo>
                  <a:pt x="59579" y="2029850"/>
                </a:lnTo>
                <a:lnTo>
                  <a:pt x="59610" y="2022350"/>
                </a:lnTo>
                <a:lnTo>
                  <a:pt x="60604" y="2014849"/>
                </a:lnTo>
                <a:lnTo>
                  <a:pt x="67499" y="2010911"/>
                </a:lnTo>
                <a:lnTo>
                  <a:pt x="73329" y="2007349"/>
                </a:lnTo>
                <a:lnTo>
                  <a:pt x="73957" y="1999849"/>
                </a:lnTo>
                <a:lnTo>
                  <a:pt x="73993" y="1992348"/>
                </a:lnTo>
                <a:lnTo>
                  <a:pt x="76307" y="1984848"/>
                </a:lnTo>
                <a:lnTo>
                  <a:pt x="81866" y="1981808"/>
                </a:lnTo>
                <a:lnTo>
                  <a:pt x="88058" y="1977348"/>
                </a:lnTo>
                <a:lnTo>
                  <a:pt x="88328" y="1969847"/>
                </a:lnTo>
                <a:lnTo>
                  <a:pt x="88399" y="1962347"/>
                </a:lnTo>
                <a:lnTo>
                  <a:pt x="93788" y="1954847"/>
                </a:lnTo>
                <a:lnTo>
                  <a:pt x="96232" y="1953535"/>
                </a:lnTo>
                <a:lnTo>
                  <a:pt x="102580" y="1947347"/>
                </a:lnTo>
                <a:lnTo>
                  <a:pt x="102697" y="1939846"/>
                </a:lnTo>
                <a:lnTo>
                  <a:pt x="102856" y="1932346"/>
                </a:lnTo>
                <a:lnTo>
                  <a:pt x="110598" y="1926171"/>
                </a:lnTo>
                <a:lnTo>
                  <a:pt x="113045" y="1924846"/>
                </a:lnTo>
                <a:lnTo>
                  <a:pt x="117013" y="1917345"/>
                </a:lnTo>
                <a:lnTo>
                  <a:pt x="117067" y="1909845"/>
                </a:lnTo>
                <a:lnTo>
                  <a:pt x="117434" y="1902345"/>
                </a:lnTo>
                <a:lnTo>
                  <a:pt x="124965" y="1897494"/>
                </a:lnTo>
                <a:lnTo>
                  <a:pt x="129705" y="1894844"/>
                </a:lnTo>
                <a:lnTo>
                  <a:pt x="131408" y="1887344"/>
                </a:lnTo>
                <a:lnTo>
                  <a:pt x="131440" y="1879844"/>
                </a:lnTo>
                <a:lnTo>
                  <a:pt x="132292" y="1872344"/>
                </a:lnTo>
                <a:lnTo>
                  <a:pt x="139331" y="1868273"/>
                </a:lnTo>
                <a:lnTo>
                  <a:pt x="145055" y="1864843"/>
                </a:lnTo>
                <a:lnTo>
                  <a:pt x="145787" y="1857343"/>
                </a:lnTo>
                <a:lnTo>
                  <a:pt x="145821" y="1849843"/>
                </a:lnTo>
                <a:lnTo>
                  <a:pt x="147805" y="1842342"/>
                </a:lnTo>
                <a:lnTo>
                  <a:pt x="153698" y="1839102"/>
                </a:lnTo>
                <a:lnTo>
                  <a:pt x="159844" y="1834842"/>
                </a:lnTo>
                <a:lnTo>
                  <a:pt x="160159" y="1827342"/>
                </a:lnTo>
                <a:lnTo>
                  <a:pt x="160221" y="1819841"/>
                </a:lnTo>
                <a:lnTo>
                  <a:pt x="164841" y="1812341"/>
                </a:lnTo>
                <a:lnTo>
                  <a:pt x="168064" y="1810608"/>
                </a:lnTo>
                <a:lnTo>
                  <a:pt x="174392" y="1804841"/>
                </a:lnTo>
                <a:lnTo>
                  <a:pt x="174529" y="1797341"/>
                </a:lnTo>
                <a:lnTo>
                  <a:pt x="174665" y="1789840"/>
                </a:lnTo>
                <a:lnTo>
                  <a:pt x="182430" y="1783300"/>
                </a:lnTo>
                <a:lnTo>
                  <a:pt x="184208" y="1782340"/>
                </a:lnTo>
                <a:lnTo>
                  <a:pt x="188837" y="1774840"/>
                </a:lnTo>
                <a:lnTo>
                  <a:pt x="188899" y="1767339"/>
                </a:lnTo>
                <a:lnTo>
                  <a:pt x="189213" y="1759839"/>
                </a:lnTo>
                <a:lnTo>
                  <a:pt x="196797" y="1754808"/>
                </a:lnTo>
                <a:lnTo>
                  <a:pt x="201249" y="1752339"/>
                </a:lnTo>
                <a:lnTo>
                  <a:pt x="203237" y="1744839"/>
                </a:lnTo>
                <a:lnTo>
                  <a:pt x="203270" y="1737338"/>
                </a:lnTo>
                <a:lnTo>
                  <a:pt x="204001" y="1729838"/>
                </a:lnTo>
                <a:lnTo>
                  <a:pt x="211163" y="1725637"/>
                </a:lnTo>
                <a:lnTo>
                  <a:pt x="216764" y="1722338"/>
                </a:lnTo>
                <a:lnTo>
                  <a:pt x="217617" y="1714837"/>
                </a:lnTo>
                <a:lnTo>
                  <a:pt x="217649" y="1707337"/>
                </a:lnTo>
                <a:lnTo>
                  <a:pt x="219350" y="1699837"/>
                </a:lnTo>
                <a:lnTo>
                  <a:pt x="225529" y="1696416"/>
                </a:lnTo>
                <a:lnTo>
                  <a:pt x="231623" y="1692336"/>
                </a:lnTo>
                <a:lnTo>
                  <a:pt x="231990" y="1684836"/>
                </a:lnTo>
                <a:lnTo>
                  <a:pt x="232044" y="1677336"/>
                </a:lnTo>
                <a:lnTo>
                  <a:pt x="236005" y="1669836"/>
                </a:lnTo>
                <a:lnTo>
                  <a:pt x="239896" y="1667737"/>
                </a:lnTo>
                <a:lnTo>
                  <a:pt x="246202" y="1662335"/>
                </a:lnTo>
                <a:lnTo>
                  <a:pt x="246360" y="1654835"/>
                </a:lnTo>
                <a:lnTo>
                  <a:pt x="246478" y="1647335"/>
                </a:lnTo>
                <a:lnTo>
                  <a:pt x="254262" y="1640371"/>
                </a:lnTo>
                <a:lnTo>
                  <a:pt x="255260" y="1639834"/>
                </a:lnTo>
                <a:lnTo>
                  <a:pt x="260659" y="1632334"/>
                </a:lnTo>
                <a:lnTo>
                  <a:pt x="260730" y="1624834"/>
                </a:lnTo>
                <a:lnTo>
                  <a:pt x="260999" y="1617333"/>
                </a:lnTo>
                <a:lnTo>
                  <a:pt x="268629" y="1612102"/>
                </a:lnTo>
                <a:lnTo>
                  <a:pt x="272746" y="1609833"/>
                </a:lnTo>
                <a:lnTo>
                  <a:pt x="275064" y="1602333"/>
                </a:lnTo>
                <a:lnTo>
                  <a:pt x="275101" y="1594833"/>
                </a:lnTo>
                <a:lnTo>
                  <a:pt x="275727" y="1587332"/>
                </a:lnTo>
                <a:lnTo>
                  <a:pt x="282995" y="1583000"/>
                </a:lnTo>
                <a:lnTo>
                  <a:pt x="288452" y="1579832"/>
                </a:lnTo>
                <a:lnTo>
                  <a:pt x="289447" y="1572332"/>
                </a:lnTo>
                <a:lnTo>
                  <a:pt x="289478" y="1564831"/>
                </a:lnTo>
                <a:lnTo>
                  <a:pt x="290936" y="1557331"/>
                </a:lnTo>
                <a:lnTo>
                  <a:pt x="297361" y="1553748"/>
                </a:lnTo>
                <a:lnTo>
                  <a:pt x="303394" y="1549831"/>
                </a:lnTo>
                <a:lnTo>
                  <a:pt x="303821" y="1542330"/>
                </a:lnTo>
                <a:lnTo>
                  <a:pt x="303869" y="1534830"/>
                </a:lnTo>
                <a:lnTo>
                  <a:pt x="307265" y="1527330"/>
                </a:lnTo>
                <a:lnTo>
                  <a:pt x="311728" y="1524915"/>
                </a:lnTo>
                <a:lnTo>
                  <a:pt x="318007" y="1519830"/>
                </a:lnTo>
                <a:lnTo>
                  <a:pt x="318192" y="1512329"/>
                </a:lnTo>
                <a:lnTo>
                  <a:pt x="318293" y="1504829"/>
                </a:lnTo>
                <a:lnTo>
                  <a:pt x="326094" y="1497376"/>
                </a:lnTo>
                <a:lnTo>
                  <a:pt x="326182" y="1497329"/>
                </a:lnTo>
                <a:lnTo>
                  <a:pt x="332479" y="1489828"/>
                </a:lnTo>
                <a:lnTo>
                  <a:pt x="332561" y="1482328"/>
                </a:lnTo>
                <a:lnTo>
                  <a:pt x="332792" y="1474828"/>
                </a:lnTo>
                <a:lnTo>
                  <a:pt x="340461" y="1469369"/>
                </a:lnTo>
                <a:lnTo>
                  <a:pt x="344187" y="1467327"/>
                </a:lnTo>
                <a:lnTo>
                  <a:pt x="346891" y="1459827"/>
                </a:lnTo>
                <a:lnTo>
                  <a:pt x="346932" y="1452327"/>
                </a:lnTo>
                <a:lnTo>
                  <a:pt x="347469" y="1444827"/>
                </a:lnTo>
                <a:lnTo>
                  <a:pt x="354827" y="1440358"/>
                </a:lnTo>
                <a:lnTo>
                  <a:pt x="360116" y="1437326"/>
                </a:lnTo>
                <a:lnTo>
                  <a:pt x="361277" y="1429826"/>
                </a:lnTo>
                <a:lnTo>
                  <a:pt x="361307" y="1422326"/>
                </a:lnTo>
                <a:lnTo>
                  <a:pt x="362557" y="1414825"/>
                </a:lnTo>
                <a:lnTo>
                  <a:pt x="369193" y="1411093"/>
                </a:lnTo>
                <a:lnTo>
                  <a:pt x="375154" y="1407325"/>
                </a:lnTo>
                <a:lnTo>
                  <a:pt x="375652" y="1399825"/>
                </a:lnTo>
                <a:lnTo>
                  <a:pt x="375695" y="1392325"/>
                </a:lnTo>
                <a:lnTo>
                  <a:pt x="378606" y="1384824"/>
                </a:lnTo>
                <a:lnTo>
                  <a:pt x="383560" y="1382134"/>
                </a:lnTo>
                <a:lnTo>
                  <a:pt x="389808" y="1377324"/>
                </a:lnTo>
                <a:lnTo>
                  <a:pt x="390023" y="1369824"/>
                </a:lnTo>
                <a:lnTo>
                  <a:pt x="390110" y="1362323"/>
                </a:lnTo>
                <a:lnTo>
                  <a:pt x="396891" y="1354823"/>
                </a:lnTo>
                <a:lnTo>
                  <a:pt x="397926" y="1354270"/>
                </a:lnTo>
                <a:lnTo>
                  <a:pt x="404298" y="1347323"/>
                </a:lnTo>
                <a:lnTo>
                  <a:pt x="404392" y="1339822"/>
                </a:lnTo>
                <a:lnTo>
                  <a:pt x="404591" y="1332322"/>
                </a:lnTo>
                <a:lnTo>
                  <a:pt x="412292" y="1326605"/>
                </a:lnTo>
                <a:lnTo>
                  <a:pt x="415564" y="1324822"/>
                </a:lnTo>
                <a:lnTo>
                  <a:pt x="418717" y="1317322"/>
                </a:lnTo>
                <a:lnTo>
                  <a:pt x="418763" y="1309821"/>
                </a:lnTo>
                <a:lnTo>
                  <a:pt x="419223" y="1302321"/>
                </a:lnTo>
                <a:lnTo>
                  <a:pt x="426659" y="1297708"/>
                </a:lnTo>
                <a:lnTo>
                  <a:pt x="431753" y="1294821"/>
                </a:lnTo>
                <a:lnTo>
                  <a:pt x="433107" y="1287320"/>
                </a:lnTo>
                <a:lnTo>
                  <a:pt x="433137" y="1279820"/>
                </a:lnTo>
                <a:lnTo>
                  <a:pt x="434209" y="1272320"/>
                </a:lnTo>
                <a:lnTo>
                  <a:pt x="441025" y="1268448"/>
                </a:lnTo>
                <a:lnTo>
                  <a:pt x="446901" y="1264819"/>
                </a:lnTo>
                <a:lnTo>
                  <a:pt x="447483" y="1257319"/>
                </a:lnTo>
                <a:lnTo>
                  <a:pt x="447555" y="1249819"/>
                </a:lnTo>
                <a:lnTo>
                  <a:pt x="455391" y="1243108"/>
                </a:lnTo>
                <a:lnTo>
                  <a:pt x="456879" y="1242319"/>
                </a:lnTo>
                <a:lnTo>
                  <a:pt x="461825" y="1234818"/>
                </a:lnTo>
                <a:lnTo>
                  <a:pt x="461900" y="1227318"/>
                </a:lnTo>
                <a:lnTo>
                  <a:pt x="468724" y="1219818"/>
                </a:lnTo>
                <a:lnTo>
                  <a:pt x="469758" y="1219271"/>
                </a:lnTo>
                <a:lnTo>
                  <a:pt x="476176" y="1212317"/>
                </a:lnTo>
                <a:lnTo>
                  <a:pt x="476252" y="1204817"/>
                </a:lnTo>
                <a:lnTo>
                  <a:pt x="480819" y="1197317"/>
                </a:lnTo>
                <a:lnTo>
                  <a:pt x="484124" y="1195565"/>
                </a:lnTo>
                <a:lnTo>
                  <a:pt x="490521" y="1189816"/>
                </a:lnTo>
                <a:lnTo>
                  <a:pt x="490608" y="1182316"/>
                </a:lnTo>
                <a:lnTo>
                  <a:pt x="495159" y="1174816"/>
                </a:lnTo>
                <a:lnTo>
                  <a:pt x="498491" y="1173061"/>
                </a:lnTo>
                <a:lnTo>
                  <a:pt x="504913" y="1167316"/>
                </a:lnTo>
                <a:lnTo>
                  <a:pt x="504983" y="1159815"/>
                </a:lnTo>
                <a:lnTo>
                  <a:pt x="512259" y="1152315"/>
                </a:lnTo>
                <a:lnTo>
                  <a:pt x="512857" y="1152001"/>
                </a:lnTo>
                <a:lnTo>
                  <a:pt x="519295" y="1144815"/>
                </a:lnTo>
                <a:lnTo>
                  <a:pt x="519367" y="1137314"/>
                </a:lnTo>
                <a:lnTo>
                  <a:pt x="527224" y="1130916"/>
                </a:lnTo>
                <a:lnTo>
                  <a:pt x="529312" y="1129814"/>
                </a:lnTo>
                <a:lnTo>
                  <a:pt x="533672" y="1122314"/>
                </a:lnTo>
                <a:lnTo>
                  <a:pt x="533760" y="1114814"/>
                </a:lnTo>
                <a:lnTo>
                  <a:pt x="541590" y="1109288"/>
                </a:lnTo>
                <a:lnTo>
                  <a:pt x="545316" y="1107313"/>
                </a:lnTo>
                <a:lnTo>
                  <a:pt x="548040" y="1099813"/>
                </a:lnTo>
                <a:lnTo>
                  <a:pt x="548168" y="1092313"/>
                </a:lnTo>
                <a:lnTo>
                  <a:pt x="553642" y="1084812"/>
                </a:lnTo>
                <a:lnTo>
                  <a:pt x="555956" y="1083305"/>
                </a:lnTo>
                <a:lnTo>
                  <a:pt x="561479" y="1077312"/>
                </a:lnTo>
                <a:lnTo>
                  <a:pt x="562333" y="1069812"/>
                </a:lnTo>
                <a:lnTo>
                  <a:pt x="562500" y="1062311"/>
                </a:lnTo>
                <a:lnTo>
                  <a:pt x="563281" y="1054811"/>
                </a:lnTo>
                <a:lnTo>
                  <a:pt x="570323" y="1047538"/>
                </a:lnTo>
                <a:lnTo>
                  <a:pt x="570667" y="1047311"/>
                </a:lnTo>
                <a:lnTo>
                  <a:pt x="576158" y="1039811"/>
                </a:lnTo>
                <a:lnTo>
                  <a:pt x="576736" y="1032310"/>
                </a:lnTo>
                <a:lnTo>
                  <a:pt x="576913" y="1024810"/>
                </a:lnTo>
                <a:lnTo>
                  <a:pt x="578073" y="1017310"/>
                </a:lnTo>
                <a:lnTo>
                  <a:pt x="584689" y="1011462"/>
                </a:lnTo>
                <a:lnTo>
                  <a:pt x="587057" y="1009809"/>
                </a:lnTo>
                <a:lnTo>
                  <a:pt x="590733" y="1002309"/>
                </a:lnTo>
                <a:lnTo>
                  <a:pt x="591131" y="994809"/>
                </a:lnTo>
                <a:lnTo>
                  <a:pt x="591347" y="987308"/>
                </a:lnTo>
                <a:lnTo>
                  <a:pt x="593074" y="979808"/>
                </a:lnTo>
                <a:lnTo>
                  <a:pt x="599055" y="975118"/>
                </a:lnTo>
                <a:lnTo>
                  <a:pt x="602778" y="972308"/>
                </a:lnTo>
                <a:lnTo>
                  <a:pt x="605240" y="964808"/>
                </a:lnTo>
                <a:lnTo>
                  <a:pt x="605522" y="957307"/>
                </a:lnTo>
                <a:lnTo>
                  <a:pt x="605813" y="949807"/>
                </a:lnTo>
                <a:lnTo>
                  <a:pt x="608389" y="942307"/>
                </a:lnTo>
                <a:lnTo>
                  <a:pt x="613422" y="939008"/>
                </a:lnTo>
                <a:lnTo>
                  <a:pt x="618591" y="934806"/>
                </a:lnTo>
                <a:lnTo>
                  <a:pt x="619829" y="927306"/>
                </a:lnTo>
                <a:lnTo>
                  <a:pt x="620162" y="919806"/>
                </a:lnTo>
                <a:lnTo>
                  <a:pt x="624808" y="912306"/>
                </a:lnTo>
                <a:lnTo>
                  <a:pt x="627788" y="910532"/>
                </a:lnTo>
                <a:lnTo>
                  <a:pt x="633664" y="904805"/>
                </a:lnTo>
                <a:lnTo>
                  <a:pt x="634254" y="897305"/>
                </a:lnTo>
                <a:lnTo>
                  <a:pt x="634866" y="889805"/>
                </a:lnTo>
                <a:lnTo>
                  <a:pt x="642154" y="883357"/>
                </a:lnTo>
                <a:lnTo>
                  <a:pt x="643891" y="882304"/>
                </a:lnTo>
                <a:lnTo>
                  <a:pt x="648355" y="874804"/>
                </a:lnTo>
                <a:lnTo>
                  <a:pt x="648681" y="867304"/>
                </a:lnTo>
                <a:lnTo>
                  <a:pt x="649968" y="859803"/>
                </a:lnTo>
                <a:lnTo>
                  <a:pt x="656521" y="855187"/>
                </a:lnTo>
                <a:lnTo>
                  <a:pt x="660832" y="852303"/>
                </a:lnTo>
                <a:lnTo>
                  <a:pt x="662873" y="844803"/>
                </a:lnTo>
                <a:lnTo>
                  <a:pt x="663147" y="837303"/>
                </a:lnTo>
                <a:lnTo>
                  <a:pt x="665948" y="829802"/>
                </a:lnTo>
                <a:lnTo>
                  <a:pt x="670887" y="826728"/>
                </a:lnTo>
                <a:lnTo>
                  <a:pt x="676372" y="822302"/>
                </a:lnTo>
                <a:lnTo>
                  <a:pt x="677317" y="814802"/>
                </a:lnTo>
                <a:lnTo>
                  <a:pt x="677719" y="807301"/>
                </a:lnTo>
                <a:lnTo>
                  <a:pt x="683853" y="799801"/>
                </a:lnTo>
                <a:lnTo>
                  <a:pt x="685254" y="798924"/>
                </a:lnTo>
                <a:lnTo>
                  <a:pt x="691008" y="792301"/>
                </a:lnTo>
                <a:lnTo>
                  <a:pt x="691531" y="784800"/>
                </a:lnTo>
                <a:lnTo>
                  <a:pt x="691700" y="777300"/>
                </a:lnTo>
                <a:lnTo>
                  <a:pt x="691834" y="769800"/>
                </a:lnTo>
                <a:lnTo>
                  <a:pt x="692186" y="762300"/>
                </a:lnTo>
                <a:lnTo>
                  <a:pt x="693420" y="754799"/>
                </a:lnTo>
                <a:lnTo>
                  <a:pt x="697867" y="747299"/>
                </a:lnTo>
                <a:lnTo>
                  <a:pt x="699620" y="745647"/>
                </a:lnTo>
                <a:lnTo>
                  <a:pt x="703745" y="739799"/>
                </a:lnTo>
                <a:lnTo>
                  <a:pt x="705420" y="732298"/>
                </a:lnTo>
                <a:lnTo>
                  <a:pt x="705904" y="724798"/>
                </a:lnTo>
                <a:lnTo>
                  <a:pt x="706066" y="717298"/>
                </a:lnTo>
                <a:lnTo>
                  <a:pt x="706267" y="709798"/>
                </a:lnTo>
                <a:lnTo>
                  <a:pt x="707278" y="702297"/>
                </a:lnTo>
                <a:lnTo>
                  <a:pt x="713490" y="694797"/>
                </a:lnTo>
                <a:lnTo>
                  <a:pt x="713986" y="694444"/>
                </a:lnTo>
                <a:lnTo>
                  <a:pt x="719340" y="687297"/>
                </a:lnTo>
                <a:lnTo>
                  <a:pt x="720283" y="679796"/>
                </a:lnTo>
                <a:lnTo>
                  <a:pt x="720493" y="672296"/>
                </a:lnTo>
                <a:lnTo>
                  <a:pt x="720886" y="664796"/>
                </a:lnTo>
                <a:lnTo>
                  <a:pt x="723199" y="657295"/>
                </a:lnTo>
                <a:lnTo>
                  <a:pt x="728353" y="652909"/>
                </a:lnTo>
                <a:lnTo>
                  <a:pt x="732098" y="649795"/>
                </a:lnTo>
                <a:lnTo>
                  <a:pt x="742719" y="644688"/>
                </a:lnTo>
                <a:lnTo>
                  <a:pt x="750377" y="649795"/>
                </a:lnTo>
                <a:lnTo>
                  <a:pt x="754492" y="657295"/>
                </a:lnTo>
                <a:lnTo>
                  <a:pt x="757086" y="658699"/>
                </a:lnTo>
                <a:lnTo>
                  <a:pt x="764912" y="664796"/>
                </a:lnTo>
                <a:lnTo>
                  <a:pt x="771452" y="671954"/>
                </a:lnTo>
                <a:lnTo>
                  <a:pt x="772093" y="672296"/>
                </a:lnTo>
                <a:lnTo>
                  <a:pt x="779421" y="679796"/>
                </a:lnTo>
                <a:lnTo>
                  <a:pt x="785818" y="685193"/>
                </a:lnTo>
                <a:lnTo>
                  <a:pt x="789725" y="687297"/>
                </a:lnTo>
                <a:lnTo>
                  <a:pt x="793954" y="694797"/>
                </a:lnTo>
                <a:lnTo>
                  <a:pt x="800185" y="699177"/>
                </a:lnTo>
                <a:lnTo>
                  <a:pt x="805891" y="702297"/>
                </a:lnTo>
                <a:lnTo>
                  <a:pt x="808573" y="709798"/>
                </a:lnTo>
                <a:lnTo>
                  <a:pt x="814551" y="713533"/>
                </a:lnTo>
                <a:lnTo>
                  <a:pt x="821252" y="717298"/>
                </a:lnTo>
                <a:lnTo>
                  <a:pt x="823370" y="724798"/>
                </a:lnTo>
                <a:lnTo>
                  <a:pt x="828917" y="728024"/>
                </a:lnTo>
                <a:lnTo>
                  <a:pt x="836172" y="732298"/>
                </a:lnTo>
                <a:lnTo>
                  <a:pt x="838504" y="739799"/>
                </a:lnTo>
                <a:lnTo>
                  <a:pt x="843284" y="742464"/>
                </a:lnTo>
                <a:lnTo>
                  <a:pt x="850856" y="747299"/>
                </a:lnTo>
                <a:lnTo>
                  <a:pt x="854256" y="754799"/>
                </a:lnTo>
                <a:lnTo>
                  <a:pt x="857650" y="756648"/>
                </a:lnTo>
                <a:lnTo>
                  <a:pt x="865418" y="762300"/>
                </a:lnTo>
                <a:lnTo>
                  <a:pt x="872017" y="767315"/>
                </a:lnTo>
                <a:lnTo>
                  <a:pt x="876722" y="769800"/>
                </a:lnTo>
                <a:lnTo>
                  <a:pt x="881376" y="777300"/>
                </a:lnTo>
                <a:lnTo>
                  <a:pt x="886383" y="779977"/>
                </a:lnTo>
                <a:lnTo>
                  <a:pt x="894276" y="784800"/>
                </a:lnTo>
                <a:lnTo>
                  <a:pt x="900749" y="788923"/>
                </a:lnTo>
                <a:lnTo>
                  <a:pt x="907132" y="792301"/>
                </a:lnTo>
                <a:lnTo>
                  <a:pt x="915116" y="795772"/>
                </a:lnTo>
                <a:lnTo>
                  <a:pt x="929482" y="798550"/>
                </a:lnTo>
                <a:lnTo>
                  <a:pt x="932107" y="799801"/>
                </a:lnTo>
                <a:lnTo>
                  <a:pt x="943848" y="802986"/>
                </a:lnTo>
                <a:lnTo>
                  <a:pt x="958215" y="803521"/>
                </a:lnTo>
                <a:lnTo>
                  <a:pt x="968801" y="807301"/>
                </a:lnTo>
                <a:lnTo>
                  <a:pt x="972581" y="809014"/>
                </a:lnTo>
                <a:lnTo>
                  <a:pt x="986948" y="810796"/>
                </a:lnTo>
                <a:lnTo>
                  <a:pt x="994878" y="814802"/>
                </a:lnTo>
                <a:lnTo>
                  <a:pt x="1001314" y="818042"/>
                </a:lnTo>
                <a:lnTo>
                  <a:pt x="1011418" y="822302"/>
                </a:lnTo>
                <a:lnTo>
                  <a:pt x="1015680" y="824513"/>
                </a:lnTo>
                <a:lnTo>
                  <a:pt x="1030047" y="827248"/>
                </a:lnTo>
                <a:lnTo>
                  <a:pt x="1034959" y="829802"/>
                </a:lnTo>
                <a:lnTo>
                  <a:pt x="1044413" y="833371"/>
                </a:lnTo>
                <a:lnTo>
                  <a:pt x="1052041" y="837303"/>
                </a:lnTo>
                <a:lnTo>
                  <a:pt x="1058780" y="841380"/>
                </a:lnTo>
                <a:lnTo>
                  <a:pt x="1065216" y="844803"/>
                </a:lnTo>
                <a:lnTo>
                  <a:pt x="1067325" y="852303"/>
                </a:lnTo>
                <a:lnTo>
                  <a:pt x="1073146" y="855480"/>
                </a:lnTo>
                <a:lnTo>
                  <a:pt x="1080784" y="859803"/>
                </a:lnTo>
                <a:lnTo>
                  <a:pt x="1084498" y="867304"/>
                </a:lnTo>
                <a:lnTo>
                  <a:pt x="1087512" y="868895"/>
                </a:lnTo>
                <a:lnTo>
                  <a:pt x="1095461" y="874804"/>
                </a:lnTo>
                <a:lnTo>
                  <a:pt x="1101879" y="878346"/>
                </a:lnTo>
                <a:lnTo>
                  <a:pt x="1110009" y="882304"/>
                </a:lnTo>
                <a:lnTo>
                  <a:pt x="1116245" y="885379"/>
                </a:lnTo>
                <a:lnTo>
                  <a:pt x="1126034" y="889805"/>
                </a:lnTo>
                <a:lnTo>
                  <a:pt x="1130612" y="892183"/>
                </a:lnTo>
                <a:lnTo>
                  <a:pt x="1139442" y="897305"/>
                </a:lnTo>
                <a:lnTo>
                  <a:pt x="1144978" y="900428"/>
                </a:lnTo>
                <a:lnTo>
                  <a:pt x="1152393" y="904805"/>
                </a:lnTo>
                <a:lnTo>
                  <a:pt x="1154655" y="912306"/>
                </a:lnTo>
                <a:lnTo>
                  <a:pt x="1159344" y="914880"/>
                </a:lnTo>
                <a:lnTo>
                  <a:pt x="1167003" y="919806"/>
                </a:lnTo>
                <a:lnTo>
                  <a:pt x="1170515" y="927306"/>
                </a:lnTo>
                <a:lnTo>
                  <a:pt x="1173711" y="929028"/>
                </a:lnTo>
                <a:lnTo>
                  <a:pt x="1181521" y="934806"/>
                </a:lnTo>
                <a:lnTo>
                  <a:pt x="1187625" y="942307"/>
                </a:lnTo>
                <a:lnTo>
                  <a:pt x="1188077" y="942548"/>
                </a:lnTo>
                <a:lnTo>
                  <a:pt x="1196003" y="949807"/>
                </a:lnTo>
                <a:lnTo>
                  <a:pt x="1202443" y="955555"/>
                </a:lnTo>
                <a:lnTo>
                  <a:pt x="1205725" y="957307"/>
                </a:lnTo>
                <a:lnTo>
                  <a:pt x="1210495" y="964808"/>
                </a:lnTo>
                <a:lnTo>
                  <a:pt x="1216810" y="969398"/>
                </a:lnTo>
                <a:lnTo>
                  <a:pt x="1222200" y="972308"/>
                </a:lnTo>
                <a:lnTo>
                  <a:pt x="1225044" y="979808"/>
                </a:lnTo>
                <a:lnTo>
                  <a:pt x="1231176" y="983709"/>
                </a:lnTo>
                <a:lnTo>
                  <a:pt x="1237716" y="987308"/>
                </a:lnTo>
                <a:lnTo>
                  <a:pt x="1239720" y="994809"/>
                </a:lnTo>
                <a:lnTo>
                  <a:pt x="1245542" y="998224"/>
                </a:lnTo>
                <a:lnTo>
                  <a:pt x="1252711" y="1002309"/>
                </a:lnTo>
                <a:lnTo>
                  <a:pt x="1254641" y="1009809"/>
                </a:lnTo>
                <a:lnTo>
                  <a:pt x="1259909" y="1012756"/>
                </a:lnTo>
                <a:lnTo>
                  <a:pt x="1267427" y="1017310"/>
                </a:lnTo>
                <a:lnTo>
                  <a:pt x="1270020" y="1024810"/>
                </a:lnTo>
                <a:lnTo>
                  <a:pt x="1274275" y="1027127"/>
                </a:lnTo>
                <a:lnTo>
                  <a:pt x="1281996" y="1032310"/>
                </a:lnTo>
                <a:lnTo>
                  <a:pt x="1286244" y="1039811"/>
                </a:lnTo>
                <a:lnTo>
                  <a:pt x="1288642" y="1041097"/>
                </a:lnTo>
                <a:lnTo>
                  <a:pt x="1296495" y="1047311"/>
                </a:lnTo>
                <a:lnTo>
                  <a:pt x="1303008" y="1054241"/>
                </a:lnTo>
                <a:lnTo>
                  <a:pt x="1304079" y="1054811"/>
                </a:lnTo>
                <a:lnTo>
                  <a:pt x="1310976" y="1062311"/>
                </a:lnTo>
                <a:lnTo>
                  <a:pt x="1317375" y="1067569"/>
                </a:lnTo>
                <a:lnTo>
                  <a:pt x="1321562" y="1069812"/>
                </a:lnTo>
                <a:lnTo>
                  <a:pt x="1325482" y="1077312"/>
                </a:lnTo>
                <a:lnTo>
                  <a:pt x="1331741" y="1081618"/>
                </a:lnTo>
                <a:lnTo>
                  <a:pt x="1337625" y="1084812"/>
                </a:lnTo>
                <a:lnTo>
                  <a:pt x="1340066" y="1092313"/>
                </a:lnTo>
                <a:lnTo>
                  <a:pt x="1346107" y="1096027"/>
                </a:lnTo>
                <a:lnTo>
                  <a:pt x="1352917" y="1099813"/>
                </a:lnTo>
                <a:lnTo>
                  <a:pt x="1354813" y="1107313"/>
                </a:lnTo>
                <a:lnTo>
                  <a:pt x="1360473" y="1110567"/>
                </a:lnTo>
                <a:lnTo>
                  <a:pt x="1367791" y="1114814"/>
                </a:lnTo>
                <a:lnTo>
                  <a:pt x="1369867" y="1122314"/>
                </a:lnTo>
                <a:lnTo>
                  <a:pt x="1374840" y="1125044"/>
                </a:lnTo>
                <a:lnTo>
                  <a:pt x="1382485" y="1129814"/>
                </a:lnTo>
                <a:lnTo>
                  <a:pt x="1386340" y="1137314"/>
                </a:lnTo>
                <a:lnTo>
                  <a:pt x="1389206" y="1138846"/>
                </a:lnTo>
                <a:lnTo>
                  <a:pt x="1397074" y="1144815"/>
                </a:lnTo>
                <a:lnTo>
                  <a:pt x="1403573" y="1150929"/>
                </a:lnTo>
                <a:lnTo>
                  <a:pt x="1406228" y="1152315"/>
                </a:lnTo>
                <a:lnTo>
                  <a:pt x="1411628" y="1159815"/>
                </a:lnTo>
                <a:lnTo>
                  <a:pt x="1417939" y="1164121"/>
                </a:lnTo>
                <a:lnTo>
                  <a:pt x="1424767" y="1167316"/>
                </a:lnTo>
                <a:lnTo>
                  <a:pt x="1426412" y="1174816"/>
                </a:lnTo>
                <a:lnTo>
                  <a:pt x="1432305" y="1178263"/>
                </a:lnTo>
                <a:lnTo>
                  <a:pt x="1441321" y="1174816"/>
                </a:lnTo>
                <a:lnTo>
                  <a:pt x="1439922" y="1167316"/>
                </a:lnTo>
                <a:lnTo>
                  <a:pt x="1438732" y="1159815"/>
                </a:lnTo>
                <a:lnTo>
                  <a:pt x="1437544" y="1152315"/>
                </a:lnTo>
                <a:lnTo>
                  <a:pt x="1436153" y="1144815"/>
                </a:lnTo>
                <a:lnTo>
                  <a:pt x="1433875" y="1137314"/>
                </a:lnTo>
                <a:lnTo>
                  <a:pt x="1432305" y="1134478"/>
                </a:lnTo>
                <a:lnTo>
                  <a:pt x="1429472" y="1129814"/>
                </a:lnTo>
                <a:lnTo>
                  <a:pt x="1426549" y="1122314"/>
                </a:lnTo>
                <a:lnTo>
                  <a:pt x="1424617" y="1114814"/>
                </a:lnTo>
                <a:lnTo>
                  <a:pt x="1422803" y="1107313"/>
                </a:lnTo>
                <a:lnTo>
                  <a:pt x="1420287" y="1099813"/>
                </a:lnTo>
                <a:lnTo>
                  <a:pt x="1417939" y="1095296"/>
                </a:lnTo>
                <a:lnTo>
                  <a:pt x="1416032" y="1092313"/>
                </a:lnTo>
                <a:lnTo>
                  <a:pt x="1412724" y="1084812"/>
                </a:lnTo>
                <a:lnTo>
                  <a:pt x="1410653" y="1077312"/>
                </a:lnTo>
                <a:lnTo>
                  <a:pt x="1408881" y="1069812"/>
                </a:lnTo>
                <a:lnTo>
                  <a:pt x="1406607" y="1062311"/>
                </a:lnTo>
                <a:lnTo>
                  <a:pt x="1403573" y="1056069"/>
                </a:lnTo>
                <a:lnTo>
                  <a:pt x="1402731" y="1054811"/>
                </a:lnTo>
                <a:lnTo>
                  <a:pt x="1398962" y="1047311"/>
                </a:lnTo>
                <a:lnTo>
                  <a:pt x="1396703" y="1039811"/>
                </a:lnTo>
                <a:lnTo>
                  <a:pt x="1394933" y="1032310"/>
                </a:lnTo>
                <a:lnTo>
                  <a:pt x="1392850" y="1024810"/>
                </a:lnTo>
                <a:lnTo>
                  <a:pt x="1389511" y="1017310"/>
                </a:lnTo>
                <a:lnTo>
                  <a:pt x="1389206" y="1016800"/>
                </a:lnTo>
                <a:lnTo>
                  <a:pt x="1385276" y="1009809"/>
                </a:lnTo>
                <a:lnTo>
                  <a:pt x="1382779" y="1002309"/>
                </a:lnTo>
                <a:lnTo>
                  <a:pt x="1380969" y="994809"/>
                </a:lnTo>
                <a:lnTo>
                  <a:pt x="1379029" y="987308"/>
                </a:lnTo>
                <a:lnTo>
                  <a:pt x="1376081" y="979808"/>
                </a:lnTo>
                <a:lnTo>
                  <a:pt x="1374840" y="977616"/>
                </a:lnTo>
                <a:lnTo>
                  <a:pt x="1371681" y="972308"/>
                </a:lnTo>
                <a:lnTo>
                  <a:pt x="1368888" y="964808"/>
                </a:lnTo>
                <a:lnTo>
                  <a:pt x="1366999" y="957307"/>
                </a:lnTo>
                <a:lnTo>
                  <a:pt x="1365158" y="949807"/>
                </a:lnTo>
                <a:lnTo>
                  <a:pt x="1362534" y="942307"/>
                </a:lnTo>
                <a:lnTo>
                  <a:pt x="1360473" y="938440"/>
                </a:lnTo>
                <a:lnTo>
                  <a:pt x="1358195" y="934806"/>
                </a:lnTo>
                <a:lnTo>
                  <a:pt x="1355043" y="927306"/>
                </a:lnTo>
                <a:lnTo>
                  <a:pt x="1353031" y="919806"/>
                </a:lnTo>
                <a:lnTo>
                  <a:pt x="1351248" y="912306"/>
                </a:lnTo>
                <a:lnTo>
                  <a:pt x="1348887" y="904805"/>
                </a:lnTo>
                <a:lnTo>
                  <a:pt x="1346107" y="899236"/>
                </a:lnTo>
                <a:lnTo>
                  <a:pt x="1344837" y="897305"/>
                </a:lnTo>
                <a:lnTo>
                  <a:pt x="1341256" y="889805"/>
                </a:lnTo>
                <a:lnTo>
                  <a:pt x="1339075" y="882304"/>
                </a:lnTo>
                <a:lnTo>
                  <a:pt x="1337309" y="874804"/>
                </a:lnTo>
                <a:lnTo>
                  <a:pt x="1335158" y="867304"/>
                </a:lnTo>
                <a:lnTo>
                  <a:pt x="1331741" y="859962"/>
                </a:lnTo>
                <a:lnTo>
                  <a:pt x="1331631" y="859803"/>
                </a:lnTo>
                <a:lnTo>
                  <a:pt x="1327538" y="852303"/>
                </a:lnTo>
                <a:lnTo>
                  <a:pt x="1325139" y="844803"/>
                </a:lnTo>
                <a:lnTo>
                  <a:pt x="1325936" y="837303"/>
                </a:lnTo>
                <a:lnTo>
                  <a:pt x="1331741" y="831240"/>
                </a:lnTo>
                <a:lnTo>
                  <a:pt x="1333357" y="829802"/>
                </a:lnTo>
                <a:lnTo>
                  <a:pt x="1337617" y="822302"/>
                </a:lnTo>
                <a:lnTo>
                  <a:pt x="1340339" y="814802"/>
                </a:lnTo>
                <a:lnTo>
                  <a:pt x="1346107" y="809438"/>
                </a:lnTo>
                <a:lnTo>
                  <a:pt x="1348610" y="807301"/>
                </a:lnTo>
                <a:lnTo>
                  <a:pt x="1353624" y="799801"/>
                </a:lnTo>
                <a:lnTo>
                  <a:pt x="1360473" y="794880"/>
                </a:lnTo>
                <a:lnTo>
                  <a:pt x="1364397" y="792301"/>
                </a:lnTo>
                <a:lnTo>
                  <a:pt x="1368786" y="784800"/>
                </a:lnTo>
                <a:lnTo>
                  <a:pt x="1374840" y="780777"/>
                </a:lnTo>
                <a:lnTo>
                  <a:pt x="1379750" y="777300"/>
                </a:lnTo>
                <a:lnTo>
                  <a:pt x="1384276" y="769800"/>
                </a:lnTo>
                <a:lnTo>
                  <a:pt x="1389206" y="766702"/>
                </a:lnTo>
                <a:lnTo>
                  <a:pt x="1394830" y="762300"/>
                </a:lnTo>
                <a:lnTo>
                  <a:pt x="1400296" y="754799"/>
                </a:lnTo>
                <a:lnTo>
                  <a:pt x="1403573" y="752820"/>
                </a:lnTo>
                <a:lnTo>
                  <a:pt x="1409761" y="747299"/>
                </a:lnTo>
                <a:lnTo>
                  <a:pt x="1417138" y="739799"/>
                </a:lnTo>
                <a:lnTo>
                  <a:pt x="1417939" y="739328"/>
                </a:lnTo>
                <a:lnTo>
                  <a:pt x="1424646" y="732298"/>
                </a:lnTo>
                <a:lnTo>
                  <a:pt x="1432305" y="725885"/>
                </a:lnTo>
                <a:lnTo>
                  <a:pt x="1434077" y="724798"/>
                </a:lnTo>
                <a:lnTo>
                  <a:pt x="1439576" y="717298"/>
                </a:lnTo>
                <a:lnTo>
                  <a:pt x="1446672" y="712009"/>
                </a:lnTo>
                <a:lnTo>
                  <a:pt x="1450112" y="709798"/>
                </a:lnTo>
                <a:lnTo>
                  <a:pt x="1454651" y="702297"/>
                </a:lnTo>
                <a:lnTo>
                  <a:pt x="1461038" y="697937"/>
                </a:lnTo>
                <a:lnTo>
                  <a:pt x="1465612" y="694797"/>
                </a:lnTo>
                <a:lnTo>
                  <a:pt x="1469996" y="687297"/>
                </a:lnTo>
                <a:lnTo>
                  <a:pt x="1475405" y="683833"/>
                </a:lnTo>
                <a:lnTo>
                  <a:pt x="1480779" y="679796"/>
                </a:lnTo>
                <a:lnTo>
                  <a:pt x="1485785" y="672296"/>
                </a:lnTo>
                <a:lnTo>
                  <a:pt x="1489771" y="669856"/>
                </a:lnTo>
                <a:lnTo>
                  <a:pt x="1495755" y="664796"/>
                </a:lnTo>
                <a:lnTo>
                  <a:pt x="1504137" y="658930"/>
                </a:lnTo>
                <a:lnTo>
                  <a:pt x="1507019" y="657295"/>
                </a:lnTo>
                <a:lnTo>
                  <a:pt x="1514139" y="649795"/>
                </a:lnTo>
                <a:lnTo>
                  <a:pt x="1518504" y="647497"/>
                </a:lnTo>
                <a:lnTo>
                  <a:pt x="1525630" y="642295"/>
                </a:lnTo>
                <a:lnTo>
                  <a:pt x="1532870" y="638404"/>
                </a:lnTo>
                <a:lnTo>
                  <a:pt x="1539215" y="634794"/>
                </a:lnTo>
                <a:lnTo>
                  <a:pt x="1547236" y="630059"/>
                </a:lnTo>
                <a:lnTo>
                  <a:pt x="1552424" y="627294"/>
                </a:lnTo>
                <a:lnTo>
                  <a:pt x="1561603" y="619794"/>
                </a:lnTo>
                <a:lnTo>
                  <a:pt x="1561603" y="619794"/>
                </a:lnTo>
                <a:lnTo>
                  <a:pt x="1569639" y="612294"/>
                </a:lnTo>
                <a:lnTo>
                  <a:pt x="1575969" y="608939"/>
                </a:lnTo>
                <a:lnTo>
                  <a:pt x="1582637" y="604793"/>
                </a:lnTo>
                <a:lnTo>
                  <a:pt x="1590336" y="600527"/>
                </a:lnTo>
                <a:lnTo>
                  <a:pt x="1596279" y="597293"/>
                </a:lnTo>
                <a:lnTo>
                  <a:pt x="1604702" y="591679"/>
                </a:lnTo>
                <a:lnTo>
                  <a:pt x="1608276" y="589793"/>
                </a:lnTo>
                <a:lnTo>
                  <a:pt x="1614712" y="582292"/>
                </a:lnTo>
                <a:lnTo>
                  <a:pt x="1619068" y="579999"/>
                </a:lnTo>
                <a:lnTo>
                  <a:pt x="1626197" y="574792"/>
                </a:lnTo>
                <a:lnTo>
                  <a:pt x="1633435" y="570902"/>
                </a:lnTo>
                <a:lnTo>
                  <a:pt x="1639780" y="567292"/>
                </a:lnTo>
                <a:lnTo>
                  <a:pt x="1647801" y="562558"/>
                </a:lnTo>
                <a:lnTo>
                  <a:pt x="1652992" y="559792"/>
                </a:lnTo>
                <a:lnTo>
                  <a:pt x="1662168" y="552300"/>
                </a:lnTo>
                <a:lnTo>
                  <a:pt x="1662183" y="552291"/>
                </a:lnTo>
                <a:lnTo>
                  <a:pt x="1670207" y="544791"/>
                </a:lnTo>
                <a:lnTo>
                  <a:pt x="1676534" y="541439"/>
                </a:lnTo>
                <a:lnTo>
                  <a:pt x="1683203" y="537291"/>
                </a:lnTo>
                <a:lnTo>
                  <a:pt x="1690900" y="533026"/>
                </a:lnTo>
                <a:lnTo>
                  <a:pt x="1696845" y="529790"/>
                </a:lnTo>
                <a:lnTo>
                  <a:pt x="1705267" y="524180"/>
                </a:lnTo>
                <a:lnTo>
                  <a:pt x="1708848" y="522290"/>
                </a:lnTo>
                <a:lnTo>
                  <a:pt x="1715285" y="514790"/>
                </a:lnTo>
                <a:lnTo>
                  <a:pt x="1719633" y="512501"/>
                </a:lnTo>
                <a:lnTo>
                  <a:pt x="1726763" y="507289"/>
                </a:lnTo>
                <a:lnTo>
                  <a:pt x="1733999" y="503401"/>
                </a:lnTo>
                <a:lnTo>
                  <a:pt x="1740346" y="499789"/>
                </a:lnTo>
                <a:lnTo>
                  <a:pt x="1748366" y="495057"/>
                </a:lnTo>
                <a:lnTo>
                  <a:pt x="1753560" y="492289"/>
                </a:lnTo>
                <a:lnTo>
                  <a:pt x="1762732" y="484805"/>
                </a:lnTo>
                <a:lnTo>
                  <a:pt x="1762763" y="484788"/>
                </a:lnTo>
                <a:lnTo>
                  <a:pt x="1770776" y="477288"/>
                </a:lnTo>
                <a:lnTo>
                  <a:pt x="1777099" y="473938"/>
                </a:lnTo>
                <a:lnTo>
                  <a:pt x="1783768" y="469788"/>
                </a:lnTo>
                <a:lnTo>
                  <a:pt x="1791465" y="465524"/>
                </a:lnTo>
                <a:lnTo>
                  <a:pt x="1797411" y="462288"/>
                </a:lnTo>
                <a:lnTo>
                  <a:pt x="1805831" y="456681"/>
                </a:lnTo>
                <a:lnTo>
                  <a:pt x="1809419" y="454787"/>
                </a:lnTo>
                <a:lnTo>
                  <a:pt x="1815858" y="447287"/>
                </a:lnTo>
                <a:lnTo>
                  <a:pt x="1820198" y="445003"/>
                </a:lnTo>
                <a:lnTo>
                  <a:pt x="1827330" y="439787"/>
                </a:lnTo>
                <a:lnTo>
                  <a:pt x="1834564" y="435899"/>
                </a:lnTo>
                <a:lnTo>
                  <a:pt x="1840912" y="432286"/>
                </a:lnTo>
                <a:lnTo>
                  <a:pt x="1848930" y="427556"/>
                </a:lnTo>
                <a:lnTo>
                  <a:pt x="1854127" y="424786"/>
                </a:lnTo>
                <a:lnTo>
                  <a:pt x="1863297" y="417310"/>
                </a:lnTo>
                <a:lnTo>
                  <a:pt x="1863343" y="417286"/>
                </a:lnTo>
                <a:lnTo>
                  <a:pt x="1871344" y="409786"/>
                </a:lnTo>
                <a:lnTo>
                  <a:pt x="1877663" y="406438"/>
                </a:lnTo>
                <a:lnTo>
                  <a:pt x="1884334" y="402285"/>
                </a:lnTo>
                <a:lnTo>
                  <a:pt x="1892029" y="398023"/>
                </a:lnTo>
                <a:lnTo>
                  <a:pt x="1897977" y="394785"/>
                </a:lnTo>
                <a:lnTo>
                  <a:pt x="1906396" y="389182"/>
                </a:lnTo>
                <a:lnTo>
                  <a:pt x="1909991" y="387285"/>
                </a:lnTo>
                <a:lnTo>
                  <a:pt x="1916431" y="379784"/>
                </a:lnTo>
                <a:lnTo>
                  <a:pt x="1920762" y="377504"/>
                </a:lnTo>
                <a:lnTo>
                  <a:pt x="1927896" y="372284"/>
                </a:lnTo>
                <a:lnTo>
                  <a:pt x="1935129" y="368398"/>
                </a:lnTo>
                <a:lnTo>
                  <a:pt x="1941478" y="364784"/>
                </a:lnTo>
                <a:lnTo>
                  <a:pt x="1949495" y="360055"/>
                </a:lnTo>
                <a:lnTo>
                  <a:pt x="1954695" y="357283"/>
                </a:lnTo>
                <a:lnTo>
                  <a:pt x="1963862" y="349815"/>
                </a:lnTo>
                <a:lnTo>
                  <a:pt x="1963923" y="349783"/>
                </a:lnTo>
                <a:lnTo>
                  <a:pt x="1971913" y="342283"/>
                </a:lnTo>
                <a:lnTo>
                  <a:pt x="1978228" y="338937"/>
                </a:lnTo>
                <a:lnTo>
                  <a:pt x="1984900" y="334783"/>
                </a:lnTo>
                <a:lnTo>
                  <a:pt x="1992594" y="330521"/>
                </a:lnTo>
                <a:lnTo>
                  <a:pt x="1998543" y="327282"/>
                </a:lnTo>
                <a:lnTo>
                  <a:pt x="2006961" y="321683"/>
                </a:lnTo>
                <a:lnTo>
                  <a:pt x="2010562" y="319782"/>
                </a:lnTo>
                <a:lnTo>
                  <a:pt x="2017004" y="312282"/>
                </a:lnTo>
                <a:lnTo>
                  <a:pt x="2021327" y="310006"/>
                </a:lnTo>
                <a:lnTo>
                  <a:pt x="2028463" y="304781"/>
                </a:lnTo>
                <a:lnTo>
                  <a:pt x="2035693" y="300896"/>
                </a:lnTo>
                <a:lnTo>
                  <a:pt x="2042043" y="297281"/>
                </a:lnTo>
                <a:lnTo>
                  <a:pt x="2050060" y="292554"/>
                </a:lnTo>
                <a:lnTo>
                  <a:pt x="2055263" y="289781"/>
                </a:lnTo>
                <a:lnTo>
                  <a:pt x="2064426" y="282321"/>
                </a:lnTo>
                <a:lnTo>
                  <a:pt x="2064503" y="282280"/>
                </a:lnTo>
                <a:lnTo>
                  <a:pt x="2072481" y="274780"/>
                </a:lnTo>
                <a:lnTo>
                  <a:pt x="2078792" y="271437"/>
                </a:lnTo>
                <a:lnTo>
                  <a:pt x="2085465" y="267280"/>
                </a:lnTo>
                <a:lnTo>
                  <a:pt x="2093159" y="263020"/>
                </a:lnTo>
                <a:lnTo>
                  <a:pt x="2099110" y="259780"/>
                </a:lnTo>
                <a:lnTo>
                  <a:pt x="2107525" y="254184"/>
                </a:lnTo>
                <a:lnTo>
                  <a:pt x="2111134" y="252279"/>
                </a:lnTo>
                <a:lnTo>
                  <a:pt x="2117577" y="244779"/>
                </a:lnTo>
                <a:lnTo>
                  <a:pt x="2121892" y="242508"/>
                </a:lnTo>
                <a:lnTo>
                  <a:pt x="2129029" y="237279"/>
                </a:lnTo>
                <a:lnTo>
                  <a:pt x="2136258" y="233395"/>
                </a:lnTo>
                <a:lnTo>
                  <a:pt x="2142608" y="229778"/>
                </a:lnTo>
                <a:lnTo>
                  <a:pt x="2150624" y="225053"/>
                </a:lnTo>
                <a:lnTo>
                  <a:pt x="2155831" y="222278"/>
                </a:lnTo>
                <a:lnTo>
                  <a:pt x="2164991" y="214826"/>
                </a:lnTo>
                <a:lnTo>
                  <a:pt x="2165082" y="214778"/>
                </a:lnTo>
                <a:lnTo>
                  <a:pt x="2173050" y="207277"/>
                </a:lnTo>
                <a:lnTo>
                  <a:pt x="2179357" y="203936"/>
                </a:lnTo>
                <a:lnTo>
                  <a:pt x="2186031" y="199777"/>
                </a:lnTo>
                <a:lnTo>
                  <a:pt x="2193723" y="195518"/>
                </a:lnTo>
                <a:lnTo>
                  <a:pt x="2199676" y="192277"/>
                </a:lnTo>
                <a:lnTo>
                  <a:pt x="2208090" y="186685"/>
                </a:lnTo>
                <a:lnTo>
                  <a:pt x="2211705" y="184777"/>
                </a:lnTo>
                <a:lnTo>
                  <a:pt x="2218150" y="177276"/>
                </a:lnTo>
                <a:lnTo>
                  <a:pt x="2222456" y="175010"/>
                </a:lnTo>
                <a:lnTo>
                  <a:pt x="2229596" y="169776"/>
                </a:lnTo>
                <a:lnTo>
                  <a:pt x="2236823" y="165894"/>
                </a:lnTo>
                <a:lnTo>
                  <a:pt x="2243174" y="162276"/>
                </a:lnTo>
                <a:lnTo>
                  <a:pt x="2251189" y="157552"/>
                </a:lnTo>
                <a:lnTo>
                  <a:pt x="2256399" y="154775"/>
                </a:lnTo>
                <a:lnTo>
                  <a:pt x="2265555" y="147331"/>
                </a:lnTo>
                <a:lnTo>
                  <a:pt x="2265662" y="147275"/>
                </a:lnTo>
                <a:lnTo>
                  <a:pt x="2273618" y="139775"/>
                </a:lnTo>
                <a:lnTo>
                  <a:pt x="2279922" y="136436"/>
                </a:lnTo>
                <a:lnTo>
                  <a:pt x="2286597" y="132275"/>
                </a:lnTo>
                <a:lnTo>
                  <a:pt x="2294288" y="128016"/>
                </a:lnTo>
                <a:lnTo>
                  <a:pt x="2300242" y="124774"/>
                </a:lnTo>
                <a:lnTo>
                  <a:pt x="2308655" y="119186"/>
                </a:lnTo>
                <a:lnTo>
                  <a:pt x="2312277" y="117274"/>
                </a:lnTo>
                <a:lnTo>
                  <a:pt x="2318724" y="109774"/>
                </a:lnTo>
                <a:lnTo>
                  <a:pt x="2323021" y="107512"/>
                </a:lnTo>
                <a:lnTo>
                  <a:pt x="2330162" y="102273"/>
                </a:lnTo>
                <a:lnTo>
                  <a:pt x="2337387" y="98392"/>
                </a:lnTo>
                <a:lnTo>
                  <a:pt x="2343740" y="94773"/>
                </a:lnTo>
                <a:lnTo>
                  <a:pt x="2351754" y="90051"/>
                </a:lnTo>
                <a:lnTo>
                  <a:pt x="2356966" y="87273"/>
                </a:lnTo>
                <a:lnTo>
                  <a:pt x="2366120" y="79836"/>
                </a:lnTo>
                <a:lnTo>
                  <a:pt x="2366242" y="79772"/>
                </a:lnTo>
                <a:lnTo>
                  <a:pt x="2374187" y="72272"/>
                </a:lnTo>
                <a:lnTo>
                  <a:pt x="2380487" y="68935"/>
                </a:lnTo>
                <a:lnTo>
                  <a:pt x="2387162" y="64772"/>
                </a:lnTo>
                <a:lnTo>
                  <a:pt x="2394853" y="60515"/>
                </a:lnTo>
                <a:lnTo>
                  <a:pt x="2400808" y="57272"/>
                </a:lnTo>
                <a:lnTo>
                  <a:pt x="2409219" y="51687"/>
                </a:lnTo>
                <a:lnTo>
                  <a:pt x="2412848" y="49771"/>
                </a:lnTo>
                <a:lnTo>
                  <a:pt x="2419297" y="42271"/>
                </a:lnTo>
                <a:lnTo>
                  <a:pt x="2423586" y="40014"/>
                </a:lnTo>
                <a:lnTo>
                  <a:pt x="2430729" y="34771"/>
                </a:lnTo>
                <a:lnTo>
                  <a:pt x="2437952" y="30891"/>
                </a:lnTo>
                <a:lnTo>
                  <a:pt x="2444305" y="27270"/>
                </a:lnTo>
                <a:lnTo>
                  <a:pt x="2452318" y="22551"/>
                </a:lnTo>
                <a:lnTo>
                  <a:pt x="2457534" y="19770"/>
                </a:lnTo>
                <a:lnTo>
                  <a:pt x="2466685" y="12342"/>
                </a:lnTo>
                <a:lnTo>
                  <a:pt x="2466821" y="12270"/>
                </a:lnTo>
                <a:lnTo>
                  <a:pt x="2474755" y="4769"/>
                </a:lnTo>
                <a:lnTo>
                  <a:pt x="2481051" y="1434"/>
                </a:lnTo>
                <a:lnTo>
                  <a:pt x="2481051" y="0"/>
                </a:lnTo>
                <a:lnTo>
                  <a:pt x="2472047" y="4769"/>
                </a:lnTo>
                <a:lnTo>
                  <a:pt x="2466685" y="9813"/>
                </a:lnTo>
                <a:lnTo>
                  <a:pt x="2462003" y="12270"/>
                </a:lnTo>
                <a:lnTo>
                  <a:pt x="2455017" y="19770"/>
                </a:lnTo>
                <a:lnTo>
                  <a:pt x="2452318" y="21209"/>
                </a:lnTo>
                <a:lnTo>
                  <a:pt x="2442028" y="27270"/>
                </a:lnTo>
                <a:lnTo>
                  <a:pt x="2437952" y="29593"/>
                </a:lnTo>
                <a:lnTo>
                  <a:pt x="2428313" y="34771"/>
                </a:lnTo>
                <a:lnTo>
                  <a:pt x="2423586" y="38240"/>
                </a:lnTo>
                <a:lnTo>
                  <a:pt x="2415928" y="42271"/>
                </a:lnTo>
                <a:lnTo>
                  <a:pt x="2409909" y="49771"/>
                </a:lnTo>
                <a:lnTo>
                  <a:pt x="2409219" y="50135"/>
                </a:lnTo>
                <a:lnTo>
                  <a:pt x="2398471" y="57272"/>
                </a:lnTo>
                <a:lnTo>
                  <a:pt x="2394853" y="59242"/>
                </a:lnTo>
                <a:lnTo>
                  <a:pt x="2384863" y="64772"/>
                </a:lnTo>
                <a:lnTo>
                  <a:pt x="2380487" y="67501"/>
                </a:lnTo>
                <a:lnTo>
                  <a:pt x="2371480" y="72272"/>
                </a:lnTo>
                <a:lnTo>
                  <a:pt x="2366120" y="77309"/>
                </a:lnTo>
                <a:lnTo>
                  <a:pt x="2361426" y="79772"/>
                </a:lnTo>
                <a:lnTo>
                  <a:pt x="2354449" y="87273"/>
                </a:lnTo>
                <a:lnTo>
                  <a:pt x="2351754" y="88709"/>
                </a:lnTo>
                <a:lnTo>
                  <a:pt x="2341462" y="94773"/>
                </a:lnTo>
                <a:lnTo>
                  <a:pt x="2337387" y="97094"/>
                </a:lnTo>
                <a:lnTo>
                  <a:pt x="2327747" y="102273"/>
                </a:lnTo>
                <a:lnTo>
                  <a:pt x="2323021" y="105740"/>
                </a:lnTo>
                <a:lnTo>
                  <a:pt x="2315357" y="109774"/>
                </a:lnTo>
                <a:lnTo>
                  <a:pt x="2309335" y="117274"/>
                </a:lnTo>
                <a:lnTo>
                  <a:pt x="2308655" y="117633"/>
                </a:lnTo>
                <a:lnTo>
                  <a:pt x="2297905" y="124774"/>
                </a:lnTo>
                <a:lnTo>
                  <a:pt x="2294288" y="126743"/>
                </a:lnTo>
                <a:lnTo>
                  <a:pt x="2284298" y="132275"/>
                </a:lnTo>
                <a:lnTo>
                  <a:pt x="2279922" y="135002"/>
                </a:lnTo>
                <a:lnTo>
                  <a:pt x="2270913" y="139775"/>
                </a:lnTo>
                <a:lnTo>
                  <a:pt x="2265555" y="144804"/>
                </a:lnTo>
                <a:lnTo>
                  <a:pt x="2260848" y="147275"/>
                </a:lnTo>
                <a:lnTo>
                  <a:pt x="2253880" y="154775"/>
                </a:lnTo>
                <a:lnTo>
                  <a:pt x="2251189" y="156210"/>
                </a:lnTo>
                <a:lnTo>
                  <a:pt x="2240896" y="162276"/>
                </a:lnTo>
                <a:lnTo>
                  <a:pt x="2236823" y="164596"/>
                </a:lnTo>
                <a:lnTo>
                  <a:pt x="2227181" y="169776"/>
                </a:lnTo>
                <a:lnTo>
                  <a:pt x="2222456" y="173239"/>
                </a:lnTo>
                <a:lnTo>
                  <a:pt x="2214787" y="177276"/>
                </a:lnTo>
                <a:lnTo>
                  <a:pt x="2208762" y="184777"/>
                </a:lnTo>
                <a:lnTo>
                  <a:pt x="2208090" y="185131"/>
                </a:lnTo>
                <a:lnTo>
                  <a:pt x="2197338" y="192277"/>
                </a:lnTo>
                <a:lnTo>
                  <a:pt x="2193723" y="194245"/>
                </a:lnTo>
                <a:lnTo>
                  <a:pt x="2183732" y="199777"/>
                </a:lnTo>
                <a:lnTo>
                  <a:pt x="2179357" y="202504"/>
                </a:lnTo>
                <a:lnTo>
                  <a:pt x="2170346" y="207277"/>
                </a:lnTo>
                <a:lnTo>
                  <a:pt x="2164991" y="212301"/>
                </a:lnTo>
                <a:lnTo>
                  <a:pt x="2160271" y="214778"/>
                </a:lnTo>
                <a:lnTo>
                  <a:pt x="2153312" y="222278"/>
                </a:lnTo>
                <a:lnTo>
                  <a:pt x="2150624" y="223710"/>
                </a:lnTo>
                <a:lnTo>
                  <a:pt x="2140331" y="229778"/>
                </a:lnTo>
                <a:lnTo>
                  <a:pt x="2136258" y="232098"/>
                </a:lnTo>
                <a:lnTo>
                  <a:pt x="2126615" y="237279"/>
                </a:lnTo>
                <a:lnTo>
                  <a:pt x="2121892" y="240739"/>
                </a:lnTo>
                <a:lnTo>
                  <a:pt x="2114217" y="244779"/>
                </a:lnTo>
                <a:lnTo>
                  <a:pt x="2108189" y="252279"/>
                </a:lnTo>
                <a:lnTo>
                  <a:pt x="2107525" y="252629"/>
                </a:lnTo>
                <a:lnTo>
                  <a:pt x="2096772" y="259780"/>
                </a:lnTo>
                <a:lnTo>
                  <a:pt x="2093159" y="261746"/>
                </a:lnTo>
                <a:lnTo>
                  <a:pt x="2083167" y="267280"/>
                </a:lnTo>
                <a:lnTo>
                  <a:pt x="2078792" y="270005"/>
                </a:lnTo>
                <a:lnTo>
                  <a:pt x="2069778" y="274780"/>
                </a:lnTo>
                <a:lnTo>
                  <a:pt x="2064426" y="279797"/>
                </a:lnTo>
                <a:lnTo>
                  <a:pt x="2059694" y="282280"/>
                </a:lnTo>
                <a:lnTo>
                  <a:pt x="2052743" y="289781"/>
                </a:lnTo>
                <a:lnTo>
                  <a:pt x="2050060" y="291211"/>
                </a:lnTo>
                <a:lnTo>
                  <a:pt x="2039765" y="297281"/>
                </a:lnTo>
                <a:lnTo>
                  <a:pt x="2035693" y="299600"/>
                </a:lnTo>
                <a:lnTo>
                  <a:pt x="2026049" y="304781"/>
                </a:lnTo>
                <a:lnTo>
                  <a:pt x="2021327" y="308239"/>
                </a:lnTo>
                <a:lnTo>
                  <a:pt x="2013646" y="312282"/>
                </a:lnTo>
                <a:lnTo>
                  <a:pt x="2007615" y="319782"/>
                </a:lnTo>
                <a:lnTo>
                  <a:pt x="2006961" y="320128"/>
                </a:lnTo>
                <a:lnTo>
                  <a:pt x="1996205" y="327282"/>
                </a:lnTo>
                <a:lnTo>
                  <a:pt x="1992594" y="329248"/>
                </a:lnTo>
                <a:lnTo>
                  <a:pt x="1982601" y="334783"/>
                </a:lnTo>
                <a:lnTo>
                  <a:pt x="1978228" y="337506"/>
                </a:lnTo>
                <a:lnTo>
                  <a:pt x="1969211" y="342283"/>
                </a:lnTo>
                <a:lnTo>
                  <a:pt x="1963862" y="347293"/>
                </a:lnTo>
                <a:lnTo>
                  <a:pt x="1959117" y="349783"/>
                </a:lnTo>
                <a:lnTo>
                  <a:pt x="1952174" y="357283"/>
                </a:lnTo>
                <a:lnTo>
                  <a:pt x="1949495" y="358712"/>
                </a:lnTo>
                <a:lnTo>
                  <a:pt x="1939199" y="364784"/>
                </a:lnTo>
                <a:lnTo>
                  <a:pt x="1935129" y="367101"/>
                </a:lnTo>
                <a:lnTo>
                  <a:pt x="1925483" y="372284"/>
                </a:lnTo>
                <a:lnTo>
                  <a:pt x="1920762" y="375738"/>
                </a:lnTo>
                <a:lnTo>
                  <a:pt x="1913076" y="379784"/>
                </a:lnTo>
                <a:lnTo>
                  <a:pt x="1907042" y="387285"/>
                </a:lnTo>
                <a:lnTo>
                  <a:pt x="1906396" y="387626"/>
                </a:lnTo>
                <a:lnTo>
                  <a:pt x="1895639" y="394785"/>
                </a:lnTo>
                <a:lnTo>
                  <a:pt x="1892029" y="396750"/>
                </a:lnTo>
                <a:lnTo>
                  <a:pt x="1882036" y="402285"/>
                </a:lnTo>
                <a:lnTo>
                  <a:pt x="1877663" y="405007"/>
                </a:lnTo>
                <a:lnTo>
                  <a:pt x="1868644" y="409786"/>
                </a:lnTo>
                <a:lnTo>
                  <a:pt x="1863297" y="414789"/>
                </a:lnTo>
                <a:lnTo>
                  <a:pt x="1858540" y="417286"/>
                </a:lnTo>
                <a:lnTo>
                  <a:pt x="1851606" y="424786"/>
                </a:lnTo>
                <a:lnTo>
                  <a:pt x="1848930" y="426212"/>
                </a:lnTo>
                <a:lnTo>
                  <a:pt x="1838634" y="432286"/>
                </a:lnTo>
                <a:lnTo>
                  <a:pt x="1834564" y="434603"/>
                </a:lnTo>
                <a:lnTo>
                  <a:pt x="1824917" y="439787"/>
                </a:lnTo>
                <a:lnTo>
                  <a:pt x="1820198" y="443238"/>
                </a:lnTo>
                <a:lnTo>
                  <a:pt x="1812506" y="447287"/>
                </a:lnTo>
                <a:lnTo>
                  <a:pt x="1806469" y="454787"/>
                </a:lnTo>
                <a:lnTo>
                  <a:pt x="1805831" y="455124"/>
                </a:lnTo>
                <a:lnTo>
                  <a:pt x="1795072" y="462288"/>
                </a:lnTo>
                <a:lnTo>
                  <a:pt x="1791465" y="464251"/>
                </a:lnTo>
                <a:lnTo>
                  <a:pt x="1781470" y="469788"/>
                </a:lnTo>
                <a:lnTo>
                  <a:pt x="1777099" y="472508"/>
                </a:lnTo>
                <a:lnTo>
                  <a:pt x="1768077" y="477288"/>
                </a:lnTo>
                <a:lnTo>
                  <a:pt x="1762732" y="482285"/>
                </a:lnTo>
                <a:lnTo>
                  <a:pt x="1757962" y="484788"/>
                </a:lnTo>
                <a:lnTo>
                  <a:pt x="1751037" y="492289"/>
                </a:lnTo>
                <a:lnTo>
                  <a:pt x="1748366" y="493713"/>
                </a:lnTo>
                <a:lnTo>
                  <a:pt x="1738068" y="499789"/>
                </a:lnTo>
                <a:lnTo>
                  <a:pt x="1733999" y="502104"/>
                </a:lnTo>
                <a:lnTo>
                  <a:pt x="1724351" y="507289"/>
                </a:lnTo>
                <a:lnTo>
                  <a:pt x="1719633" y="510738"/>
                </a:lnTo>
                <a:lnTo>
                  <a:pt x="1711936" y="514790"/>
                </a:lnTo>
                <a:lnTo>
                  <a:pt x="1705895" y="522290"/>
                </a:lnTo>
                <a:lnTo>
                  <a:pt x="1705267" y="522622"/>
                </a:lnTo>
                <a:lnTo>
                  <a:pt x="1694506" y="529790"/>
                </a:lnTo>
                <a:lnTo>
                  <a:pt x="1690900" y="531753"/>
                </a:lnTo>
                <a:lnTo>
                  <a:pt x="1680905" y="537291"/>
                </a:lnTo>
                <a:lnTo>
                  <a:pt x="1676534" y="540009"/>
                </a:lnTo>
                <a:lnTo>
                  <a:pt x="1667509" y="544791"/>
                </a:lnTo>
                <a:lnTo>
                  <a:pt x="1662168" y="549781"/>
                </a:lnTo>
                <a:lnTo>
                  <a:pt x="1657385" y="552291"/>
                </a:lnTo>
                <a:lnTo>
                  <a:pt x="1650469" y="559792"/>
                </a:lnTo>
                <a:lnTo>
                  <a:pt x="1647801" y="561213"/>
                </a:lnTo>
                <a:lnTo>
                  <a:pt x="1637502" y="567292"/>
                </a:lnTo>
                <a:lnTo>
                  <a:pt x="1633435" y="569606"/>
                </a:lnTo>
                <a:lnTo>
                  <a:pt x="1623785" y="574792"/>
                </a:lnTo>
                <a:lnTo>
                  <a:pt x="1619068" y="578237"/>
                </a:lnTo>
                <a:lnTo>
                  <a:pt x="1611365" y="582292"/>
                </a:lnTo>
                <a:lnTo>
                  <a:pt x="1605322" y="589793"/>
                </a:lnTo>
                <a:lnTo>
                  <a:pt x="1604702" y="590120"/>
                </a:lnTo>
                <a:lnTo>
                  <a:pt x="1593939" y="597293"/>
                </a:lnTo>
                <a:lnTo>
                  <a:pt x="1590336" y="599254"/>
                </a:lnTo>
                <a:lnTo>
                  <a:pt x="1580339" y="604793"/>
                </a:lnTo>
                <a:lnTo>
                  <a:pt x="1575969" y="607511"/>
                </a:lnTo>
                <a:lnTo>
                  <a:pt x="1566942" y="612294"/>
                </a:lnTo>
                <a:lnTo>
                  <a:pt x="1561603" y="617277"/>
                </a:lnTo>
                <a:lnTo>
                  <a:pt x="1556808" y="619794"/>
                </a:lnTo>
                <a:lnTo>
                  <a:pt x="1549900" y="627294"/>
                </a:lnTo>
                <a:lnTo>
                  <a:pt x="1547236" y="628714"/>
                </a:lnTo>
                <a:lnTo>
                  <a:pt x="1536937" y="634794"/>
                </a:lnTo>
                <a:lnTo>
                  <a:pt x="1532870" y="637108"/>
                </a:lnTo>
                <a:lnTo>
                  <a:pt x="1523219" y="642295"/>
                </a:lnTo>
                <a:lnTo>
                  <a:pt x="1518504" y="645737"/>
                </a:lnTo>
                <a:lnTo>
                  <a:pt x="1510795" y="649795"/>
                </a:lnTo>
                <a:lnTo>
                  <a:pt x="1504137" y="656967"/>
                </a:lnTo>
                <a:lnTo>
                  <a:pt x="1503510" y="657295"/>
                </a:lnTo>
                <a:lnTo>
                  <a:pt x="1493183" y="664796"/>
                </a:lnTo>
                <a:lnTo>
                  <a:pt x="1489771" y="667681"/>
                </a:lnTo>
                <a:lnTo>
                  <a:pt x="1482233" y="672296"/>
                </a:lnTo>
                <a:lnTo>
                  <a:pt x="1478129" y="679796"/>
                </a:lnTo>
                <a:lnTo>
                  <a:pt x="1475405" y="681843"/>
                </a:lnTo>
                <a:lnTo>
                  <a:pt x="1466888" y="687297"/>
                </a:lnTo>
                <a:lnTo>
                  <a:pt x="1462802" y="694797"/>
                </a:lnTo>
                <a:lnTo>
                  <a:pt x="1461038" y="696008"/>
                </a:lnTo>
                <a:lnTo>
                  <a:pt x="1451824" y="702297"/>
                </a:lnTo>
                <a:lnTo>
                  <a:pt x="1447030" y="709798"/>
                </a:lnTo>
                <a:lnTo>
                  <a:pt x="1446672" y="710028"/>
                </a:lnTo>
                <a:lnTo>
                  <a:pt x="1436917" y="717298"/>
                </a:lnTo>
                <a:lnTo>
                  <a:pt x="1432305" y="723131"/>
                </a:lnTo>
                <a:lnTo>
                  <a:pt x="1429418" y="724798"/>
                </a:lnTo>
                <a:lnTo>
                  <a:pt x="1422071" y="732298"/>
                </a:lnTo>
                <a:lnTo>
                  <a:pt x="1417939" y="736629"/>
                </a:lnTo>
                <a:lnTo>
                  <a:pt x="1412549" y="739799"/>
                </a:lnTo>
                <a:lnTo>
                  <a:pt x="1407201" y="747299"/>
                </a:lnTo>
                <a:lnTo>
                  <a:pt x="1403573" y="750536"/>
                </a:lnTo>
                <a:lnTo>
                  <a:pt x="1396515" y="754799"/>
                </a:lnTo>
                <a:lnTo>
                  <a:pt x="1392218" y="762300"/>
                </a:lnTo>
                <a:lnTo>
                  <a:pt x="1389206" y="764658"/>
                </a:lnTo>
                <a:lnTo>
                  <a:pt x="1381022" y="769800"/>
                </a:lnTo>
                <a:lnTo>
                  <a:pt x="1377012" y="777300"/>
                </a:lnTo>
                <a:lnTo>
                  <a:pt x="1374840" y="778838"/>
                </a:lnTo>
                <a:lnTo>
                  <a:pt x="1365867" y="784800"/>
                </a:lnTo>
                <a:lnTo>
                  <a:pt x="1361434" y="792301"/>
                </a:lnTo>
                <a:lnTo>
                  <a:pt x="1360473" y="792932"/>
                </a:lnTo>
                <a:lnTo>
                  <a:pt x="1350913" y="799801"/>
                </a:lnTo>
                <a:lnTo>
                  <a:pt x="1346107" y="806367"/>
                </a:lnTo>
                <a:lnTo>
                  <a:pt x="1344481" y="807301"/>
                </a:lnTo>
                <a:lnTo>
                  <a:pt x="1337267" y="814802"/>
                </a:lnTo>
                <a:lnTo>
                  <a:pt x="1334930" y="822302"/>
                </a:lnTo>
                <a:lnTo>
                  <a:pt x="1331741" y="827427"/>
                </a:lnTo>
                <a:lnTo>
                  <a:pt x="1328583" y="829802"/>
                </a:lnTo>
                <a:lnTo>
                  <a:pt x="1322874" y="837303"/>
                </a:lnTo>
                <a:lnTo>
                  <a:pt x="1321908" y="844803"/>
                </a:lnTo>
                <a:lnTo>
                  <a:pt x="1323742" y="852303"/>
                </a:lnTo>
                <a:lnTo>
                  <a:pt x="1326593" y="859803"/>
                </a:lnTo>
                <a:lnTo>
                  <a:pt x="1331741" y="867297"/>
                </a:lnTo>
                <a:lnTo>
                  <a:pt x="1331744" y="867304"/>
                </a:lnTo>
                <a:lnTo>
                  <a:pt x="1334202" y="874804"/>
                </a:lnTo>
                <a:lnTo>
                  <a:pt x="1335908" y="882304"/>
                </a:lnTo>
                <a:lnTo>
                  <a:pt x="1337635" y="889805"/>
                </a:lnTo>
                <a:lnTo>
                  <a:pt x="1340164" y="897305"/>
                </a:lnTo>
                <a:lnTo>
                  <a:pt x="1344638" y="904805"/>
                </a:lnTo>
                <a:lnTo>
                  <a:pt x="1346107" y="906706"/>
                </a:lnTo>
                <a:lnTo>
                  <a:pt x="1348106" y="912306"/>
                </a:lnTo>
                <a:lnTo>
                  <a:pt x="1349909" y="919806"/>
                </a:lnTo>
                <a:lnTo>
                  <a:pt x="1351569" y="927306"/>
                </a:lnTo>
                <a:lnTo>
                  <a:pt x="1353833" y="934806"/>
                </a:lnTo>
                <a:lnTo>
                  <a:pt x="1357729" y="942307"/>
                </a:lnTo>
                <a:lnTo>
                  <a:pt x="1360473" y="945969"/>
                </a:lnTo>
                <a:lnTo>
                  <a:pt x="1361961" y="949807"/>
                </a:lnTo>
                <a:lnTo>
                  <a:pt x="1363903" y="957307"/>
                </a:lnTo>
                <a:lnTo>
                  <a:pt x="1365532" y="964808"/>
                </a:lnTo>
                <a:lnTo>
                  <a:pt x="1367585" y="972308"/>
                </a:lnTo>
                <a:lnTo>
                  <a:pt x="1370989" y="979808"/>
                </a:lnTo>
                <a:lnTo>
                  <a:pt x="1374840" y="985123"/>
                </a:lnTo>
                <a:lnTo>
                  <a:pt x="1375757" y="987308"/>
                </a:lnTo>
                <a:lnTo>
                  <a:pt x="1377881" y="994809"/>
                </a:lnTo>
                <a:lnTo>
                  <a:pt x="1379517" y="1002309"/>
                </a:lnTo>
                <a:lnTo>
                  <a:pt x="1381404" y="1009809"/>
                </a:lnTo>
                <a:lnTo>
                  <a:pt x="1384395" y="1017310"/>
                </a:lnTo>
                <a:lnTo>
                  <a:pt x="1389206" y="1024205"/>
                </a:lnTo>
                <a:lnTo>
                  <a:pt x="1389480" y="1024810"/>
                </a:lnTo>
                <a:lnTo>
                  <a:pt x="1391835" y="1032310"/>
                </a:lnTo>
                <a:lnTo>
                  <a:pt x="1393514" y="1039811"/>
                </a:lnTo>
                <a:lnTo>
                  <a:pt x="1395278" y="1047311"/>
                </a:lnTo>
                <a:lnTo>
                  <a:pt x="1397924" y="1054811"/>
                </a:lnTo>
                <a:lnTo>
                  <a:pt x="1402647" y="1062311"/>
                </a:lnTo>
                <a:lnTo>
                  <a:pt x="1403573" y="1063496"/>
                </a:lnTo>
                <a:lnTo>
                  <a:pt x="1405755" y="1069812"/>
                </a:lnTo>
                <a:lnTo>
                  <a:pt x="1407516" y="1077312"/>
                </a:lnTo>
                <a:lnTo>
                  <a:pt x="1409197" y="1084812"/>
                </a:lnTo>
                <a:lnTo>
                  <a:pt x="1411557" y="1092313"/>
                </a:lnTo>
                <a:lnTo>
                  <a:pt x="1415664" y="1099813"/>
                </a:lnTo>
                <a:lnTo>
                  <a:pt x="1417939" y="1102812"/>
                </a:lnTo>
                <a:lnTo>
                  <a:pt x="1419630" y="1107313"/>
                </a:lnTo>
                <a:lnTo>
                  <a:pt x="1421514" y="1114814"/>
                </a:lnTo>
                <a:lnTo>
                  <a:pt x="1423150" y="1122314"/>
                </a:lnTo>
                <a:lnTo>
                  <a:pt x="1425278" y="1129814"/>
                </a:lnTo>
                <a:lnTo>
                  <a:pt x="1428855" y="1137314"/>
                </a:lnTo>
                <a:lnTo>
                  <a:pt x="1432305" y="1143404"/>
                </a:lnTo>
                <a:lnTo>
                  <a:pt x="1432767" y="1144815"/>
                </a:lnTo>
                <a:lnTo>
                  <a:pt x="1434347" y="1152315"/>
                </a:lnTo>
                <a:lnTo>
                  <a:pt x="1435571" y="1159815"/>
                </a:lnTo>
                <a:lnTo>
                  <a:pt x="1436650" y="1167316"/>
                </a:lnTo>
                <a:lnTo>
                  <a:pt x="1437771" y="1174816"/>
                </a:lnTo>
                <a:lnTo>
                  <a:pt x="1432305" y="1176906"/>
                </a:lnTo>
                <a:lnTo>
                  <a:pt x="1428733" y="1174816"/>
                </a:lnTo>
                <a:lnTo>
                  <a:pt x="1428006" y="1167316"/>
                </a:lnTo>
                <a:lnTo>
                  <a:pt x="1417939" y="1162605"/>
                </a:lnTo>
                <a:lnTo>
                  <a:pt x="1413849" y="1159815"/>
                </a:lnTo>
                <a:lnTo>
                  <a:pt x="1410211" y="1152315"/>
                </a:lnTo>
                <a:lnTo>
                  <a:pt x="1403573" y="1148849"/>
                </a:lnTo>
                <a:lnTo>
                  <a:pt x="1399285" y="1144815"/>
                </a:lnTo>
                <a:lnTo>
                  <a:pt x="1389804" y="1137314"/>
                </a:lnTo>
                <a:lnTo>
                  <a:pt x="1389206" y="1137000"/>
                </a:lnTo>
                <a:lnTo>
                  <a:pt x="1384742" y="1129814"/>
                </a:lnTo>
                <a:lnTo>
                  <a:pt x="1374840" y="1123635"/>
                </a:lnTo>
                <a:lnTo>
                  <a:pt x="1372433" y="1122314"/>
                </a:lnTo>
                <a:lnTo>
                  <a:pt x="1370150" y="1114814"/>
                </a:lnTo>
                <a:lnTo>
                  <a:pt x="1360473" y="1109198"/>
                </a:lnTo>
                <a:lnTo>
                  <a:pt x="1357194" y="1107313"/>
                </a:lnTo>
                <a:lnTo>
                  <a:pt x="1355441" y="1099813"/>
                </a:lnTo>
                <a:lnTo>
                  <a:pt x="1346107" y="1094623"/>
                </a:lnTo>
                <a:lnTo>
                  <a:pt x="1342349" y="1092313"/>
                </a:lnTo>
                <a:lnTo>
                  <a:pt x="1340456" y="1084812"/>
                </a:lnTo>
                <a:lnTo>
                  <a:pt x="1331741" y="1080082"/>
                </a:lnTo>
                <a:lnTo>
                  <a:pt x="1327715" y="1077312"/>
                </a:lnTo>
                <a:lnTo>
                  <a:pt x="1324957" y="1069812"/>
                </a:lnTo>
                <a:lnTo>
                  <a:pt x="1317375" y="1065750"/>
                </a:lnTo>
                <a:lnTo>
                  <a:pt x="1313189" y="1062311"/>
                </a:lnTo>
                <a:lnTo>
                  <a:pt x="1308513" y="1054811"/>
                </a:lnTo>
                <a:lnTo>
                  <a:pt x="1303008" y="1051884"/>
                </a:lnTo>
                <a:lnTo>
                  <a:pt x="1298710" y="1047311"/>
                </a:lnTo>
                <a:lnTo>
                  <a:pt x="1290328" y="1039811"/>
                </a:lnTo>
                <a:lnTo>
                  <a:pt x="1288642" y="1038918"/>
                </a:lnTo>
                <a:lnTo>
                  <a:pt x="1284235" y="1032310"/>
                </a:lnTo>
                <a:lnTo>
                  <a:pt x="1274275" y="1025624"/>
                </a:lnTo>
                <a:lnTo>
                  <a:pt x="1272781" y="1024810"/>
                </a:lnTo>
                <a:lnTo>
                  <a:pt x="1269723" y="1017310"/>
                </a:lnTo>
                <a:lnTo>
                  <a:pt x="1259909" y="1011365"/>
                </a:lnTo>
                <a:lnTo>
                  <a:pt x="1257128" y="1009809"/>
                </a:lnTo>
                <a:lnTo>
                  <a:pt x="1255119" y="1002309"/>
                </a:lnTo>
                <a:lnTo>
                  <a:pt x="1245542" y="996852"/>
                </a:lnTo>
                <a:lnTo>
                  <a:pt x="1242058" y="994809"/>
                </a:lnTo>
                <a:lnTo>
                  <a:pt x="1240330" y="987308"/>
                </a:lnTo>
                <a:lnTo>
                  <a:pt x="1231176" y="982271"/>
                </a:lnTo>
                <a:lnTo>
                  <a:pt x="1227305" y="979808"/>
                </a:lnTo>
                <a:lnTo>
                  <a:pt x="1225195" y="972308"/>
                </a:lnTo>
                <a:lnTo>
                  <a:pt x="1216810" y="967782"/>
                </a:lnTo>
                <a:lnTo>
                  <a:pt x="1212718" y="964808"/>
                </a:lnTo>
                <a:lnTo>
                  <a:pt x="1209422" y="957307"/>
                </a:lnTo>
                <a:lnTo>
                  <a:pt x="1202443" y="953581"/>
                </a:lnTo>
                <a:lnTo>
                  <a:pt x="1198214" y="949807"/>
                </a:lnTo>
                <a:lnTo>
                  <a:pt x="1192471" y="942307"/>
                </a:lnTo>
                <a:lnTo>
                  <a:pt x="1188077" y="939974"/>
                </a:lnTo>
                <a:lnTo>
                  <a:pt x="1183742" y="934806"/>
                </a:lnTo>
                <a:lnTo>
                  <a:pt x="1173711" y="927385"/>
                </a:lnTo>
                <a:lnTo>
                  <a:pt x="1173564" y="927306"/>
                </a:lnTo>
                <a:lnTo>
                  <a:pt x="1169259" y="919806"/>
                </a:lnTo>
                <a:lnTo>
                  <a:pt x="1159344" y="913429"/>
                </a:lnTo>
                <a:lnTo>
                  <a:pt x="1157297" y="912306"/>
                </a:lnTo>
                <a:lnTo>
                  <a:pt x="1154721" y="904805"/>
                </a:lnTo>
                <a:lnTo>
                  <a:pt x="1144978" y="899054"/>
                </a:lnTo>
                <a:lnTo>
                  <a:pt x="1141878" y="897305"/>
                </a:lnTo>
                <a:lnTo>
                  <a:pt x="1130612" y="890770"/>
                </a:lnTo>
                <a:lnTo>
                  <a:pt x="1128753" y="889805"/>
                </a:lnTo>
                <a:lnTo>
                  <a:pt x="1116245" y="884149"/>
                </a:lnTo>
                <a:lnTo>
                  <a:pt x="1112503" y="882304"/>
                </a:lnTo>
                <a:lnTo>
                  <a:pt x="1101879" y="877132"/>
                </a:lnTo>
                <a:lnTo>
                  <a:pt x="1097661" y="874804"/>
                </a:lnTo>
                <a:lnTo>
                  <a:pt x="1087702" y="867304"/>
                </a:lnTo>
                <a:lnTo>
                  <a:pt x="1087512" y="867204"/>
                </a:lnTo>
                <a:lnTo>
                  <a:pt x="1083034" y="859803"/>
                </a:lnTo>
                <a:lnTo>
                  <a:pt x="1073146" y="854206"/>
                </a:lnTo>
                <a:lnTo>
                  <a:pt x="1069659" y="852303"/>
                </a:lnTo>
                <a:lnTo>
                  <a:pt x="1067861" y="844803"/>
                </a:lnTo>
                <a:lnTo>
                  <a:pt x="1058780" y="839973"/>
                </a:lnTo>
                <a:lnTo>
                  <a:pt x="1054366" y="837303"/>
                </a:lnTo>
                <a:lnTo>
                  <a:pt x="1044413" y="832172"/>
                </a:lnTo>
                <a:lnTo>
                  <a:pt x="1038134" y="829802"/>
                </a:lnTo>
                <a:lnTo>
                  <a:pt x="1030047" y="825598"/>
                </a:lnTo>
                <a:lnTo>
                  <a:pt x="1015680" y="823069"/>
                </a:lnTo>
                <a:lnTo>
                  <a:pt x="1014202" y="822302"/>
                </a:lnTo>
                <a:lnTo>
                  <a:pt x="1001314" y="816868"/>
                </a:lnTo>
                <a:lnTo>
                  <a:pt x="997209" y="814802"/>
                </a:lnTo>
                <a:lnTo>
                  <a:pt x="986948" y="809618"/>
                </a:lnTo>
                <a:lnTo>
                  <a:pt x="972581" y="807434"/>
                </a:lnTo>
                <a:lnTo>
                  <a:pt x="972289" y="807301"/>
                </a:lnTo>
                <a:lnTo>
                  <a:pt x="958215" y="802275"/>
                </a:lnTo>
                <a:lnTo>
                  <a:pt x="943848" y="801800"/>
                </a:lnTo>
                <a:lnTo>
                  <a:pt x="936480" y="799801"/>
                </a:lnTo>
                <a:lnTo>
                  <a:pt x="929482" y="796466"/>
                </a:lnTo>
                <a:lnTo>
                  <a:pt x="915116" y="794599"/>
                </a:lnTo>
                <a:lnTo>
                  <a:pt x="909829" y="792301"/>
                </a:lnTo>
                <a:lnTo>
                  <a:pt x="900749" y="787495"/>
                </a:lnTo>
                <a:lnTo>
                  <a:pt x="896518" y="784800"/>
                </a:lnTo>
                <a:lnTo>
                  <a:pt x="886383" y="778607"/>
                </a:lnTo>
                <a:lnTo>
                  <a:pt x="883938" y="777300"/>
                </a:lnTo>
                <a:lnTo>
                  <a:pt x="879948" y="769800"/>
                </a:lnTo>
                <a:lnTo>
                  <a:pt x="872017" y="765611"/>
                </a:lnTo>
                <a:lnTo>
                  <a:pt x="867660" y="762300"/>
                </a:lnTo>
                <a:lnTo>
                  <a:pt x="857650" y="755016"/>
                </a:lnTo>
                <a:lnTo>
                  <a:pt x="857252" y="754799"/>
                </a:lnTo>
                <a:lnTo>
                  <a:pt x="853144" y="747299"/>
                </a:lnTo>
                <a:lnTo>
                  <a:pt x="843284" y="741003"/>
                </a:lnTo>
                <a:lnTo>
                  <a:pt x="841125" y="739799"/>
                </a:lnTo>
                <a:lnTo>
                  <a:pt x="838557" y="732298"/>
                </a:lnTo>
                <a:lnTo>
                  <a:pt x="828917" y="726620"/>
                </a:lnTo>
                <a:lnTo>
                  <a:pt x="825785" y="724798"/>
                </a:lnTo>
                <a:lnTo>
                  <a:pt x="823815" y="717298"/>
                </a:lnTo>
                <a:lnTo>
                  <a:pt x="814551" y="712092"/>
                </a:lnTo>
                <a:lnTo>
                  <a:pt x="810878" y="709798"/>
                </a:lnTo>
                <a:lnTo>
                  <a:pt x="808783" y="702297"/>
                </a:lnTo>
                <a:lnTo>
                  <a:pt x="800185" y="697595"/>
                </a:lnTo>
                <a:lnTo>
                  <a:pt x="796203" y="694797"/>
                </a:lnTo>
                <a:lnTo>
                  <a:pt x="793215" y="687297"/>
                </a:lnTo>
                <a:lnTo>
                  <a:pt x="785818" y="683313"/>
                </a:lnTo>
                <a:lnTo>
                  <a:pt x="781649" y="679796"/>
                </a:lnTo>
                <a:lnTo>
                  <a:pt x="776670" y="672296"/>
                </a:lnTo>
                <a:lnTo>
                  <a:pt x="771452" y="669509"/>
                </a:lnTo>
                <a:lnTo>
                  <a:pt x="767145" y="664796"/>
                </a:lnTo>
                <a:lnTo>
                  <a:pt x="758351" y="657295"/>
                </a:lnTo>
                <a:lnTo>
                  <a:pt x="757086" y="656623"/>
                </a:lnTo>
                <a:lnTo>
                  <a:pt x="752643" y="649795"/>
                </a:lnTo>
                <a:lnTo>
                  <a:pt x="742719" y="643176"/>
                </a:lnTo>
                <a:lnTo>
                  <a:pt x="728955" y="649795"/>
                </a:lnTo>
                <a:lnTo>
                  <a:pt x="728353" y="650296"/>
                </a:lnTo>
                <a:lnTo>
                  <a:pt x="720127" y="657295"/>
                </a:lnTo>
                <a:lnTo>
                  <a:pt x="718583" y="664796"/>
                </a:lnTo>
                <a:lnTo>
                  <a:pt x="718306" y="672296"/>
                </a:lnTo>
                <a:lnTo>
                  <a:pt x="718075" y="679796"/>
                </a:lnTo>
                <a:lnTo>
                  <a:pt x="716881" y="687297"/>
                </a:lnTo>
                <a:lnTo>
                  <a:pt x="713986" y="691161"/>
                </a:lnTo>
                <a:lnTo>
                  <a:pt x="708866" y="694797"/>
                </a:lnTo>
                <a:lnTo>
                  <a:pt x="704724" y="702297"/>
                </a:lnTo>
                <a:lnTo>
                  <a:pt x="704045" y="709798"/>
                </a:lnTo>
                <a:lnTo>
                  <a:pt x="703884" y="717298"/>
                </a:lnTo>
                <a:lnTo>
                  <a:pt x="703694" y="724798"/>
                </a:lnTo>
                <a:lnTo>
                  <a:pt x="703082" y="732298"/>
                </a:lnTo>
                <a:lnTo>
                  <a:pt x="700951" y="739799"/>
                </a:lnTo>
                <a:lnTo>
                  <a:pt x="699620" y="741686"/>
                </a:lnTo>
                <a:lnTo>
                  <a:pt x="693662" y="747299"/>
                </a:lnTo>
                <a:lnTo>
                  <a:pt x="690697" y="754799"/>
                </a:lnTo>
                <a:lnTo>
                  <a:pt x="689872" y="762300"/>
                </a:lnTo>
                <a:lnTo>
                  <a:pt x="689631" y="769800"/>
                </a:lnTo>
                <a:lnTo>
                  <a:pt x="689518" y="777300"/>
                </a:lnTo>
                <a:lnTo>
                  <a:pt x="689319" y="784800"/>
                </a:lnTo>
                <a:lnTo>
                  <a:pt x="688657" y="792301"/>
                </a:lnTo>
                <a:lnTo>
                  <a:pt x="685254" y="796218"/>
                </a:lnTo>
                <a:lnTo>
                  <a:pt x="679531" y="799801"/>
                </a:lnTo>
                <a:lnTo>
                  <a:pt x="675440" y="807301"/>
                </a:lnTo>
                <a:lnTo>
                  <a:pt x="675140" y="814802"/>
                </a:lnTo>
                <a:lnTo>
                  <a:pt x="673948" y="822302"/>
                </a:lnTo>
                <a:lnTo>
                  <a:pt x="670887" y="824772"/>
                </a:lnTo>
                <a:lnTo>
                  <a:pt x="662805" y="829802"/>
                </a:lnTo>
                <a:lnTo>
                  <a:pt x="660934" y="837303"/>
                </a:lnTo>
                <a:lnTo>
                  <a:pt x="660681" y="844803"/>
                </a:lnTo>
                <a:lnTo>
                  <a:pt x="658089" y="852303"/>
                </a:lnTo>
                <a:lnTo>
                  <a:pt x="656521" y="853352"/>
                </a:lnTo>
                <a:lnTo>
                  <a:pt x="647363" y="859803"/>
                </a:lnTo>
                <a:lnTo>
                  <a:pt x="646496" y="867304"/>
                </a:lnTo>
                <a:lnTo>
                  <a:pt x="646125" y="874804"/>
                </a:lnTo>
                <a:lnTo>
                  <a:pt x="642154" y="880670"/>
                </a:lnTo>
                <a:lnTo>
                  <a:pt x="639299" y="882304"/>
                </a:lnTo>
                <a:lnTo>
                  <a:pt x="632505" y="889805"/>
                </a:lnTo>
                <a:lnTo>
                  <a:pt x="632078" y="897305"/>
                </a:lnTo>
                <a:lnTo>
                  <a:pt x="631347" y="904805"/>
                </a:lnTo>
                <a:lnTo>
                  <a:pt x="627788" y="908274"/>
                </a:lnTo>
                <a:lnTo>
                  <a:pt x="621012" y="912306"/>
                </a:lnTo>
                <a:lnTo>
                  <a:pt x="617913" y="919806"/>
                </a:lnTo>
                <a:lnTo>
                  <a:pt x="617648" y="927306"/>
                </a:lnTo>
                <a:lnTo>
                  <a:pt x="616082" y="934806"/>
                </a:lnTo>
                <a:lnTo>
                  <a:pt x="613422" y="936969"/>
                </a:lnTo>
                <a:lnTo>
                  <a:pt x="605278" y="942307"/>
                </a:lnTo>
                <a:lnTo>
                  <a:pt x="603559" y="949807"/>
                </a:lnTo>
                <a:lnTo>
                  <a:pt x="603348" y="957307"/>
                </a:lnTo>
                <a:lnTo>
                  <a:pt x="603007" y="964808"/>
                </a:lnTo>
                <a:lnTo>
                  <a:pt x="599874" y="972308"/>
                </a:lnTo>
                <a:lnTo>
                  <a:pt x="599055" y="972926"/>
                </a:lnTo>
                <a:lnTo>
                  <a:pt x="590279" y="979808"/>
                </a:lnTo>
                <a:lnTo>
                  <a:pt x="589125" y="987308"/>
                </a:lnTo>
                <a:lnTo>
                  <a:pt x="588957" y="994809"/>
                </a:lnTo>
                <a:lnTo>
                  <a:pt x="588462" y="1002309"/>
                </a:lnTo>
                <a:lnTo>
                  <a:pt x="584689" y="1008739"/>
                </a:lnTo>
                <a:lnTo>
                  <a:pt x="582944" y="1009809"/>
                </a:lnTo>
                <a:lnTo>
                  <a:pt x="575489" y="1017310"/>
                </a:lnTo>
                <a:lnTo>
                  <a:pt x="574712" y="1024810"/>
                </a:lnTo>
                <a:lnTo>
                  <a:pt x="574559" y="1032310"/>
                </a:lnTo>
                <a:lnTo>
                  <a:pt x="573830" y="1039811"/>
                </a:lnTo>
                <a:lnTo>
                  <a:pt x="570323" y="1044487"/>
                </a:lnTo>
                <a:lnTo>
                  <a:pt x="565830" y="1047311"/>
                </a:lnTo>
                <a:lnTo>
                  <a:pt x="560839" y="1054811"/>
                </a:lnTo>
                <a:lnTo>
                  <a:pt x="560312" y="1062311"/>
                </a:lnTo>
                <a:lnTo>
                  <a:pt x="560148" y="1069812"/>
                </a:lnTo>
                <a:lnTo>
                  <a:pt x="559066" y="1077312"/>
                </a:lnTo>
                <a:lnTo>
                  <a:pt x="555956" y="1080687"/>
                </a:lnTo>
                <a:lnTo>
                  <a:pt x="549625" y="1084812"/>
                </a:lnTo>
                <a:lnTo>
                  <a:pt x="545974" y="1092313"/>
                </a:lnTo>
                <a:lnTo>
                  <a:pt x="545881" y="1099813"/>
                </a:lnTo>
                <a:lnTo>
                  <a:pt x="542414" y="1107313"/>
                </a:lnTo>
                <a:lnTo>
                  <a:pt x="541590" y="1107750"/>
                </a:lnTo>
                <a:lnTo>
                  <a:pt x="531581" y="1114814"/>
                </a:lnTo>
                <a:lnTo>
                  <a:pt x="531512" y="1122314"/>
                </a:lnTo>
                <a:lnTo>
                  <a:pt x="527224" y="1128619"/>
                </a:lnTo>
                <a:lnTo>
                  <a:pt x="524948" y="1129814"/>
                </a:lnTo>
                <a:lnTo>
                  <a:pt x="517197" y="1137314"/>
                </a:lnTo>
                <a:lnTo>
                  <a:pt x="517133" y="1144815"/>
                </a:lnTo>
                <a:lnTo>
                  <a:pt x="512857" y="1149587"/>
                </a:lnTo>
                <a:lnTo>
                  <a:pt x="507670" y="1152315"/>
                </a:lnTo>
                <a:lnTo>
                  <a:pt x="502819" y="1159815"/>
                </a:lnTo>
                <a:lnTo>
                  <a:pt x="502746" y="1167316"/>
                </a:lnTo>
                <a:lnTo>
                  <a:pt x="498491" y="1171122"/>
                </a:lnTo>
                <a:lnTo>
                  <a:pt x="491481" y="1174816"/>
                </a:lnTo>
                <a:lnTo>
                  <a:pt x="488447" y="1182316"/>
                </a:lnTo>
                <a:lnTo>
                  <a:pt x="488347" y="1189816"/>
                </a:lnTo>
                <a:lnTo>
                  <a:pt x="484124" y="1193612"/>
                </a:lnTo>
                <a:lnTo>
                  <a:pt x="477132" y="1197317"/>
                </a:lnTo>
                <a:lnTo>
                  <a:pt x="474087" y="1204817"/>
                </a:lnTo>
                <a:lnTo>
                  <a:pt x="474008" y="1212317"/>
                </a:lnTo>
                <a:lnTo>
                  <a:pt x="469758" y="1216922"/>
                </a:lnTo>
                <a:lnTo>
                  <a:pt x="464280" y="1219818"/>
                </a:lnTo>
                <a:lnTo>
                  <a:pt x="459730" y="1227318"/>
                </a:lnTo>
                <a:lnTo>
                  <a:pt x="459661" y="1234818"/>
                </a:lnTo>
                <a:lnTo>
                  <a:pt x="455391" y="1240623"/>
                </a:lnTo>
                <a:lnTo>
                  <a:pt x="452176" y="1242319"/>
                </a:lnTo>
                <a:lnTo>
                  <a:pt x="445378" y="1249819"/>
                </a:lnTo>
                <a:lnTo>
                  <a:pt x="445326" y="1257319"/>
                </a:lnTo>
                <a:lnTo>
                  <a:pt x="444586" y="1264819"/>
                </a:lnTo>
                <a:lnTo>
                  <a:pt x="441025" y="1267018"/>
                </a:lnTo>
                <a:lnTo>
                  <a:pt x="431692" y="1272320"/>
                </a:lnTo>
                <a:lnTo>
                  <a:pt x="430977" y="1279820"/>
                </a:lnTo>
                <a:lnTo>
                  <a:pt x="430947" y="1287320"/>
                </a:lnTo>
                <a:lnTo>
                  <a:pt x="429224" y="1294821"/>
                </a:lnTo>
                <a:lnTo>
                  <a:pt x="426659" y="1296274"/>
                </a:lnTo>
                <a:lnTo>
                  <a:pt x="416913" y="1302321"/>
                </a:lnTo>
                <a:lnTo>
                  <a:pt x="416606" y="1309821"/>
                </a:lnTo>
                <a:lnTo>
                  <a:pt x="416552" y="1317322"/>
                </a:lnTo>
                <a:lnTo>
                  <a:pt x="412538" y="1324822"/>
                </a:lnTo>
                <a:lnTo>
                  <a:pt x="412292" y="1324956"/>
                </a:lnTo>
                <a:lnTo>
                  <a:pt x="402369" y="1332322"/>
                </a:lnTo>
                <a:lnTo>
                  <a:pt x="402236" y="1339822"/>
                </a:lnTo>
                <a:lnTo>
                  <a:pt x="402118" y="1347323"/>
                </a:lnTo>
                <a:lnTo>
                  <a:pt x="397926" y="1351893"/>
                </a:lnTo>
                <a:lnTo>
                  <a:pt x="392448" y="1354823"/>
                </a:lnTo>
                <a:lnTo>
                  <a:pt x="387927" y="1362323"/>
                </a:lnTo>
                <a:lnTo>
                  <a:pt x="387867" y="1369824"/>
                </a:lnTo>
                <a:lnTo>
                  <a:pt x="387594" y="1377324"/>
                </a:lnTo>
                <a:lnTo>
                  <a:pt x="383560" y="1380429"/>
                </a:lnTo>
                <a:lnTo>
                  <a:pt x="375469" y="1384824"/>
                </a:lnTo>
                <a:lnTo>
                  <a:pt x="373528" y="1392325"/>
                </a:lnTo>
                <a:lnTo>
                  <a:pt x="373495" y="1399825"/>
                </a:lnTo>
                <a:lnTo>
                  <a:pt x="372861" y="1407325"/>
                </a:lnTo>
                <a:lnTo>
                  <a:pt x="369193" y="1409644"/>
                </a:lnTo>
                <a:lnTo>
                  <a:pt x="359981" y="1414825"/>
                </a:lnTo>
                <a:lnTo>
                  <a:pt x="359147" y="1422326"/>
                </a:lnTo>
                <a:lnTo>
                  <a:pt x="359118" y="1429826"/>
                </a:lnTo>
                <a:lnTo>
                  <a:pt x="357641" y="1437326"/>
                </a:lnTo>
                <a:lnTo>
                  <a:pt x="354827" y="1438939"/>
                </a:lnTo>
                <a:lnTo>
                  <a:pt x="345133" y="1444827"/>
                </a:lnTo>
                <a:lnTo>
                  <a:pt x="344774" y="1452327"/>
                </a:lnTo>
                <a:lnTo>
                  <a:pt x="344727" y="1459827"/>
                </a:lnTo>
                <a:lnTo>
                  <a:pt x="341286" y="1467327"/>
                </a:lnTo>
                <a:lnTo>
                  <a:pt x="340461" y="1467780"/>
                </a:lnTo>
                <a:lnTo>
                  <a:pt x="330559" y="1474828"/>
                </a:lnTo>
                <a:lnTo>
                  <a:pt x="330405" y="1482328"/>
                </a:lnTo>
                <a:lnTo>
                  <a:pt x="330303" y="1489828"/>
                </a:lnTo>
                <a:lnTo>
                  <a:pt x="326094" y="1494810"/>
                </a:lnTo>
                <a:lnTo>
                  <a:pt x="321378" y="1497329"/>
                </a:lnTo>
                <a:lnTo>
                  <a:pt x="316104" y="1504829"/>
                </a:lnTo>
                <a:lnTo>
                  <a:pt x="316035" y="1512329"/>
                </a:lnTo>
                <a:lnTo>
                  <a:pt x="315801" y="1519830"/>
                </a:lnTo>
                <a:lnTo>
                  <a:pt x="311728" y="1523129"/>
                </a:lnTo>
                <a:lnTo>
                  <a:pt x="303964" y="1527330"/>
                </a:lnTo>
                <a:lnTo>
                  <a:pt x="301700" y="1534830"/>
                </a:lnTo>
                <a:lnTo>
                  <a:pt x="301665" y="1542330"/>
                </a:lnTo>
                <a:lnTo>
                  <a:pt x="301121" y="1549831"/>
                </a:lnTo>
                <a:lnTo>
                  <a:pt x="297361" y="1552272"/>
                </a:lnTo>
                <a:lnTo>
                  <a:pt x="288289" y="1557331"/>
                </a:lnTo>
                <a:lnTo>
                  <a:pt x="287317" y="1564831"/>
                </a:lnTo>
                <a:lnTo>
                  <a:pt x="287289" y="1572332"/>
                </a:lnTo>
                <a:lnTo>
                  <a:pt x="286022" y="1579832"/>
                </a:lnTo>
                <a:lnTo>
                  <a:pt x="282995" y="1581589"/>
                </a:lnTo>
                <a:lnTo>
                  <a:pt x="273361" y="1587332"/>
                </a:lnTo>
                <a:lnTo>
                  <a:pt x="272943" y="1594833"/>
                </a:lnTo>
                <a:lnTo>
                  <a:pt x="272901" y="1602333"/>
                </a:lnTo>
                <a:lnTo>
                  <a:pt x="269951" y="1609833"/>
                </a:lnTo>
                <a:lnTo>
                  <a:pt x="268629" y="1610562"/>
                </a:lnTo>
                <a:lnTo>
                  <a:pt x="258754" y="1617333"/>
                </a:lnTo>
                <a:lnTo>
                  <a:pt x="258573" y="1624834"/>
                </a:lnTo>
                <a:lnTo>
                  <a:pt x="258485" y="1632334"/>
                </a:lnTo>
                <a:lnTo>
                  <a:pt x="254262" y="1637793"/>
                </a:lnTo>
                <a:lnTo>
                  <a:pt x="250434" y="1639834"/>
                </a:lnTo>
                <a:lnTo>
                  <a:pt x="244284" y="1647335"/>
                </a:lnTo>
                <a:lnTo>
                  <a:pt x="244204" y="1654835"/>
                </a:lnTo>
                <a:lnTo>
                  <a:pt x="244003" y="1662335"/>
                </a:lnTo>
                <a:lnTo>
                  <a:pt x="239896" y="1665854"/>
                </a:lnTo>
                <a:lnTo>
                  <a:pt x="232513" y="1669836"/>
                </a:lnTo>
                <a:lnTo>
                  <a:pt x="229873" y="1677336"/>
                </a:lnTo>
                <a:lnTo>
                  <a:pt x="229834" y="1684836"/>
                </a:lnTo>
                <a:lnTo>
                  <a:pt x="229367" y="1692336"/>
                </a:lnTo>
                <a:lnTo>
                  <a:pt x="225529" y="1694906"/>
                </a:lnTo>
                <a:lnTo>
                  <a:pt x="216621" y="1699837"/>
                </a:lnTo>
                <a:lnTo>
                  <a:pt x="215487" y="1707337"/>
                </a:lnTo>
                <a:lnTo>
                  <a:pt x="215459" y="1714837"/>
                </a:lnTo>
                <a:lnTo>
                  <a:pt x="214373" y="1722338"/>
                </a:lnTo>
                <a:lnTo>
                  <a:pt x="211163" y="1724229"/>
                </a:lnTo>
                <a:lnTo>
                  <a:pt x="201600" y="1729838"/>
                </a:lnTo>
                <a:lnTo>
                  <a:pt x="201112" y="1737338"/>
                </a:lnTo>
                <a:lnTo>
                  <a:pt x="201075" y="1744839"/>
                </a:lnTo>
                <a:lnTo>
                  <a:pt x="198545" y="1752339"/>
                </a:lnTo>
                <a:lnTo>
                  <a:pt x="196797" y="1753309"/>
                </a:lnTo>
                <a:lnTo>
                  <a:pt x="186952" y="1759839"/>
                </a:lnTo>
                <a:lnTo>
                  <a:pt x="186742" y="1767339"/>
                </a:lnTo>
                <a:lnTo>
                  <a:pt x="186666" y="1774840"/>
                </a:lnTo>
                <a:lnTo>
                  <a:pt x="182430" y="1780853"/>
                </a:lnTo>
                <a:lnTo>
                  <a:pt x="179639" y="1782340"/>
                </a:lnTo>
                <a:lnTo>
                  <a:pt x="172465" y="1789840"/>
                </a:lnTo>
                <a:lnTo>
                  <a:pt x="172373" y="1797341"/>
                </a:lnTo>
                <a:lnTo>
                  <a:pt x="172200" y="1804841"/>
                </a:lnTo>
                <a:lnTo>
                  <a:pt x="168064" y="1808610"/>
                </a:lnTo>
                <a:lnTo>
                  <a:pt x="161127" y="1812341"/>
                </a:lnTo>
                <a:lnTo>
                  <a:pt x="158046" y="1819841"/>
                </a:lnTo>
                <a:lnTo>
                  <a:pt x="158003" y="1827342"/>
                </a:lnTo>
                <a:lnTo>
                  <a:pt x="157603" y="1834842"/>
                </a:lnTo>
                <a:lnTo>
                  <a:pt x="153698" y="1837548"/>
                </a:lnTo>
                <a:lnTo>
                  <a:pt x="144980" y="1842342"/>
                </a:lnTo>
                <a:lnTo>
                  <a:pt x="143658" y="1849843"/>
                </a:lnTo>
                <a:lnTo>
                  <a:pt x="143630" y="1857343"/>
                </a:lnTo>
                <a:lnTo>
                  <a:pt x="142698" y="1864843"/>
                </a:lnTo>
                <a:lnTo>
                  <a:pt x="139331" y="1866861"/>
                </a:lnTo>
                <a:lnTo>
                  <a:pt x="129850" y="1872344"/>
                </a:lnTo>
                <a:lnTo>
                  <a:pt x="129282" y="1879844"/>
                </a:lnTo>
                <a:lnTo>
                  <a:pt x="129247" y="1887344"/>
                </a:lnTo>
                <a:lnTo>
                  <a:pt x="127079" y="1894844"/>
                </a:lnTo>
                <a:lnTo>
                  <a:pt x="124965" y="1896026"/>
                </a:lnTo>
                <a:lnTo>
                  <a:pt x="115155" y="1902345"/>
                </a:lnTo>
                <a:lnTo>
                  <a:pt x="114911" y="1909845"/>
                </a:lnTo>
                <a:lnTo>
                  <a:pt x="114844" y="1917345"/>
                </a:lnTo>
                <a:lnTo>
                  <a:pt x="110598" y="1924004"/>
                </a:lnTo>
                <a:lnTo>
                  <a:pt x="109016" y="1924846"/>
                </a:lnTo>
                <a:lnTo>
                  <a:pt x="100648" y="1932346"/>
                </a:lnTo>
                <a:lnTo>
                  <a:pt x="100541" y="1939846"/>
                </a:lnTo>
                <a:lnTo>
                  <a:pt x="100393" y="1947347"/>
                </a:lnTo>
                <a:lnTo>
                  <a:pt x="96232" y="1951403"/>
                </a:lnTo>
                <a:lnTo>
                  <a:pt x="89814" y="1954847"/>
                </a:lnTo>
                <a:lnTo>
                  <a:pt x="86221" y="1962347"/>
                </a:lnTo>
                <a:lnTo>
                  <a:pt x="86172" y="1969847"/>
                </a:lnTo>
                <a:lnTo>
                  <a:pt x="85829" y="1977348"/>
                </a:lnTo>
                <a:lnTo>
                  <a:pt x="81866" y="1980202"/>
                </a:lnTo>
                <a:lnTo>
                  <a:pt x="73371" y="1984848"/>
                </a:lnTo>
                <a:lnTo>
                  <a:pt x="71829" y="1992348"/>
                </a:lnTo>
                <a:lnTo>
                  <a:pt x="71799" y="1999849"/>
                </a:lnTo>
                <a:lnTo>
                  <a:pt x="71001" y="2007349"/>
                </a:lnTo>
                <a:lnTo>
                  <a:pt x="67499" y="2009488"/>
                </a:lnTo>
                <a:lnTo>
                  <a:pt x="58113" y="2014849"/>
                </a:lnTo>
                <a:lnTo>
                  <a:pt x="57451" y="2022350"/>
                </a:lnTo>
                <a:lnTo>
                  <a:pt x="57419" y="2029850"/>
                </a:lnTo>
                <a:lnTo>
                  <a:pt x="55560" y="2037350"/>
                </a:lnTo>
                <a:lnTo>
                  <a:pt x="53133" y="2038719"/>
                </a:lnTo>
                <a:lnTo>
                  <a:pt x="43364" y="2044850"/>
                </a:lnTo>
                <a:lnTo>
                  <a:pt x="43079" y="2052351"/>
                </a:lnTo>
                <a:lnTo>
                  <a:pt x="43022" y="2059851"/>
                </a:lnTo>
                <a:lnTo>
                  <a:pt x="38767" y="2067260"/>
                </a:lnTo>
                <a:lnTo>
                  <a:pt x="38595" y="2067351"/>
                </a:lnTo>
                <a:lnTo>
                  <a:pt x="28834" y="2074852"/>
                </a:lnTo>
                <a:lnTo>
                  <a:pt x="28710" y="2082352"/>
                </a:lnTo>
                <a:lnTo>
                  <a:pt x="28582" y="2089852"/>
                </a:lnTo>
                <a:lnTo>
                  <a:pt x="24400" y="2094240"/>
                </a:lnTo>
                <a:lnTo>
                  <a:pt x="18587" y="2097352"/>
                </a:lnTo>
                <a:lnTo>
                  <a:pt x="14397" y="2104853"/>
                </a:lnTo>
                <a:lnTo>
                  <a:pt x="14341" y="2112353"/>
                </a:lnTo>
                <a:lnTo>
                  <a:pt x="14046" y="2119853"/>
                </a:lnTo>
                <a:lnTo>
                  <a:pt x="10034" y="2122871"/>
                </a:lnTo>
                <a:lnTo>
                  <a:pt x="1799" y="2127354"/>
                </a:lnTo>
                <a:lnTo>
                  <a:pt x="0" y="2134854"/>
                </a:lnTo>
                <a:lnTo>
                  <a:pt x="2166" y="2134854"/>
                </a:lnTo>
                <a:lnTo>
                  <a:pt x="4865" y="2127354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A0439-0A36-49C3-B254-34E0483B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46" y="3492466"/>
            <a:ext cx="2478885" cy="2133420"/>
          </a:xfrm>
          <a:custGeom xmlns:a="http://schemas.openxmlformats.org/drawingml/2006/main">
            <a:pathLst>
              <a:path w="2478885" h="2133420">
                <a:moveTo>
                  <a:pt x="5765" y="2125919"/>
                </a:moveTo>
                <a:lnTo>
                  <a:pt x="7867" y="2124775"/>
                </a:lnTo>
                <a:lnTo>
                  <a:pt x="16317" y="2118419"/>
                </a:lnTo>
                <a:lnTo>
                  <a:pt x="16486" y="2110919"/>
                </a:lnTo>
                <a:lnTo>
                  <a:pt x="16593" y="2103418"/>
                </a:lnTo>
                <a:lnTo>
                  <a:pt x="22234" y="2097408"/>
                </a:lnTo>
                <a:lnTo>
                  <a:pt x="25017" y="2095918"/>
                </a:lnTo>
                <a:lnTo>
                  <a:pt x="30781" y="2088418"/>
                </a:lnTo>
                <a:lnTo>
                  <a:pt x="30856" y="2080918"/>
                </a:lnTo>
                <a:lnTo>
                  <a:pt x="31101" y="2073417"/>
                </a:lnTo>
                <a:lnTo>
                  <a:pt x="36600" y="2069242"/>
                </a:lnTo>
                <a:lnTo>
                  <a:pt x="42714" y="2065917"/>
                </a:lnTo>
                <a:lnTo>
                  <a:pt x="45189" y="2058417"/>
                </a:lnTo>
                <a:lnTo>
                  <a:pt x="45227" y="2050916"/>
                </a:lnTo>
                <a:lnTo>
                  <a:pt x="45796" y="2043416"/>
                </a:lnTo>
                <a:lnTo>
                  <a:pt x="50967" y="2040171"/>
                </a:lnTo>
                <a:lnTo>
                  <a:pt x="58511" y="2035916"/>
                </a:lnTo>
                <a:lnTo>
                  <a:pt x="59573" y="2028415"/>
                </a:lnTo>
                <a:lnTo>
                  <a:pt x="59603" y="2020915"/>
                </a:lnTo>
                <a:lnTo>
                  <a:pt x="60927" y="2013415"/>
                </a:lnTo>
                <a:lnTo>
                  <a:pt x="65333" y="2010899"/>
                </a:lnTo>
                <a:lnTo>
                  <a:pt x="73491" y="2005915"/>
                </a:lnTo>
                <a:lnTo>
                  <a:pt x="73947" y="1998414"/>
                </a:lnTo>
                <a:lnTo>
                  <a:pt x="73992" y="1990914"/>
                </a:lnTo>
                <a:lnTo>
                  <a:pt x="77077" y="1983414"/>
                </a:lnTo>
                <a:lnTo>
                  <a:pt x="79699" y="1981979"/>
                </a:lnTo>
                <a:lnTo>
                  <a:pt x="88121" y="1975913"/>
                </a:lnTo>
                <a:lnTo>
                  <a:pt x="88318" y="1968413"/>
                </a:lnTo>
                <a:lnTo>
                  <a:pt x="88410" y="1960913"/>
                </a:lnTo>
                <a:lnTo>
                  <a:pt x="94066" y="1954381"/>
                </a:lnTo>
                <a:lnTo>
                  <a:pt x="95878" y="1953412"/>
                </a:lnTo>
                <a:lnTo>
                  <a:pt x="102600" y="1945912"/>
                </a:lnTo>
                <a:lnTo>
                  <a:pt x="102687" y="1938412"/>
                </a:lnTo>
                <a:lnTo>
                  <a:pt x="102897" y="1930912"/>
                </a:lnTo>
                <a:lnTo>
                  <a:pt x="108432" y="1926497"/>
                </a:lnTo>
                <a:lnTo>
                  <a:pt x="114129" y="1923411"/>
                </a:lnTo>
                <a:lnTo>
                  <a:pt x="117015" y="1915911"/>
                </a:lnTo>
                <a:lnTo>
                  <a:pt x="117058" y="1908411"/>
                </a:lnTo>
                <a:lnTo>
                  <a:pt x="117545" y="1900910"/>
                </a:lnTo>
                <a:lnTo>
                  <a:pt x="122798" y="1897527"/>
                </a:lnTo>
                <a:lnTo>
                  <a:pt x="130164" y="1893410"/>
                </a:lnTo>
                <a:lnTo>
                  <a:pt x="131403" y="1885910"/>
                </a:lnTo>
                <a:lnTo>
                  <a:pt x="131432" y="1878410"/>
                </a:lnTo>
                <a:lnTo>
                  <a:pt x="132568" y="1870909"/>
                </a:lnTo>
                <a:lnTo>
                  <a:pt x="137165" y="1868251"/>
                </a:lnTo>
                <a:lnTo>
                  <a:pt x="145246" y="1863409"/>
                </a:lnTo>
                <a:lnTo>
                  <a:pt x="145778" y="1855909"/>
                </a:lnTo>
                <a:lnTo>
                  <a:pt x="145818" y="1848408"/>
                </a:lnTo>
                <a:lnTo>
                  <a:pt x="148463" y="1840908"/>
                </a:lnTo>
                <a:lnTo>
                  <a:pt x="151531" y="1839221"/>
                </a:lnTo>
                <a:lnTo>
                  <a:pt x="159920" y="1833408"/>
                </a:lnTo>
                <a:lnTo>
                  <a:pt x="160149" y="1825907"/>
                </a:lnTo>
                <a:lnTo>
                  <a:pt x="160229" y="1818407"/>
                </a:lnTo>
                <a:lnTo>
                  <a:pt x="165898" y="1811269"/>
                </a:lnTo>
                <a:lnTo>
                  <a:pt x="166577" y="1810907"/>
                </a:lnTo>
                <a:lnTo>
                  <a:pt x="174418" y="1803407"/>
                </a:lnTo>
                <a:lnTo>
                  <a:pt x="174518" y="1795906"/>
                </a:lnTo>
                <a:lnTo>
                  <a:pt x="174699" y="1788406"/>
                </a:lnTo>
                <a:lnTo>
                  <a:pt x="180264" y="1783719"/>
                </a:lnTo>
                <a:lnTo>
                  <a:pt x="185475" y="1780906"/>
                </a:lnTo>
                <a:lnTo>
                  <a:pt x="188841" y="1773405"/>
                </a:lnTo>
                <a:lnTo>
                  <a:pt x="188889" y="1765905"/>
                </a:lnTo>
                <a:lnTo>
                  <a:pt x="189307" y="1758405"/>
                </a:lnTo>
                <a:lnTo>
                  <a:pt x="194630" y="1754874"/>
                </a:lnTo>
                <a:lnTo>
                  <a:pt x="201787" y="1750904"/>
                </a:lnTo>
                <a:lnTo>
                  <a:pt x="203232" y="1743404"/>
                </a:lnTo>
                <a:lnTo>
                  <a:pt x="203262" y="1735904"/>
                </a:lnTo>
                <a:lnTo>
                  <a:pt x="204236" y="1728404"/>
                </a:lnTo>
                <a:lnTo>
                  <a:pt x="208997" y="1725611"/>
                </a:lnTo>
                <a:lnTo>
                  <a:pt x="216988" y="1720903"/>
                </a:lnTo>
                <a:lnTo>
                  <a:pt x="217609" y="1713403"/>
                </a:lnTo>
                <a:lnTo>
                  <a:pt x="217645" y="1705903"/>
                </a:lnTo>
                <a:lnTo>
                  <a:pt x="219912" y="1698402"/>
                </a:lnTo>
                <a:lnTo>
                  <a:pt x="223363" y="1696492"/>
                </a:lnTo>
                <a:lnTo>
                  <a:pt x="231713" y="1690902"/>
                </a:lnTo>
                <a:lnTo>
                  <a:pt x="231980" y="1683402"/>
                </a:lnTo>
                <a:lnTo>
                  <a:pt x="232050" y="1675902"/>
                </a:lnTo>
                <a:lnTo>
                  <a:pt x="237331" y="1668401"/>
                </a:lnTo>
                <a:lnTo>
                  <a:pt x="237730" y="1668186"/>
                </a:lnTo>
                <a:lnTo>
                  <a:pt x="246234" y="1660901"/>
                </a:lnTo>
                <a:lnTo>
                  <a:pt x="246350" y="1653401"/>
                </a:lnTo>
                <a:lnTo>
                  <a:pt x="246505" y="1645900"/>
                </a:lnTo>
                <a:lnTo>
                  <a:pt x="252096" y="1640899"/>
                </a:lnTo>
                <a:lnTo>
                  <a:pt x="256739" y="1638400"/>
                </a:lnTo>
                <a:lnTo>
                  <a:pt x="260666" y="1630900"/>
                </a:lnTo>
                <a:lnTo>
                  <a:pt x="260720" y="1623399"/>
                </a:lnTo>
                <a:lnTo>
                  <a:pt x="261078" y="1615899"/>
                </a:lnTo>
                <a:lnTo>
                  <a:pt x="266462" y="1612207"/>
                </a:lnTo>
                <a:lnTo>
                  <a:pt x="273375" y="1608399"/>
                </a:lnTo>
                <a:lnTo>
                  <a:pt x="275061" y="1600898"/>
                </a:lnTo>
                <a:lnTo>
                  <a:pt x="275092" y="1593398"/>
                </a:lnTo>
                <a:lnTo>
                  <a:pt x="275927" y="1585898"/>
                </a:lnTo>
                <a:lnTo>
                  <a:pt x="280829" y="1582976"/>
                </a:lnTo>
                <a:lnTo>
                  <a:pt x="288716" y="1578398"/>
                </a:lnTo>
                <a:lnTo>
                  <a:pt x="289440" y="1570897"/>
                </a:lnTo>
                <a:lnTo>
                  <a:pt x="289473" y="1563397"/>
                </a:lnTo>
                <a:lnTo>
                  <a:pt x="291417" y="1555897"/>
                </a:lnTo>
                <a:lnTo>
                  <a:pt x="295195" y="1553790"/>
                </a:lnTo>
                <a:lnTo>
                  <a:pt x="303500" y="1548396"/>
                </a:lnTo>
                <a:lnTo>
                  <a:pt x="303812" y="1540896"/>
                </a:lnTo>
                <a:lnTo>
                  <a:pt x="303872" y="1533396"/>
                </a:lnTo>
                <a:lnTo>
                  <a:pt x="308400" y="1525896"/>
                </a:lnTo>
                <a:lnTo>
                  <a:pt x="309561" y="1525267"/>
                </a:lnTo>
                <a:lnTo>
                  <a:pt x="318046" y="1518395"/>
                </a:lnTo>
                <a:lnTo>
                  <a:pt x="318181" y="1510895"/>
                </a:lnTo>
                <a:lnTo>
                  <a:pt x="318315" y="1503395"/>
                </a:lnTo>
                <a:lnTo>
                  <a:pt x="323928" y="1498032"/>
                </a:lnTo>
                <a:lnTo>
                  <a:pt x="327909" y="1495894"/>
                </a:lnTo>
                <a:lnTo>
                  <a:pt x="332490" y="1488394"/>
                </a:lnTo>
                <a:lnTo>
                  <a:pt x="332551" y="1480894"/>
                </a:lnTo>
                <a:lnTo>
                  <a:pt x="332859" y="1473393"/>
                </a:lnTo>
                <a:lnTo>
                  <a:pt x="338294" y="1469524"/>
                </a:lnTo>
                <a:lnTo>
                  <a:pt x="344923" y="1465893"/>
                </a:lnTo>
                <a:lnTo>
                  <a:pt x="346889" y="1458393"/>
                </a:lnTo>
                <a:lnTo>
                  <a:pt x="346923" y="1450893"/>
                </a:lnTo>
                <a:lnTo>
                  <a:pt x="347639" y="1443392"/>
                </a:lnTo>
                <a:lnTo>
                  <a:pt x="352661" y="1440342"/>
                </a:lnTo>
                <a:lnTo>
                  <a:pt x="360426" y="1435892"/>
                </a:lnTo>
                <a:lnTo>
                  <a:pt x="361270" y="1428392"/>
                </a:lnTo>
                <a:lnTo>
                  <a:pt x="361301" y="1420891"/>
                </a:lnTo>
                <a:lnTo>
                  <a:pt x="362968" y="1413391"/>
                </a:lnTo>
                <a:lnTo>
                  <a:pt x="367027" y="1411108"/>
                </a:lnTo>
                <a:lnTo>
                  <a:pt x="375280" y="1405891"/>
                </a:lnTo>
                <a:lnTo>
                  <a:pt x="375643" y="1398390"/>
                </a:lnTo>
                <a:lnTo>
                  <a:pt x="375696" y="1390890"/>
                </a:lnTo>
                <a:lnTo>
                  <a:pt x="379578" y="1383390"/>
                </a:lnTo>
                <a:lnTo>
                  <a:pt x="381393" y="1382404"/>
                </a:lnTo>
                <a:lnTo>
                  <a:pt x="389856" y="1375890"/>
                </a:lnTo>
                <a:lnTo>
                  <a:pt x="390013" y="1368389"/>
                </a:lnTo>
                <a:lnTo>
                  <a:pt x="390128" y="1360889"/>
                </a:lnTo>
                <a:lnTo>
                  <a:pt x="395760" y="1355108"/>
                </a:lnTo>
                <a:lnTo>
                  <a:pt x="398969" y="1353389"/>
                </a:lnTo>
                <a:lnTo>
                  <a:pt x="404312" y="1345888"/>
                </a:lnTo>
                <a:lnTo>
                  <a:pt x="404382" y="1338388"/>
                </a:lnTo>
                <a:lnTo>
                  <a:pt x="404646" y="1330888"/>
                </a:lnTo>
                <a:lnTo>
                  <a:pt x="410126" y="1326820"/>
                </a:lnTo>
                <a:lnTo>
                  <a:pt x="416423" y="1323387"/>
                </a:lnTo>
                <a:lnTo>
                  <a:pt x="418717" y="1315887"/>
                </a:lnTo>
                <a:lnTo>
                  <a:pt x="418753" y="1308387"/>
                </a:lnTo>
                <a:lnTo>
                  <a:pt x="419367" y="1300887"/>
                </a:lnTo>
                <a:lnTo>
                  <a:pt x="424492" y="1297707"/>
                </a:lnTo>
                <a:lnTo>
                  <a:pt x="432115" y="1293386"/>
                </a:lnTo>
                <a:lnTo>
                  <a:pt x="433100" y="1285886"/>
                </a:lnTo>
                <a:lnTo>
                  <a:pt x="433130" y="1278386"/>
                </a:lnTo>
                <a:lnTo>
                  <a:pt x="434559" y="1270885"/>
                </a:lnTo>
                <a:lnTo>
                  <a:pt x="438859" y="1268443"/>
                </a:lnTo>
                <a:lnTo>
                  <a:pt x="447051" y="1263385"/>
                </a:lnTo>
                <a:lnTo>
                  <a:pt x="447474" y="1255885"/>
                </a:lnTo>
                <a:lnTo>
                  <a:pt x="447566" y="1248385"/>
                </a:lnTo>
                <a:lnTo>
                  <a:pt x="453225" y="1243538"/>
                </a:lnTo>
                <a:lnTo>
                  <a:pt x="458225" y="1240884"/>
                </a:lnTo>
                <a:lnTo>
                  <a:pt x="461822" y="1233384"/>
                </a:lnTo>
                <a:lnTo>
                  <a:pt x="461903" y="1225884"/>
                </a:lnTo>
                <a:lnTo>
                  <a:pt x="467592" y="1220081"/>
                </a:lnTo>
                <a:lnTo>
                  <a:pt x="470802" y="1218383"/>
                </a:lnTo>
                <a:lnTo>
                  <a:pt x="476177" y="1210883"/>
                </a:lnTo>
                <a:lnTo>
                  <a:pt x="476250" y="1203383"/>
                </a:lnTo>
                <a:lnTo>
                  <a:pt x="481958" y="1196166"/>
                </a:lnTo>
                <a:lnTo>
                  <a:pt x="482495" y="1195882"/>
                </a:lnTo>
                <a:lnTo>
                  <a:pt x="490528" y="1188382"/>
                </a:lnTo>
                <a:lnTo>
                  <a:pt x="490604" y="1180882"/>
                </a:lnTo>
                <a:lnTo>
                  <a:pt x="496324" y="1173640"/>
                </a:lnTo>
                <a:lnTo>
                  <a:pt x="496815" y="1173382"/>
                </a:lnTo>
                <a:lnTo>
                  <a:pt x="504913" y="1165881"/>
                </a:lnTo>
                <a:lnTo>
                  <a:pt x="504981" y="1158381"/>
                </a:lnTo>
                <a:lnTo>
                  <a:pt x="510691" y="1152740"/>
                </a:lnTo>
                <a:lnTo>
                  <a:pt x="514224" y="1150881"/>
                </a:lnTo>
                <a:lnTo>
                  <a:pt x="519291" y="1143380"/>
                </a:lnTo>
                <a:lnTo>
                  <a:pt x="519370" y="1135880"/>
                </a:lnTo>
                <a:lnTo>
                  <a:pt x="525057" y="1131249"/>
                </a:lnTo>
                <a:lnTo>
                  <a:pt x="530494" y="1128380"/>
                </a:lnTo>
                <a:lnTo>
                  <a:pt x="533665" y="1120879"/>
                </a:lnTo>
                <a:lnTo>
                  <a:pt x="533772" y="1113379"/>
                </a:lnTo>
                <a:lnTo>
                  <a:pt x="539424" y="1109391"/>
                </a:lnTo>
                <a:lnTo>
                  <a:pt x="546052" y="1105879"/>
                </a:lnTo>
                <a:lnTo>
                  <a:pt x="548033" y="1098379"/>
                </a:lnTo>
                <a:lnTo>
                  <a:pt x="548195" y="1090878"/>
                </a:lnTo>
                <a:lnTo>
                  <a:pt x="553790" y="1084447"/>
                </a:lnTo>
                <a:lnTo>
                  <a:pt x="555761" y="1083378"/>
                </a:lnTo>
                <a:lnTo>
                  <a:pt x="561725" y="1075878"/>
                </a:lnTo>
                <a:lnTo>
                  <a:pt x="562351" y="1068377"/>
                </a:lnTo>
                <a:lnTo>
                  <a:pt x="562521" y="1060877"/>
                </a:lnTo>
                <a:lnTo>
                  <a:pt x="563557" y="1053377"/>
                </a:lnTo>
                <a:lnTo>
                  <a:pt x="568156" y="1048626"/>
                </a:lnTo>
                <a:lnTo>
                  <a:pt x="572325" y="1045876"/>
                </a:lnTo>
                <a:lnTo>
                  <a:pt x="576319" y="1038376"/>
                </a:lnTo>
                <a:lnTo>
                  <a:pt x="576747" y="1030876"/>
                </a:lnTo>
                <a:lnTo>
                  <a:pt x="576948" y="1023376"/>
                </a:lnTo>
                <a:lnTo>
                  <a:pt x="578490" y="1015875"/>
                </a:lnTo>
                <a:lnTo>
                  <a:pt x="582523" y="1012311"/>
                </a:lnTo>
                <a:lnTo>
                  <a:pt x="588163" y="1008375"/>
                </a:lnTo>
                <a:lnTo>
                  <a:pt x="590838" y="1000875"/>
                </a:lnTo>
                <a:lnTo>
                  <a:pt x="591138" y="993374"/>
                </a:lnTo>
                <a:lnTo>
                  <a:pt x="591403" y="985874"/>
                </a:lnTo>
                <a:lnTo>
                  <a:pt x="593703" y="978374"/>
                </a:lnTo>
                <a:lnTo>
                  <a:pt x="596889" y="975876"/>
                </a:lnTo>
                <a:lnTo>
                  <a:pt x="603514" y="970873"/>
                </a:lnTo>
                <a:lnTo>
                  <a:pt x="605307" y="963373"/>
                </a:lnTo>
                <a:lnTo>
                  <a:pt x="605528" y="955873"/>
                </a:lnTo>
                <a:lnTo>
                  <a:pt x="605901" y="948373"/>
                </a:lnTo>
                <a:lnTo>
                  <a:pt x="609334" y="940872"/>
                </a:lnTo>
                <a:lnTo>
                  <a:pt x="611255" y="939613"/>
                </a:lnTo>
                <a:lnTo>
                  <a:pt x="618933" y="933372"/>
                </a:lnTo>
                <a:lnTo>
                  <a:pt x="619843" y="925872"/>
                </a:lnTo>
                <a:lnTo>
                  <a:pt x="620246" y="918371"/>
                </a:lnTo>
                <a:lnTo>
                  <a:pt x="625622" y="911490"/>
                </a:lnTo>
                <a:lnTo>
                  <a:pt x="626693" y="910871"/>
                </a:lnTo>
                <a:lnTo>
                  <a:pt x="633815" y="903371"/>
                </a:lnTo>
                <a:lnTo>
                  <a:pt x="634264" y="895871"/>
                </a:lnTo>
                <a:lnTo>
                  <a:pt x="635060" y="888370"/>
                </a:lnTo>
                <a:lnTo>
                  <a:pt x="639988" y="884011"/>
                </a:lnTo>
                <a:lnTo>
                  <a:pt x="645169" y="880870"/>
                </a:lnTo>
                <a:lnTo>
                  <a:pt x="648418" y="873370"/>
                </a:lnTo>
                <a:lnTo>
                  <a:pt x="648699" y="865869"/>
                </a:lnTo>
                <a:lnTo>
                  <a:pt x="650407" y="858369"/>
                </a:lnTo>
                <a:lnTo>
                  <a:pt x="654354" y="855588"/>
                </a:lnTo>
                <a:lnTo>
                  <a:pt x="661408" y="850869"/>
                </a:lnTo>
                <a:lnTo>
                  <a:pt x="662898" y="843368"/>
                </a:lnTo>
                <a:lnTo>
                  <a:pt x="663194" y="835868"/>
                </a:lnTo>
                <a:lnTo>
                  <a:pt x="666924" y="828368"/>
                </a:lnTo>
                <a:lnTo>
                  <a:pt x="668721" y="827249"/>
                </a:lnTo>
                <a:lnTo>
                  <a:pt x="676628" y="820867"/>
                </a:lnTo>
                <a:lnTo>
                  <a:pt x="677328" y="813367"/>
                </a:lnTo>
                <a:lnTo>
                  <a:pt x="677832" y="805867"/>
                </a:lnTo>
                <a:lnTo>
                  <a:pt x="683087" y="800067"/>
                </a:lnTo>
                <a:lnTo>
                  <a:pt x="685993" y="798367"/>
                </a:lnTo>
                <a:lnTo>
                  <a:pt x="691192" y="790866"/>
                </a:lnTo>
                <a:lnTo>
                  <a:pt x="691577" y="783366"/>
                </a:lnTo>
                <a:lnTo>
                  <a:pt x="691716" y="775866"/>
                </a:lnTo>
                <a:lnTo>
                  <a:pt x="691870" y="768365"/>
                </a:lnTo>
                <a:lnTo>
                  <a:pt x="692333" y="760865"/>
                </a:lnTo>
                <a:lnTo>
                  <a:pt x="693977" y="753365"/>
                </a:lnTo>
                <a:lnTo>
                  <a:pt x="697454" y="748216"/>
                </a:lnTo>
                <a:lnTo>
                  <a:pt x="700031" y="745865"/>
                </a:lnTo>
                <a:lnTo>
                  <a:pt x="704372" y="738364"/>
                </a:lnTo>
                <a:lnTo>
                  <a:pt x="705592" y="730864"/>
                </a:lnTo>
                <a:lnTo>
                  <a:pt x="705948" y="723364"/>
                </a:lnTo>
                <a:lnTo>
                  <a:pt x="706081" y="715863"/>
                </a:lnTo>
                <a:lnTo>
                  <a:pt x="706323" y="708363"/>
                </a:lnTo>
                <a:lnTo>
                  <a:pt x="707665" y="700863"/>
                </a:lnTo>
                <a:lnTo>
                  <a:pt x="711820" y="696020"/>
                </a:lnTo>
                <a:lnTo>
                  <a:pt x="715423" y="693363"/>
                </a:lnTo>
                <a:lnTo>
                  <a:pt x="719633" y="685862"/>
                </a:lnTo>
                <a:lnTo>
                  <a:pt x="720325" y="678362"/>
                </a:lnTo>
                <a:lnTo>
                  <a:pt x="720513" y="670862"/>
                </a:lnTo>
                <a:lnTo>
                  <a:pt x="721022" y="663361"/>
                </a:lnTo>
                <a:lnTo>
                  <a:pt x="724104" y="655861"/>
                </a:lnTo>
                <a:lnTo>
                  <a:pt x="726186" y="654089"/>
                </a:lnTo>
                <a:lnTo>
                  <a:pt x="733075" y="648361"/>
                </a:lnTo>
                <a:lnTo>
                  <a:pt x="740553" y="644765"/>
                </a:lnTo>
                <a:lnTo>
                  <a:pt x="745944" y="648361"/>
                </a:lnTo>
                <a:lnTo>
                  <a:pt x="749112" y="655861"/>
                </a:lnTo>
                <a:lnTo>
                  <a:pt x="754919" y="659004"/>
                </a:lnTo>
                <a:lnTo>
                  <a:pt x="760513" y="663361"/>
                </a:lnTo>
                <a:lnTo>
                  <a:pt x="765780" y="670862"/>
                </a:lnTo>
                <a:lnTo>
                  <a:pt x="769286" y="672738"/>
                </a:lnTo>
                <a:lnTo>
                  <a:pt x="775027" y="678362"/>
                </a:lnTo>
                <a:lnTo>
                  <a:pt x="783652" y="685638"/>
                </a:lnTo>
                <a:lnTo>
                  <a:pt x="784068" y="685862"/>
                </a:lnTo>
                <a:lnTo>
                  <a:pt x="789538" y="693363"/>
                </a:lnTo>
                <a:lnTo>
                  <a:pt x="798018" y="699324"/>
                </a:lnTo>
                <a:lnTo>
                  <a:pt x="800833" y="700863"/>
                </a:lnTo>
                <a:lnTo>
                  <a:pt x="804102" y="708363"/>
                </a:lnTo>
                <a:lnTo>
                  <a:pt x="812385" y="713539"/>
                </a:lnTo>
                <a:lnTo>
                  <a:pt x="816522" y="715863"/>
                </a:lnTo>
                <a:lnTo>
                  <a:pt x="818789" y="723364"/>
                </a:lnTo>
                <a:lnTo>
                  <a:pt x="826751" y="727994"/>
                </a:lnTo>
                <a:lnTo>
                  <a:pt x="831622" y="730864"/>
                </a:lnTo>
                <a:lnTo>
                  <a:pt x="833717" y="738364"/>
                </a:lnTo>
                <a:lnTo>
                  <a:pt x="841117" y="742491"/>
                </a:lnTo>
                <a:lnTo>
                  <a:pt x="846400" y="745865"/>
                </a:lnTo>
                <a:lnTo>
                  <a:pt x="849093" y="753365"/>
                </a:lnTo>
                <a:lnTo>
                  <a:pt x="855484" y="756845"/>
                </a:lnTo>
                <a:lnTo>
                  <a:pt x="861009" y="760865"/>
                </a:lnTo>
                <a:lnTo>
                  <a:pt x="869850" y="767584"/>
                </a:lnTo>
                <a:lnTo>
                  <a:pt x="871329" y="768365"/>
                </a:lnTo>
                <a:lnTo>
                  <a:pt x="876648" y="775866"/>
                </a:lnTo>
                <a:lnTo>
                  <a:pt x="884217" y="779913"/>
                </a:lnTo>
                <a:lnTo>
                  <a:pt x="889868" y="783366"/>
                </a:lnTo>
                <a:lnTo>
                  <a:pt x="898583" y="788916"/>
                </a:lnTo>
                <a:lnTo>
                  <a:pt x="902268" y="790866"/>
                </a:lnTo>
                <a:lnTo>
                  <a:pt x="912949" y="795510"/>
                </a:lnTo>
                <a:lnTo>
                  <a:pt x="925290" y="798367"/>
                </a:lnTo>
                <a:lnTo>
                  <a:pt x="927316" y="799345"/>
                </a:lnTo>
                <a:lnTo>
                  <a:pt x="941682" y="802738"/>
                </a:lnTo>
                <a:lnTo>
                  <a:pt x="956048" y="803332"/>
                </a:lnTo>
                <a:lnTo>
                  <a:pt x="963146" y="805867"/>
                </a:lnTo>
                <a:lnTo>
                  <a:pt x="970415" y="809160"/>
                </a:lnTo>
                <a:lnTo>
                  <a:pt x="984781" y="810539"/>
                </a:lnTo>
                <a:lnTo>
                  <a:pt x="990380" y="813367"/>
                </a:lnTo>
                <a:lnTo>
                  <a:pt x="999148" y="817781"/>
                </a:lnTo>
                <a:lnTo>
                  <a:pt x="1006469" y="820867"/>
                </a:lnTo>
                <a:lnTo>
                  <a:pt x="1013514" y="824523"/>
                </a:lnTo>
                <a:lnTo>
                  <a:pt x="1027880" y="827464"/>
                </a:lnTo>
                <a:lnTo>
                  <a:pt x="1029619" y="828368"/>
                </a:lnTo>
                <a:lnTo>
                  <a:pt x="1042247" y="833135"/>
                </a:lnTo>
                <a:lnTo>
                  <a:pt x="1047550" y="835868"/>
                </a:lnTo>
                <a:lnTo>
                  <a:pt x="1056613" y="841352"/>
                </a:lnTo>
                <a:lnTo>
                  <a:pt x="1060405" y="843368"/>
                </a:lnTo>
                <a:lnTo>
                  <a:pt x="1062824" y="850869"/>
                </a:lnTo>
                <a:lnTo>
                  <a:pt x="1070980" y="855320"/>
                </a:lnTo>
                <a:lnTo>
                  <a:pt x="1076367" y="858369"/>
                </a:lnTo>
                <a:lnTo>
                  <a:pt x="1079235" y="865869"/>
                </a:lnTo>
                <a:lnTo>
                  <a:pt x="1085346" y="869096"/>
                </a:lnTo>
                <a:lnTo>
                  <a:pt x="1091095" y="873370"/>
                </a:lnTo>
                <a:lnTo>
                  <a:pt x="1099712" y="878126"/>
                </a:lnTo>
                <a:lnTo>
                  <a:pt x="1105349" y="880870"/>
                </a:lnTo>
                <a:lnTo>
                  <a:pt x="1114079" y="885174"/>
                </a:lnTo>
                <a:lnTo>
                  <a:pt x="1121149" y="888370"/>
                </a:lnTo>
                <a:lnTo>
                  <a:pt x="1128445" y="892162"/>
                </a:lnTo>
                <a:lnTo>
                  <a:pt x="1134840" y="895871"/>
                </a:lnTo>
                <a:lnTo>
                  <a:pt x="1142811" y="900368"/>
                </a:lnTo>
                <a:lnTo>
                  <a:pt x="1147899" y="903371"/>
                </a:lnTo>
                <a:lnTo>
                  <a:pt x="1149845" y="910871"/>
                </a:lnTo>
                <a:lnTo>
                  <a:pt x="1157178" y="914896"/>
                </a:lnTo>
                <a:lnTo>
                  <a:pt x="1162582" y="918371"/>
                </a:lnTo>
                <a:lnTo>
                  <a:pt x="1165300" y="925872"/>
                </a:lnTo>
                <a:lnTo>
                  <a:pt x="1171544" y="929237"/>
                </a:lnTo>
                <a:lnTo>
                  <a:pt x="1177133" y="933372"/>
                </a:lnTo>
                <a:lnTo>
                  <a:pt x="1181662" y="940872"/>
                </a:lnTo>
                <a:lnTo>
                  <a:pt x="1185910" y="943139"/>
                </a:lnTo>
                <a:lnTo>
                  <a:pt x="1191625" y="948373"/>
                </a:lnTo>
                <a:lnTo>
                  <a:pt x="1199696" y="955873"/>
                </a:lnTo>
                <a:lnTo>
                  <a:pt x="1200277" y="956181"/>
                </a:lnTo>
                <a:lnTo>
                  <a:pt x="1206105" y="963373"/>
                </a:lnTo>
                <a:lnTo>
                  <a:pt x="1214643" y="969580"/>
                </a:lnTo>
                <a:lnTo>
                  <a:pt x="1217039" y="970873"/>
                </a:lnTo>
                <a:lnTo>
                  <a:pt x="1220617" y="978374"/>
                </a:lnTo>
                <a:lnTo>
                  <a:pt x="1229010" y="983713"/>
                </a:lnTo>
                <a:lnTo>
                  <a:pt x="1232936" y="985874"/>
                </a:lnTo>
                <a:lnTo>
                  <a:pt x="1235215" y="993374"/>
                </a:lnTo>
                <a:lnTo>
                  <a:pt x="1243376" y="998161"/>
                </a:lnTo>
                <a:lnTo>
                  <a:pt x="1248138" y="1000875"/>
                </a:lnTo>
                <a:lnTo>
                  <a:pt x="1249988" y="1008375"/>
                </a:lnTo>
                <a:lnTo>
                  <a:pt x="1257742" y="1012713"/>
                </a:lnTo>
                <a:lnTo>
                  <a:pt x="1262964" y="1015875"/>
                </a:lnTo>
                <a:lnTo>
                  <a:pt x="1265093" y="1023376"/>
                </a:lnTo>
                <a:lnTo>
                  <a:pt x="1272109" y="1027197"/>
                </a:lnTo>
                <a:lnTo>
                  <a:pt x="1277590" y="1030876"/>
                </a:lnTo>
                <a:lnTo>
                  <a:pt x="1280811" y="1038376"/>
                </a:lnTo>
                <a:lnTo>
                  <a:pt x="1286475" y="1041415"/>
                </a:lnTo>
                <a:lnTo>
                  <a:pt x="1292113" y="1045876"/>
                </a:lnTo>
                <a:lnTo>
                  <a:pt x="1297660" y="1053377"/>
                </a:lnTo>
                <a:lnTo>
                  <a:pt x="1300842" y="1055070"/>
                </a:lnTo>
                <a:lnTo>
                  <a:pt x="1306596" y="1060877"/>
                </a:lnTo>
                <a:lnTo>
                  <a:pt x="1315208" y="1067953"/>
                </a:lnTo>
                <a:lnTo>
                  <a:pt x="1316001" y="1068377"/>
                </a:lnTo>
                <a:lnTo>
                  <a:pt x="1321082" y="1075878"/>
                </a:lnTo>
                <a:lnTo>
                  <a:pt x="1329574" y="1081721"/>
                </a:lnTo>
                <a:lnTo>
                  <a:pt x="1332628" y="1083378"/>
                </a:lnTo>
                <a:lnTo>
                  <a:pt x="1335617" y="1090878"/>
                </a:lnTo>
                <a:lnTo>
                  <a:pt x="1343941" y="1095996"/>
                </a:lnTo>
                <a:lnTo>
                  <a:pt x="1348226" y="1098379"/>
                </a:lnTo>
                <a:lnTo>
                  <a:pt x="1350265" y="1105879"/>
                </a:lnTo>
                <a:lnTo>
                  <a:pt x="1358307" y="1110502"/>
                </a:lnTo>
                <a:lnTo>
                  <a:pt x="1363266" y="1113379"/>
                </a:lnTo>
                <a:lnTo>
                  <a:pt x="1365135" y="1120879"/>
                </a:lnTo>
                <a:lnTo>
                  <a:pt x="1372674" y="1125018"/>
                </a:lnTo>
                <a:lnTo>
                  <a:pt x="1378061" y="1128380"/>
                </a:lnTo>
                <a:lnTo>
                  <a:pt x="1381035" y="1135880"/>
                </a:lnTo>
                <a:lnTo>
                  <a:pt x="1387040" y="1139089"/>
                </a:lnTo>
                <a:lnTo>
                  <a:pt x="1392697" y="1143380"/>
                </a:lnTo>
                <a:lnTo>
                  <a:pt x="1399809" y="1150881"/>
                </a:lnTo>
                <a:lnTo>
                  <a:pt x="1401406" y="1151726"/>
                </a:lnTo>
                <a:lnTo>
                  <a:pt x="1407240" y="1158381"/>
                </a:lnTo>
                <a:lnTo>
                  <a:pt x="1415773" y="1164202"/>
                </a:lnTo>
                <a:lnTo>
                  <a:pt x="1419362" y="1165881"/>
                </a:lnTo>
                <a:lnTo>
                  <a:pt x="1421926" y="1173382"/>
                </a:lnTo>
                <a:lnTo>
                  <a:pt x="1430139" y="1178186"/>
                </a:lnTo>
                <a:lnTo>
                  <a:pt x="1443596" y="1180882"/>
                </a:lnTo>
                <a:lnTo>
                  <a:pt x="1441125" y="1188382"/>
                </a:lnTo>
                <a:lnTo>
                  <a:pt x="1444505" y="1190293"/>
                </a:lnTo>
                <a:lnTo>
                  <a:pt x="1448141" y="1188382"/>
                </a:lnTo>
                <a:lnTo>
                  <a:pt x="1445237" y="1180882"/>
                </a:lnTo>
                <a:lnTo>
                  <a:pt x="1444505" y="1179313"/>
                </a:lnTo>
                <a:lnTo>
                  <a:pt x="1442705" y="1173382"/>
                </a:lnTo>
                <a:lnTo>
                  <a:pt x="1441028" y="1165881"/>
                </a:lnTo>
                <a:lnTo>
                  <a:pt x="1439726" y="1158381"/>
                </a:lnTo>
                <a:lnTo>
                  <a:pt x="1438574" y="1150881"/>
                </a:lnTo>
                <a:lnTo>
                  <a:pt x="1437372" y="1143380"/>
                </a:lnTo>
                <a:lnTo>
                  <a:pt x="1435529" y="1135880"/>
                </a:lnTo>
                <a:lnTo>
                  <a:pt x="1431789" y="1128380"/>
                </a:lnTo>
                <a:lnTo>
                  <a:pt x="1430139" y="1125991"/>
                </a:lnTo>
                <a:lnTo>
                  <a:pt x="1427781" y="1120879"/>
                </a:lnTo>
                <a:lnTo>
                  <a:pt x="1425554" y="1113379"/>
                </a:lnTo>
                <a:lnTo>
                  <a:pt x="1423810" y="1105879"/>
                </a:lnTo>
                <a:lnTo>
                  <a:pt x="1421761" y="1098379"/>
                </a:lnTo>
                <a:lnTo>
                  <a:pt x="1418479" y="1090878"/>
                </a:lnTo>
                <a:lnTo>
                  <a:pt x="1415773" y="1086787"/>
                </a:lnTo>
                <a:lnTo>
                  <a:pt x="1414086" y="1083378"/>
                </a:lnTo>
                <a:lnTo>
                  <a:pt x="1411623" y="1075878"/>
                </a:lnTo>
                <a:lnTo>
                  <a:pt x="1409841" y="1068377"/>
                </a:lnTo>
                <a:lnTo>
                  <a:pt x="1407932" y="1060877"/>
                </a:lnTo>
                <a:lnTo>
                  <a:pt x="1405033" y="1053377"/>
                </a:lnTo>
                <a:lnTo>
                  <a:pt x="1401406" y="1047629"/>
                </a:lnTo>
                <a:lnTo>
                  <a:pt x="1400480" y="1045876"/>
                </a:lnTo>
                <a:lnTo>
                  <a:pt x="1397726" y="1038376"/>
                </a:lnTo>
                <a:lnTo>
                  <a:pt x="1395864" y="1030876"/>
                </a:lnTo>
                <a:lnTo>
                  <a:pt x="1394053" y="1023376"/>
                </a:lnTo>
                <a:lnTo>
                  <a:pt x="1391472" y="1015875"/>
                </a:lnTo>
                <a:lnTo>
                  <a:pt x="1387040" y="1008478"/>
                </a:lnTo>
                <a:lnTo>
                  <a:pt x="1386982" y="1008375"/>
                </a:lnTo>
                <a:lnTo>
                  <a:pt x="1383874" y="1000875"/>
                </a:lnTo>
                <a:lnTo>
                  <a:pt x="1381890" y="993374"/>
                </a:lnTo>
                <a:lnTo>
                  <a:pt x="1380135" y="985874"/>
                </a:lnTo>
                <a:lnTo>
                  <a:pt x="1377813" y="978374"/>
                </a:lnTo>
                <a:lnTo>
                  <a:pt x="1373874" y="970873"/>
                </a:lnTo>
                <a:lnTo>
                  <a:pt x="1372674" y="969161"/>
                </a:lnTo>
                <a:lnTo>
                  <a:pt x="1370078" y="963373"/>
                </a:lnTo>
                <a:lnTo>
                  <a:pt x="1367928" y="955873"/>
                </a:lnTo>
                <a:lnTo>
                  <a:pt x="1366189" y="948373"/>
                </a:lnTo>
                <a:lnTo>
                  <a:pt x="1364073" y="940872"/>
                </a:lnTo>
                <a:lnTo>
                  <a:pt x="1360624" y="933372"/>
                </a:lnTo>
                <a:lnTo>
                  <a:pt x="1358307" y="929929"/>
                </a:lnTo>
                <a:lnTo>
                  <a:pt x="1356352" y="925872"/>
                </a:lnTo>
                <a:lnTo>
                  <a:pt x="1353987" y="918371"/>
                </a:lnTo>
                <a:lnTo>
                  <a:pt x="1352224" y="910871"/>
                </a:lnTo>
                <a:lnTo>
                  <a:pt x="1350266" y="903371"/>
                </a:lnTo>
                <a:lnTo>
                  <a:pt x="1347228" y="895871"/>
                </a:lnTo>
                <a:lnTo>
                  <a:pt x="1343941" y="890758"/>
                </a:lnTo>
                <a:lnTo>
                  <a:pt x="1342710" y="888370"/>
                </a:lnTo>
                <a:lnTo>
                  <a:pt x="1340075" y="880870"/>
                </a:lnTo>
                <a:lnTo>
                  <a:pt x="1338249" y="873370"/>
                </a:lnTo>
                <a:lnTo>
                  <a:pt x="1336404" y="865869"/>
                </a:lnTo>
                <a:lnTo>
                  <a:pt x="1333708" y="858369"/>
                </a:lnTo>
                <a:lnTo>
                  <a:pt x="1329574" y="851609"/>
                </a:lnTo>
                <a:lnTo>
                  <a:pt x="1329168" y="850869"/>
                </a:lnTo>
                <a:lnTo>
                  <a:pt x="1326204" y="843368"/>
                </a:lnTo>
                <a:lnTo>
                  <a:pt x="1326832" y="835868"/>
                </a:lnTo>
                <a:lnTo>
                  <a:pt x="1329574" y="833004"/>
                </a:lnTo>
                <a:lnTo>
                  <a:pt x="1334787" y="828368"/>
                </a:lnTo>
                <a:lnTo>
                  <a:pt x="1338137" y="820867"/>
                </a:lnTo>
                <a:lnTo>
                  <a:pt x="1341245" y="813367"/>
                </a:lnTo>
                <a:lnTo>
                  <a:pt x="1343941" y="810860"/>
                </a:lnTo>
                <a:lnTo>
                  <a:pt x="1349791" y="805867"/>
                </a:lnTo>
                <a:lnTo>
                  <a:pt x="1354170" y="798367"/>
                </a:lnTo>
                <a:lnTo>
                  <a:pt x="1358307" y="795394"/>
                </a:lnTo>
                <a:lnTo>
                  <a:pt x="1365193" y="790866"/>
                </a:lnTo>
                <a:lnTo>
                  <a:pt x="1369537" y="783366"/>
                </a:lnTo>
                <a:lnTo>
                  <a:pt x="1372674" y="781282"/>
                </a:lnTo>
                <a:lnTo>
                  <a:pt x="1380322" y="775866"/>
                </a:lnTo>
                <a:lnTo>
                  <a:pt x="1385364" y="768365"/>
                </a:lnTo>
                <a:lnTo>
                  <a:pt x="1387040" y="767313"/>
                </a:lnTo>
                <a:lnTo>
                  <a:pt x="1395275" y="760865"/>
                </a:lnTo>
                <a:lnTo>
                  <a:pt x="1401406" y="753768"/>
                </a:lnTo>
                <a:lnTo>
                  <a:pt x="1402099" y="753365"/>
                </a:lnTo>
                <a:lnTo>
                  <a:pt x="1410155" y="745865"/>
                </a:lnTo>
                <a:lnTo>
                  <a:pt x="1415773" y="740415"/>
                </a:lnTo>
                <a:lnTo>
                  <a:pt x="1419221" y="738364"/>
                </a:lnTo>
                <a:lnTo>
                  <a:pt x="1425055" y="730864"/>
                </a:lnTo>
                <a:lnTo>
                  <a:pt x="1430139" y="726607"/>
                </a:lnTo>
                <a:lnTo>
                  <a:pt x="1435422" y="723364"/>
                </a:lnTo>
                <a:lnTo>
                  <a:pt x="1440069" y="715863"/>
                </a:lnTo>
                <a:lnTo>
                  <a:pt x="1444505" y="712557"/>
                </a:lnTo>
                <a:lnTo>
                  <a:pt x="1451027" y="708363"/>
                </a:lnTo>
                <a:lnTo>
                  <a:pt x="1455311" y="700863"/>
                </a:lnTo>
                <a:lnTo>
                  <a:pt x="1458872" y="698432"/>
                </a:lnTo>
                <a:lnTo>
                  <a:pt x="1466257" y="693363"/>
                </a:lnTo>
                <a:lnTo>
                  <a:pt x="1470937" y="685862"/>
                </a:lnTo>
                <a:lnTo>
                  <a:pt x="1473238" y="684389"/>
                </a:lnTo>
                <a:lnTo>
                  <a:pt x="1481263" y="678362"/>
                </a:lnTo>
                <a:lnTo>
                  <a:pt x="1487171" y="670862"/>
                </a:lnTo>
                <a:lnTo>
                  <a:pt x="1487605" y="670596"/>
                </a:lnTo>
                <a:lnTo>
                  <a:pt x="1496160" y="663361"/>
                </a:lnTo>
                <a:lnTo>
                  <a:pt x="1501971" y="659296"/>
                </a:lnTo>
                <a:lnTo>
                  <a:pt x="1508024" y="655861"/>
                </a:lnTo>
                <a:lnTo>
                  <a:pt x="1515316" y="648361"/>
                </a:lnTo>
                <a:lnTo>
                  <a:pt x="1516337" y="647823"/>
                </a:lnTo>
                <a:lnTo>
                  <a:pt x="1525875" y="640860"/>
                </a:lnTo>
                <a:lnTo>
                  <a:pt x="1530704" y="638265"/>
                </a:lnTo>
                <a:lnTo>
                  <a:pt x="1539327" y="633360"/>
                </a:lnTo>
                <a:lnTo>
                  <a:pt x="1545070" y="629969"/>
                </a:lnTo>
                <a:lnTo>
                  <a:pt x="1552781" y="625860"/>
                </a:lnTo>
                <a:lnTo>
                  <a:pt x="1559436" y="620422"/>
                </a:lnTo>
                <a:lnTo>
                  <a:pt x="1563362" y="618359"/>
                </a:lnTo>
                <a:lnTo>
                  <a:pt x="1570169" y="610859"/>
                </a:lnTo>
                <a:lnTo>
                  <a:pt x="1573803" y="608934"/>
                </a:lnTo>
                <a:lnTo>
                  <a:pt x="1582768" y="603359"/>
                </a:lnTo>
                <a:lnTo>
                  <a:pt x="1588169" y="600366"/>
                </a:lnTo>
                <a:lnTo>
                  <a:pt x="1596452" y="595859"/>
                </a:lnTo>
                <a:lnTo>
                  <a:pt x="1602536" y="591804"/>
                </a:lnTo>
                <a:lnTo>
                  <a:pt x="1609064" y="588358"/>
                </a:lnTo>
                <a:lnTo>
                  <a:pt x="1615892" y="580858"/>
                </a:lnTo>
                <a:lnTo>
                  <a:pt x="1616902" y="580326"/>
                </a:lnTo>
                <a:lnTo>
                  <a:pt x="1626442" y="573358"/>
                </a:lnTo>
                <a:lnTo>
                  <a:pt x="1631268" y="570764"/>
                </a:lnTo>
                <a:lnTo>
                  <a:pt x="1639892" y="565857"/>
                </a:lnTo>
                <a:lnTo>
                  <a:pt x="1645635" y="562468"/>
                </a:lnTo>
                <a:lnTo>
                  <a:pt x="1653348" y="558357"/>
                </a:lnTo>
                <a:lnTo>
                  <a:pt x="1660001" y="552925"/>
                </a:lnTo>
                <a:lnTo>
                  <a:pt x="1663937" y="550857"/>
                </a:lnTo>
                <a:lnTo>
                  <a:pt x="1670739" y="543357"/>
                </a:lnTo>
                <a:lnTo>
                  <a:pt x="1674368" y="541434"/>
                </a:lnTo>
                <a:lnTo>
                  <a:pt x="1683334" y="535856"/>
                </a:lnTo>
                <a:lnTo>
                  <a:pt x="1688734" y="532865"/>
                </a:lnTo>
                <a:lnTo>
                  <a:pt x="1697018" y="528356"/>
                </a:lnTo>
                <a:lnTo>
                  <a:pt x="1703100" y="524304"/>
                </a:lnTo>
                <a:lnTo>
                  <a:pt x="1709634" y="520856"/>
                </a:lnTo>
                <a:lnTo>
                  <a:pt x="1716468" y="513355"/>
                </a:lnTo>
                <a:lnTo>
                  <a:pt x="1717467" y="512830"/>
                </a:lnTo>
                <a:lnTo>
                  <a:pt x="1727009" y="505855"/>
                </a:lnTo>
                <a:lnTo>
                  <a:pt x="1731833" y="503263"/>
                </a:lnTo>
                <a:lnTo>
                  <a:pt x="1740458" y="498355"/>
                </a:lnTo>
                <a:lnTo>
                  <a:pt x="1746199" y="494967"/>
                </a:lnTo>
                <a:lnTo>
                  <a:pt x="1753916" y="490854"/>
                </a:lnTo>
                <a:lnTo>
                  <a:pt x="1760566" y="485428"/>
                </a:lnTo>
                <a:lnTo>
                  <a:pt x="1764513" y="483354"/>
                </a:lnTo>
                <a:lnTo>
                  <a:pt x="1771308" y="475854"/>
                </a:lnTo>
                <a:lnTo>
                  <a:pt x="1774932" y="473934"/>
                </a:lnTo>
                <a:lnTo>
                  <a:pt x="1783900" y="468354"/>
                </a:lnTo>
                <a:lnTo>
                  <a:pt x="1789299" y="465363"/>
                </a:lnTo>
                <a:lnTo>
                  <a:pt x="1797584" y="460853"/>
                </a:lnTo>
                <a:lnTo>
                  <a:pt x="1803665" y="456804"/>
                </a:lnTo>
                <a:lnTo>
                  <a:pt x="1810204" y="453353"/>
                </a:lnTo>
                <a:lnTo>
                  <a:pt x="1817044" y="445853"/>
                </a:lnTo>
                <a:lnTo>
                  <a:pt x="1818031" y="445333"/>
                </a:lnTo>
                <a:lnTo>
                  <a:pt x="1827576" y="438352"/>
                </a:lnTo>
                <a:lnTo>
                  <a:pt x="1832398" y="435762"/>
                </a:lnTo>
                <a:lnTo>
                  <a:pt x="1841023" y="430852"/>
                </a:lnTo>
                <a:lnTo>
                  <a:pt x="1846764" y="427466"/>
                </a:lnTo>
                <a:lnTo>
                  <a:pt x="1854483" y="423352"/>
                </a:lnTo>
                <a:lnTo>
                  <a:pt x="1861131" y="417932"/>
                </a:lnTo>
                <a:lnTo>
                  <a:pt x="1865089" y="415852"/>
                </a:lnTo>
                <a:lnTo>
                  <a:pt x="1871878" y="408351"/>
                </a:lnTo>
                <a:lnTo>
                  <a:pt x="1875497" y="406434"/>
                </a:lnTo>
                <a:lnTo>
                  <a:pt x="1884466" y="400851"/>
                </a:lnTo>
                <a:lnTo>
                  <a:pt x="1889863" y="397861"/>
                </a:lnTo>
                <a:lnTo>
                  <a:pt x="1898150" y="393351"/>
                </a:lnTo>
                <a:lnTo>
                  <a:pt x="1904230" y="389304"/>
                </a:lnTo>
                <a:lnTo>
                  <a:pt x="1910773" y="385850"/>
                </a:lnTo>
                <a:lnTo>
                  <a:pt x="1917620" y="378350"/>
                </a:lnTo>
                <a:lnTo>
                  <a:pt x="1918596" y="377836"/>
                </a:lnTo>
                <a:lnTo>
                  <a:pt x="1928143" y="370850"/>
                </a:lnTo>
                <a:lnTo>
                  <a:pt x="1932962" y="368260"/>
                </a:lnTo>
                <a:lnTo>
                  <a:pt x="1941589" y="363349"/>
                </a:lnTo>
                <a:lnTo>
                  <a:pt x="1947329" y="359964"/>
                </a:lnTo>
                <a:lnTo>
                  <a:pt x="1955050" y="355849"/>
                </a:lnTo>
                <a:lnTo>
                  <a:pt x="1961695" y="350435"/>
                </a:lnTo>
                <a:lnTo>
                  <a:pt x="1965664" y="348349"/>
                </a:lnTo>
                <a:lnTo>
                  <a:pt x="1972448" y="340848"/>
                </a:lnTo>
                <a:lnTo>
                  <a:pt x="1976061" y="338934"/>
                </a:lnTo>
                <a:lnTo>
                  <a:pt x="1985032" y="333348"/>
                </a:lnTo>
                <a:lnTo>
                  <a:pt x="1990428" y="330360"/>
                </a:lnTo>
                <a:lnTo>
                  <a:pt x="1998715" y="325848"/>
                </a:lnTo>
                <a:lnTo>
                  <a:pt x="2004794" y="321804"/>
                </a:lnTo>
                <a:lnTo>
                  <a:pt x="2011343" y="318348"/>
                </a:lnTo>
                <a:lnTo>
                  <a:pt x="2018195" y="310847"/>
                </a:lnTo>
                <a:lnTo>
                  <a:pt x="2019161" y="310339"/>
                </a:lnTo>
                <a:lnTo>
                  <a:pt x="2028710" y="303347"/>
                </a:lnTo>
                <a:lnTo>
                  <a:pt x="2033527" y="300759"/>
                </a:lnTo>
                <a:lnTo>
                  <a:pt x="2042155" y="295847"/>
                </a:lnTo>
                <a:lnTo>
                  <a:pt x="2047893" y="292463"/>
                </a:lnTo>
                <a:lnTo>
                  <a:pt x="2055616" y="288346"/>
                </a:lnTo>
                <a:lnTo>
                  <a:pt x="2062260" y="282938"/>
                </a:lnTo>
                <a:lnTo>
                  <a:pt x="2066240" y="280846"/>
                </a:lnTo>
                <a:lnTo>
                  <a:pt x="2073018" y="273346"/>
                </a:lnTo>
                <a:lnTo>
                  <a:pt x="2076626" y="271434"/>
                </a:lnTo>
                <a:lnTo>
                  <a:pt x="2085598" y="265846"/>
                </a:lnTo>
                <a:lnTo>
                  <a:pt x="2090992" y="262858"/>
                </a:lnTo>
                <a:lnTo>
                  <a:pt x="2099281" y="258345"/>
                </a:lnTo>
                <a:lnTo>
                  <a:pt x="2105359" y="254304"/>
                </a:lnTo>
                <a:lnTo>
                  <a:pt x="2111912" y="250845"/>
                </a:lnTo>
                <a:lnTo>
                  <a:pt x="2118772" y="243345"/>
                </a:lnTo>
                <a:lnTo>
                  <a:pt x="2119725" y="242842"/>
                </a:lnTo>
                <a:lnTo>
                  <a:pt x="2129277" y="235844"/>
                </a:lnTo>
                <a:lnTo>
                  <a:pt x="2134092" y="233258"/>
                </a:lnTo>
                <a:lnTo>
                  <a:pt x="2142720" y="228344"/>
                </a:lnTo>
                <a:lnTo>
                  <a:pt x="2148458" y="224962"/>
                </a:lnTo>
                <a:lnTo>
                  <a:pt x="2156183" y="220844"/>
                </a:lnTo>
                <a:lnTo>
                  <a:pt x="2162825" y="215441"/>
                </a:lnTo>
                <a:lnTo>
                  <a:pt x="2166816" y="213344"/>
                </a:lnTo>
                <a:lnTo>
                  <a:pt x="2173587" y="205843"/>
                </a:lnTo>
                <a:lnTo>
                  <a:pt x="2177191" y="203934"/>
                </a:lnTo>
                <a:lnTo>
                  <a:pt x="2186163" y="198343"/>
                </a:lnTo>
                <a:lnTo>
                  <a:pt x="2191557" y="195356"/>
                </a:lnTo>
                <a:lnTo>
                  <a:pt x="2199847" y="190842"/>
                </a:lnTo>
                <a:lnTo>
                  <a:pt x="2205924" y="186804"/>
                </a:lnTo>
                <a:lnTo>
                  <a:pt x="2212482" y="183342"/>
                </a:lnTo>
                <a:lnTo>
                  <a:pt x="2219348" y="175842"/>
                </a:lnTo>
                <a:lnTo>
                  <a:pt x="2220290" y="175346"/>
                </a:lnTo>
                <a:lnTo>
                  <a:pt x="2229844" y="168342"/>
                </a:lnTo>
                <a:lnTo>
                  <a:pt x="2234656" y="165757"/>
                </a:lnTo>
                <a:lnTo>
                  <a:pt x="2243286" y="160841"/>
                </a:lnTo>
                <a:lnTo>
                  <a:pt x="2249023" y="157460"/>
                </a:lnTo>
                <a:lnTo>
                  <a:pt x="2256750" y="153341"/>
                </a:lnTo>
                <a:lnTo>
                  <a:pt x="2263389" y="147944"/>
                </a:lnTo>
                <a:lnTo>
                  <a:pt x="2267391" y="145841"/>
                </a:lnTo>
                <a:lnTo>
                  <a:pt x="2274157" y="138341"/>
                </a:lnTo>
                <a:lnTo>
                  <a:pt x="2277755" y="136434"/>
                </a:lnTo>
                <a:lnTo>
                  <a:pt x="2286729" y="130840"/>
                </a:lnTo>
                <a:lnTo>
                  <a:pt x="2292122" y="127855"/>
                </a:lnTo>
                <a:lnTo>
                  <a:pt x="2300413" y="123340"/>
                </a:lnTo>
                <a:lnTo>
                  <a:pt x="2306488" y="119304"/>
                </a:lnTo>
                <a:lnTo>
                  <a:pt x="2313052" y="115840"/>
                </a:lnTo>
                <a:lnTo>
                  <a:pt x="2319924" y="108339"/>
                </a:lnTo>
                <a:lnTo>
                  <a:pt x="2320855" y="107849"/>
                </a:lnTo>
                <a:lnTo>
                  <a:pt x="2330412" y="100839"/>
                </a:lnTo>
                <a:lnTo>
                  <a:pt x="2335221" y="98255"/>
                </a:lnTo>
                <a:lnTo>
                  <a:pt x="2343851" y="93339"/>
                </a:lnTo>
                <a:lnTo>
                  <a:pt x="2349587" y="89959"/>
                </a:lnTo>
                <a:lnTo>
                  <a:pt x="2357317" y="85838"/>
                </a:lnTo>
                <a:lnTo>
                  <a:pt x="2363954" y="80447"/>
                </a:lnTo>
                <a:lnTo>
                  <a:pt x="2367967" y="78338"/>
                </a:lnTo>
                <a:lnTo>
                  <a:pt x="2374727" y="70838"/>
                </a:lnTo>
                <a:lnTo>
                  <a:pt x="2378320" y="68934"/>
                </a:lnTo>
                <a:lnTo>
                  <a:pt x="2387295" y="63338"/>
                </a:lnTo>
                <a:lnTo>
                  <a:pt x="2392687" y="60353"/>
                </a:lnTo>
                <a:lnTo>
                  <a:pt x="2400979" y="55837"/>
                </a:lnTo>
                <a:lnTo>
                  <a:pt x="2407053" y="51804"/>
                </a:lnTo>
                <a:lnTo>
                  <a:pt x="2413621" y="48337"/>
                </a:lnTo>
                <a:lnTo>
                  <a:pt x="2420500" y="40837"/>
                </a:lnTo>
                <a:lnTo>
                  <a:pt x="2421419" y="40353"/>
                </a:lnTo>
                <a:lnTo>
                  <a:pt x="2430979" y="33336"/>
                </a:lnTo>
                <a:lnTo>
                  <a:pt x="2435786" y="30754"/>
                </a:lnTo>
                <a:lnTo>
                  <a:pt x="2444417" y="25836"/>
                </a:lnTo>
                <a:lnTo>
                  <a:pt x="2450152" y="22458"/>
                </a:lnTo>
                <a:lnTo>
                  <a:pt x="2457884" y="18336"/>
                </a:lnTo>
                <a:lnTo>
                  <a:pt x="2464518" y="12950"/>
                </a:lnTo>
                <a:lnTo>
                  <a:pt x="2468542" y="10835"/>
                </a:lnTo>
                <a:lnTo>
                  <a:pt x="2475297" y="3335"/>
                </a:lnTo>
                <a:lnTo>
                  <a:pt x="2478885" y="1435"/>
                </a:lnTo>
                <a:lnTo>
                  <a:pt x="2478885" y="0"/>
                </a:lnTo>
                <a:lnTo>
                  <a:pt x="2472589" y="3335"/>
                </a:lnTo>
                <a:lnTo>
                  <a:pt x="2464655" y="10835"/>
                </a:lnTo>
                <a:lnTo>
                  <a:pt x="2464518" y="10907"/>
                </a:lnTo>
                <a:lnTo>
                  <a:pt x="2455368" y="18336"/>
                </a:lnTo>
                <a:lnTo>
                  <a:pt x="2450152" y="21116"/>
                </a:lnTo>
                <a:lnTo>
                  <a:pt x="2442139" y="25836"/>
                </a:lnTo>
                <a:lnTo>
                  <a:pt x="2435786" y="29456"/>
                </a:lnTo>
                <a:lnTo>
                  <a:pt x="2428562" y="33336"/>
                </a:lnTo>
                <a:lnTo>
                  <a:pt x="2421419" y="38579"/>
                </a:lnTo>
                <a:lnTo>
                  <a:pt x="2417131" y="40837"/>
                </a:lnTo>
                <a:lnTo>
                  <a:pt x="2410682" y="48337"/>
                </a:lnTo>
                <a:lnTo>
                  <a:pt x="2407053" y="50253"/>
                </a:lnTo>
                <a:lnTo>
                  <a:pt x="2398642" y="55837"/>
                </a:lnTo>
                <a:lnTo>
                  <a:pt x="2392687" y="59080"/>
                </a:lnTo>
                <a:lnTo>
                  <a:pt x="2384996" y="63338"/>
                </a:lnTo>
                <a:lnTo>
                  <a:pt x="2378320" y="67501"/>
                </a:lnTo>
                <a:lnTo>
                  <a:pt x="2372020" y="70838"/>
                </a:lnTo>
                <a:lnTo>
                  <a:pt x="2364075" y="78338"/>
                </a:lnTo>
                <a:lnTo>
                  <a:pt x="2363954" y="78402"/>
                </a:lnTo>
                <a:lnTo>
                  <a:pt x="2354800" y="85838"/>
                </a:lnTo>
                <a:lnTo>
                  <a:pt x="2349587" y="88617"/>
                </a:lnTo>
                <a:lnTo>
                  <a:pt x="2341574" y="93339"/>
                </a:lnTo>
                <a:lnTo>
                  <a:pt x="2335221" y="96958"/>
                </a:lnTo>
                <a:lnTo>
                  <a:pt x="2327996" y="100839"/>
                </a:lnTo>
                <a:lnTo>
                  <a:pt x="2320855" y="106078"/>
                </a:lnTo>
                <a:lnTo>
                  <a:pt x="2316557" y="108339"/>
                </a:lnTo>
                <a:lnTo>
                  <a:pt x="2310110" y="115840"/>
                </a:lnTo>
                <a:lnTo>
                  <a:pt x="2306488" y="117752"/>
                </a:lnTo>
                <a:lnTo>
                  <a:pt x="2298075" y="123340"/>
                </a:lnTo>
                <a:lnTo>
                  <a:pt x="2292122" y="126582"/>
                </a:lnTo>
                <a:lnTo>
                  <a:pt x="2284430" y="130840"/>
                </a:lnTo>
                <a:lnTo>
                  <a:pt x="2277755" y="135001"/>
                </a:lnTo>
                <a:lnTo>
                  <a:pt x="2271452" y="138341"/>
                </a:lnTo>
                <a:lnTo>
                  <a:pt x="2263496" y="145841"/>
                </a:lnTo>
                <a:lnTo>
                  <a:pt x="2263389" y="145897"/>
                </a:lnTo>
                <a:lnTo>
                  <a:pt x="2254232" y="153341"/>
                </a:lnTo>
                <a:lnTo>
                  <a:pt x="2249023" y="156118"/>
                </a:lnTo>
                <a:lnTo>
                  <a:pt x="2241008" y="160841"/>
                </a:lnTo>
                <a:lnTo>
                  <a:pt x="2234656" y="164459"/>
                </a:lnTo>
                <a:lnTo>
                  <a:pt x="2227429" y="168342"/>
                </a:lnTo>
                <a:lnTo>
                  <a:pt x="2220290" y="173576"/>
                </a:lnTo>
                <a:lnTo>
                  <a:pt x="2215984" y="175842"/>
                </a:lnTo>
                <a:lnTo>
                  <a:pt x="2209539" y="183342"/>
                </a:lnTo>
                <a:lnTo>
                  <a:pt x="2205924" y="185251"/>
                </a:lnTo>
                <a:lnTo>
                  <a:pt x="2197509" y="190842"/>
                </a:lnTo>
                <a:lnTo>
                  <a:pt x="2191557" y="194083"/>
                </a:lnTo>
                <a:lnTo>
                  <a:pt x="2183865" y="198343"/>
                </a:lnTo>
                <a:lnTo>
                  <a:pt x="2177191" y="202502"/>
                </a:lnTo>
                <a:lnTo>
                  <a:pt x="2170883" y="205843"/>
                </a:lnTo>
                <a:lnTo>
                  <a:pt x="2162916" y="213344"/>
                </a:lnTo>
                <a:lnTo>
                  <a:pt x="2162825" y="213392"/>
                </a:lnTo>
                <a:lnTo>
                  <a:pt x="2153664" y="220844"/>
                </a:lnTo>
                <a:lnTo>
                  <a:pt x="2148458" y="223619"/>
                </a:lnTo>
                <a:lnTo>
                  <a:pt x="2140442" y="228344"/>
                </a:lnTo>
                <a:lnTo>
                  <a:pt x="2134092" y="231961"/>
                </a:lnTo>
                <a:lnTo>
                  <a:pt x="2126863" y="235844"/>
                </a:lnTo>
                <a:lnTo>
                  <a:pt x="2119725" y="241074"/>
                </a:lnTo>
                <a:lnTo>
                  <a:pt x="2115411" y="243345"/>
                </a:lnTo>
                <a:lnTo>
                  <a:pt x="2108967" y="250845"/>
                </a:lnTo>
                <a:lnTo>
                  <a:pt x="2105359" y="252750"/>
                </a:lnTo>
                <a:lnTo>
                  <a:pt x="2096943" y="258345"/>
                </a:lnTo>
                <a:lnTo>
                  <a:pt x="2090992" y="261585"/>
                </a:lnTo>
                <a:lnTo>
                  <a:pt x="2083299" y="265846"/>
                </a:lnTo>
                <a:lnTo>
                  <a:pt x="2076626" y="270002"/>
                </a:lnTo>
                <a:lnTo>
                  <a:pt x="2070315" y="273346"/>
                </a:lnTo>
                <a:lnTo>
                  <a:pt x="2062336" y="280846"/>
                </a:lnTo>
                <a:lnTo>
                  <a:pt x="2062260" y="280886"/>
                </a:lnTo>
                <a:lnTo>
                  <a:pt x="2053097" y="288346"/>
                </a:lnTo>
                <a:lnTo>
                  <a:pt x="2047893" y="291120"/>
                </a:lnTo>
                <a:lnTo>
                  <a:pt x="2039877" y="295847"/>
                </a:lnTo>
                <a:lnTo>
                  <a:pt x="2033527" y="299462"/>
                </a:lnTo>
                <a:lnTo>
                  <a:pt x="2026297" y="303347"/>
                </a:lnTo>
                <a:lnTo>
                  <a:pt x="2019161" y="308572"/>
                </a:lnTo>
                <a:lnTo>
                  <a:pt x="2014838" y="310847"/>
                </a:lnTo>
                <a:lnTo>
                  <a:pt x="2008396" y="318348"/>
                </a:lnTo>
                <a:lnTo>
                  <a:pt x="2004794" y="320249"/>
                </a:lnTo>
                <a:lnTo>
                  <a:pt x="1996377" y="325848"/>
                </a:lnTo>
                <a:lnTo>
                  <a:pt x="1990428" y="329087"/>
                </a:lnTo>
                <a:lnTo>
                  <a:pt x="1982733" y="333348"/>
                </a:lnTo>
                <a:lnTo>
                  <a:pt x="1976061" y="337503"/>
                </a:lnTo>
                <a:lnTo>
                  <a:pt x="1969746" y="340848"/>
                </a:lnTo>
                <a:lnTo>
                  <a:pt x="1961756" y="348349"/>
                </a:lnTo>
                <a:lnTo>
                  <a:pt x="1961695" y="348381"/>
                </a:lnTo>
                <a:lnTo>
                  <a:pt x="1952529" y="355849"/>
                </a:lnTo>
                <a:lnTo>
                  <a:pt x="1947329" y="358621"/>
                </a:lnTo>
                <a:lnTo>
                  <a:pt x="1939311" y="363349"/>
                </a:lnTo>
                <a:lnTo>
                  <a:pt x="1932962" y="366964"/>
                </a:lnTo>
                <a:lnTo>
                  <a:pt x="1925730" y="370850"/>
                </a:lnTo>
                <a:lnTo>
                  <a:pt x="1918596" y="376070"/>
                </a:lnTo>
                <a:lnTo>
                  <a:pt x="1914265" y="378350"/>
                </a:lnTo>
                <a:lnTo>
                  <a:pt x="1907825" y="385850"/>
                </a:lnTo>
                <a:lnTo>
                  <a:pt x="1904230" y="387748"/>
                </a:lnTo>
                <a:lnTo>
                  <a:pt x="1895811" y="393351"/>
                </a:lnTo>
                <a:lnTo>
                  <a:pt x="1889863" y="396588"/>
                </a:lnTo>
                <a:lnTo>
                  <a:pt x="1882168" y="400851"/>
                </a:lnTo>
                <a:lnTo>
                  <a:pt x="1875497" y="405003"/>
                </a:lnTo>
                <a:lnTo>
                  <a:pt x="1869178" y="408351"/>
                </a:lnTo>
                <a:lnTo>
                  <a:pt x="1861177" y="415852"/>
                </a:lnTo>
                <a:lnTo>
                  <a:pt x="1861131" y="415876"/>
                </a:lnTo>
                <a:lnTo>
                  <a:pt x="1851961" y="423352"/>
                </a:lnTo>
                <a:lnTo>
                  <a:pt x="1846764" y="426122"/>
                </a:lnTo>
                <a:lnTo>
                  <a:pt x="1838745" y="430852"/>
                </a:lnTo>
                <a:lnTo>
                  <a:pt x="1832398" y="434465"/>
                </a:lnTo>
                <a:lnTo>
                  <a:pt x="1825163" y="438352"/>
                </a:lnTo>
                <a:lnTo>
                  <a:pt x="1818031" y="443568"/>
                </a:lnTo>
                <a:lnTo>
                  <a:pt x="1813691" y="445853"/>
                </a:lnTo>
                <a:lnTo>
                  <a:pt x="1807253" y="453353"/>
                </a:lnTo>
                <a:lnTo>
                  <a:pt x="1803665" y="455247"/>
                </a:lnTo>
                <a:lnTo>
                  <a:pt x="1795245" y="460853"/>
                </a:lnTo>
                <a:lnTo>
                  <a:pt x="1789299" y="464090"/>
                </a:lnTo>
                <a:lnTo>
                  <a:pt x="1781602" y="468354"/>
                </a:lnTo>
                <a:lnTo>
                  <a:pt x="1774932" y="472504"/>
                </a:lnTo>
                <a:lnTo>
                  <a:pt x="1768609" y="475854"/>
                </a:lnTo>
                <a:lnTo>
                  <a:pt x="1760597" y="483354"/>
                </a:lnTo>
                <a:lnTo>
                  <a:pt x="1760566" y="483371"/>
                </a:lnTo>
                <a:lnTo>
                  <a:pt x="1751393" y="490854"/>
                </a:lnTo>
                <a:lnTo>
                  <a:pt x="1746199" y="493623"/>
                </a:lnTo>
                <a:lnTo>
                  <a:pt x="1738180" y="498355"/>
                </a:lnTo>
                <a:lnTo>
                  <a:pt x="1731833" y="501967"/>
                </a:lnTo>
                <a:lnTo>
                  <a:pt x="1724597" y="505855"/>
                </a:lnTo>
                <a:lnTo>
                  <a:pt x="1717467" y="511066"/>
                </a:lnTo>
                <a:lnTo>
                  <a:pt x="1713118" y="513355"/>
                </a:lnTo>
                <a:lnTo>
                  <a:pt x="1706682" y="520856"/>
                </a:lnTo>
                <a:lnTo>
                  <a:pt x="1703100" y="522746"/>
                </a:lnTo>
                <a:lnTo>
                  <a:pt x="1694678" y="528356"/>
                </a:lnTo>
                <a:lnTo>
                  <a:pt x="1688734" y="531591"/>
                </a:lnTo>
                <a:lnTo>
                  <a:pt x="1681036" y="535856"/>
                </a:lnTo>
                <a:lnTo>
                  <a:pt x="1674368" y="540004"/>
                </a:lnTo>
                <a:lnTo>
                  <a:pt x="1668041" y="543357"/>
                </a:lnTo>
                <a:lnTo>
                  <a:pt x="1660017" y="550857"/>
                </a:lnTo>
                <a:lnTo>
                  <a:pt x="1660001" y="550865"/>
                </a:lnTo>
                <a:lnTo>
                  <a:pt x="1650825" y="558357"/>
                </a:lnTo>
                <a:lnTo>
                  <a:pt x="1645635" y="561123"/>
                </a:lnTo>
                <a:lnTo>
                  <a:pt x="1637614" y="565857"/>
                </a:lnTo>
                <a:lnTo>
                  <a:pt x="1631268" y="569468"/>
                </a:lnTo>
                <a:lnTo>
                  <a:pt x="1624030" y="573358"/>
                </a:lnTo>
                <a:lnTo>
                  <a:pt x="1616902" y="578565"/>
                </a:lnTo>
                <a:lnTo>
                  <a:pt x="1612545" y="580858"/>
                </a:lnTo>
                <a:lnTo>
                  <a:pt x="1606110" y="588358"/>
                </a:lnTo>
                <a:lnTo>
                  <a:pt x="1602536" y="590245"/>
                </a:lnTo>
                <a:lnTo>
                  <a:pt x="1594112" y="595859"/>
                </a:lnTo>
                <a:lnTo>
                  <a:pt x="1588169" y="599093"/>
                </a:lnTo>
                <a:lnTo>
                  <a:pt x="1580470" y="603359"/>
                </a:lnTo>
                <a:lnTo>
                  <a:pt x="1573803" y="607505"/>
                </a:lnTo>
                <a:lnTo>
                  <a:pt x="1567472" y="610859"/>
                </a:lnTo>
                <a:lnTo>
                  <a:pt x="1559437" y="618359"/>
                </a:lnTo>
                <a:lnTo>
                  <a:pt x="1559436" y="618360"/>
                </a:lnTo>
                <a:lnTo>
                  <a:pt x="1550258" y="625860"/>
                </a:lnTo>
                <a:lnTo>
                  <a:pt x="1545070" y="628624"/>
                </a:lnTo>
                <a:lnTo>
                  <a:pt x="1537049" y="633360"/>
                </a:lnTo>
                <a:lnTo>
                  <a:pt x="1530704" y="636969"/>
                </a:lnTo>
                <a:lnTo>
                  <a:pt x="1523464" y="640860"/>
                </a:lnTo>
                <a:lnTo>
                  <a:pt x="1516337" y="646063"/>
                </a:lnTo>
                <a:lnTo>
                  <a:pt x="1511972" y="648361"/>
                </a:lnTo>
                <a:lnTo>
                  <a:pt x="1504853" y="655861"/>
                </a:lnTo>
                <a:lnTo>
                  <a:pt x="1501971" y="657496"/>
                </a:lnTo>
                <a:lnTo>
                  <a:pt x="1493588" y="663361"/>
                </a:lnTo>
                <a:lnTo>
                  <a:pt x="1487605" y="668422"/>
                </a:lnTo>
                <a:lnTo>
                  <a:pt x="1483619" y="670862"/>
                </a:lnTo>
                <a:lnTo>
                  <a:pt x="1478613" y="678362"/>
                </a:lnTo>
                <a:lnTo>
                  <a:pt x="1473238" y="682398"/>
                </a:lnTo>
                <a:lnTo>
                  <a:pt x="1467829" y="685862"/>
                </a:lnTo>
                <a:lnTo>
                  <a:pt x="1463446" y="693363"/>
                </a:lnTo>
                <a:lnTo>
                  <a:pt x="1458872" y="696503"/>
                </a:lnTo>
                <a:lnTo>
                  <a:pt x="1452484" y="700863"/>
                </a:lnTo>
                <a:lnTo>
                  <a:pt x="1447945" y="708363"/>
                </a:lnTo>
                <a:lnTo>
                  <a:pt x="1444505" y="710575"/>
                </a:lnTo>
                <a:lnTo>
                  <a:pt x="1437409" y="715863"/>
                </a:lnTo>
                <a:lnTo>
                  <a:pt x="1431910" y="723364"/>
                </a:lnTo>
                <a:lnTo>
                  <a:pt x="1430139" y="724451"/>
                </a:lnTo>
                <a:lnTo>
                  <a:pt x="1422480" y="730864"/>
                </a:lnTo>
                <a:lnTo>
                  <a:pt x="1415773" y="737893"/>
                </a:lnTo>
                <a:lnTo>
                  <a:pt x="1414972" y="738364"/>
                </a:lnTo>
                <a:lnTo>
                  <a:pt x="1407595" y="745865"/>
                </a:lnTo>
                <a:lnTo>
                  <a:pt x="1401406" y="751385"/>
                </a:lnTo>
                <a:lnTo>
                  <a:pt x="1398129" y="753365"/>
                </a:lnTo>
                <a:lnTo>
                  <a:pt x="1392663" y="760865"/>
                </a:lnTo>
                <a:lnTo>
                  <a:pt x="1387040" y="765268"/>
                </a:lnTo>
                <a:lnTo>
                  <a:pt x="1382110" y="768365"/>
                </a:lnTo>
                <a:lnTo>
                  <a:pt x="1377584" y="775866"/>
                </a:lnTo>
                <a:lnTo>
                  <a:pt x="1372674" y="779343"/>
                </a:lnTo>
                <a:lnTo>
                  <a:pt x="1366619" y="783366"/>
                </a:lnTo>
                <a:lnTo>
                  <a:pt x="1362230" y="790866"/>
                </a:lnTo>
                <a:lnTo>
                  <a:pt x="1358307" y="793446"/>
                </a:lnTo>
                <a:lnTo>
                  <a:pt x="1351458" y="798367"/>
                </a:lnTo>
                <a:lnTo>
                  <a:pt x="1346444" y="805867"/>
                </a:lnTo>
                <a:lnTo>
                  <a:pt x="1343941" y="808004"/>
                </a:lnTo>
                <a:lnTo>
                  <a:pt x="1338173" y="813367"/>
                </a:lnTo>
                <a:lnTo>
                  <a:pt x="1335450" y="820867"/>
                </a:lnTo>
                <a:lnTo>
                  <a:pt x="1331191" y="828368"/>
                </a:lnTo>
                <a:lnTo>
                  <a:pt x="1329574" y="829806"/>
                </a:lnTo>
                <a:lnTo>
                  <a:pt x="1323769" y="835868"/>
                </a:lnTo>
                <a:lnTo>
                  <a:pt x="1322973" y="843368"/>
                </a:lnTo>
                <a:lnTo>
                  <a:pt x="1325372" y="850869"/>
                </a:lnTo>
                <a:lnTo>
                  <a:pt x="1329465" y="858369"/>
                </a:lnTo>
                <a:lnTo>
                  <a:pt x="1329574" y="858528"/>
                </a:lnTo>
                <a:lnTo>
                  <a:pt x="1332991" y="865869"/>
                </a:lnTo>
                <a:lnTo>
                  <a:pt x="1335142" y="873370"/>
                </a:lnTo>
                <a:lnTo>
                  <a:pt x="1336909" y="880870"/>
                </a:lnTo>
                <a:lnTo>
                  <a:pt x="1339089" y="888370"/>
                </a:lnTo>
                <a:lnTo>
                  <a:pt x="1342671" y="895871"/>
                </a:lnTo>
                <a:lnTo>
                  <a:pt x="1343941" y="897801"/>
                </a:lnTo>
                <a:lnTo>
                  <a:pt x="1346720" y="903371"/>
                </a:lnTo>
                <a:lnTo>
                  <a:pt x="1349081" y="910871"/>
                </a:lnTo>
                <a:lnTo>
                  <a:pt x="1350865" y="918371"/>
                </a:lnTo>
                <a:lnTo>
                  <a:pt x="1352877" y="925872"/>
                </a:lnTo>
                <a:lnTo>
                  <a:pt x="1356028" y="933372"/>
                </a:lnTo>
                <a:lnTo>
                  <a:pt x="1358307" y="937006"/>
                </a:lnTo>
                <a:lnTo>
                  <a:pt x="1360367" y="940872"/>
                </a:lnTo>
                <a:lnTo>
                  <a:pt x="1362992" y="948373"/>
                </a:lnTo>
                <a:lnTo>
                  <a:pt x="1364832" y="955873"/>
                </a:lnTo>
                <a:lnTo>
                  <a:pt x="1366722" y="963373"/>
                </a:lnTo>
                <a:lnTo>
                  <a:pt x="1369514" y="970873"/>
                </a:lnTo>
                <a:lnTo>
                  <a:pt x="1372674" y="976182"/>
                </a:lnTo>
                <a:lnTo>
                  <a:pt x="1373915" y="978374"/>
                </a:lnTo>
                <a:lnTo>
                  <a:pt x="1376863" y="985874"/>
                </a:lnTo>
                <a:lnTo>
                  <a:pt x="1378803" y="993374"/>
                </a:lnTo>
                <a:lnTo>
                  <a:pt x="1380612" y="1000875"/>
                </a:lnTo>
                <a:lnTo>
                  <a:pt x="1383110" y="1008375"/>
                </a:lnTo>
                <a:lnTo>
                  <a:pt x="1387040" y="1015366"/>
                </a:lnTo>
                <a:lnTo>
                  <a:pt x="1387345" y="1015875"/>
                </a:lnTo>
                <a:lnTo>
                  <a:pt x="1390683" y="1023376"/>
                </a:lnTo>
                <a:lnTo>
                  <a:pt x="1392766" y="1030876"/>
                </a:lnTo>
                <a:lnTo>
                  <a:pt x="1394537" y="1038376"/>
                </a:lnTo>
                <a:lnTo>
                  <a:pt x="1396796" y="1045876"/>
                </a:lnTo>
                <a:lnTo>
                  <a:pt x="1400564" y="1053377"/>
                </a:lnTo>
                <a:lnTo>
                  <a:pt x="1401406" y="1054635"/>
                </a:lnTo>
                <a:lnTo>
                  <a:pt x="1404441" y="1060877"/>
                </a:lnTo>
                <a:lnTo>
                  <a:pt x="1406714" y="1068377"/>
                </a:lnTo>
                <a:lnTo>
                  <a:pt x="1408487" y="1075878"/>
                </a:lnTo>
                <a:lnTo>
                  <a:pt x="1410558" y="1083378"/>
                </a:lnTo>
                <a:lnTo>
                  <a:pt x="1413866" y="1090878"/>
                </a:lnTo>
                <a:lnTo>
                  <a:pt x="1415773" y="1093861"/>
                </a:lnTo>
                <a:lnTo>
                  <a:pt x="1418121" y="1098379"/>
                </a:lnTo>
                <a:lnTo>
                  <a:pt x="1420637" y="1105879"/>
                </a:lnTo>
                <a:lnTo>
                  <a:pt x="1422451" y="1113379"/>
                </a:lnTo>
                <a:lnTo>
                  <a:pt x="1424382" y="1120879"/>
                </a:lnTo>
                <a:lnTo>
                  <a:pt x="1427305" y="1128380"/>
                </a:lnTo>
                <a:lnTo>
                  <a:pt x="1430139" y="1133044"/>
                </a:lnTo>
                <a:lnTo>
                  <a:pt x="1431709" y="1135880"/>
                </a:lnTo>
                <a:lnTo>
                  <a:pt x="1433986" y="1143380"/>
                </a:lnTo>
                <a:lnTo>
                  <a:pt x="1435378" y="1150881"/>
                </a:lnTo>
                <a:lnTo>
                  <a:pt x="1436565" y="1158381"/>
                </a:lnTo>
                <a:lnTo>
                  <a:pt x="1437756" y="1165881"/>
                </a:lnTo>
                <a:lnTo>
                  <a:pt x="1439155" y="1173382"/>
                </a:lnTo>
                <a:lnTo>
                  <a:pt x="1430139" y="1176829"/>
                </a:lnTo>
                <a:lnTo>
                  <a:pt x="1424246" y="1173382"/>
                </a:lnTo>
                <a:lnTo>
                  <a:pt x="1422601" y="1165881"/>
                </a:lnTo>
                <a:lnTo>
                  <a:pt x="1415773" y="1162686"/>
                </a:lnTo>
                <a:lnTo>
                  <a:pt x="1409462" y="1158381"/>
                </a:lnTo>
                <a:lnTo>
                  <a:pt x="1404061" y="1150881"/>
                </a:lnTo>
                <a:lnTo>
                  <a:pt x="1401406" y="1149495"/>
                </a:lnTo>
                <a:lnTo>
                  <a:pt x="1394908" y="1143380"/>
                </a:lnTo>
                <a:lnTo>
                  <a:pt x="1387040" y="1137412"/>
                </a:lnTo>
                <a:lnTo>
                  <a:pt x="1384173" y="1135880"/>
                </a:lnTo>
                <a:lnTo>
                  <a:pt x="1380318" y="1128380"/>
                </a:lnTo>
                <a:lnTo>
                  <a:pt x="1372674" y="1123609"/>
                </a:lnTo>
                <a:lnTo>
                  <a:pt x="1367701" y="1120879"/>
                </a:lnTo>
                <a:lnTo>
                  <a:pt x="1365625" y="1113379"/>
                </a:lnTo>
                <a:lnTo>
                  <a:pt x="1358307" y="1109133"/>
                </a:lnTo>
                <a:lnTo>
                  <a:pt x="1352647" y="1105879"/>
                </a:lnTo>
                <a:lnTo>
                  <a:pt x="1350750" y="1098379"/>
                </a:lnTo>
                <a:lnTo>
                  <a:pt x="1343941" y="1094592"/>
                </a:lnTo>
                <a:lnTo>
                  <a:pt x="1337900" y="1090878"/>
                </a:lnTo>
                <a:lnTo>
                  <a:pt x="1335459" y="1083378"/>
                </a:lnTo>
                <a:lnTo>
                  <a:pt x="1329574" y="1080184"/>
                </a:lnTo>
                <a:lnTo>
                  <a:pt x="1323315" y="1075878"/>
                </a:lnTo>
                <a:lnTo>
                  <a:pt x="1319396" y="1068377"/>
                </a:lnTo>
                <a:lnTo>
                  <a:pt x="1315208" y="1066135"/>
                </a:lnTo>
                <a:lnTo>
                  <a:pt x="1308809" y="1060877"/>
                </a:lnTo>
                <a:lnTo>
                  <a:pt x="1301913" y="1053377"/>
                </a:lnTo>
                <a:lnTo>
                  <a:pt x="1300842" y="1052807"/>
                </a:lnTo>
                <a:lnTo>
                  <a:pt x="1294329" y="1045876"/>
                </a:lnTo>
                <a:lnTo>
                  <a:pt x="1286475" y="1039663"/>
                </a:lnTo>
                <a:lnTo>
                  <a:pt x="1284078" y="1038376"/>
                </a:lnTo>
                <a:lnTo>
                  <a:pt x="1279829" y="1030876"/>
                </a:lnTo>
                <a:lnTo>
                  <a:pt x="1272109" y="1025693"/>
                </a:lnTo>
                <a:lnTo>
                  <a:pt x="1267854" y="1023376"/>
                </a:lnTo>
                <a:lnTo>
                  <a:pt x="1265260" y="1015875"/>
                </a:lnTo>
                <a:lnTo>
                  <a:pt x="1257742" y="1011322"/>
                </a:lnTo>
                <a:lnTo>
                  <a:pt x="1252475" y="1008375"/>
                </a:lnTo>
                <a:lnTo>
                  <a:pt x="1250545" y="1000875"/>
                </a:lnTo>
                <a:lnTo>
                  <a:pt x="1243376" y="996789"/>
                </a:lnTo>
                <a:lnTo>
                  <a:pt x="1237553" y="993374"/>
                </a:lnTo>
                <a:lnTo>
                  <a:pt x="1235550" y="985874"/>
                </a:lnTo>
                <a:lnTo>
                  <a:pt x="1229010" y="982275"/>
                </a:lnTo>
                <a:lnTo>
                  <a:pt x="1222877" y="978374"/>
                </a:lnTo>
                <a:lnTo>
                  <a:pt x="1220034" y="970873"/>
                </a:lnTo>
                <a:lnTo>
                  <a:pt x="1214643" y="967964"/>
                </a:lnTo>
                <a:lnTo>
                  <a:pt x="1208328" y="963373"/>
                </a:lnTo>
                <a:lnTo>
                  <a:pt x="1203558" y="955873"/>
                </a:lnTo>
                <a:lnTo>
                  <a:pt x="1200277" y="954121"/>
                </a:lnTo>
                <a:lnTo>
                  <a:pt x="1193837" y="948373"/>
                </a:lnTo>
                <a:lnTo>
                  <a:pt x="1185910" y="941114"/>
                </a:lnTo>
                <a:lnTo>
                  <a:pt x="1185459" y="940872"/>
                </a:lnTo>
                <a:lnTo>
                  <a:pt x="1179354" y="933372"/>
                </a:lnTo>
                <a:lnTo>
                  <a:pt x="1171544" y="927594"/>
                </a:lnTo>
                <a:lnTo>
                  <a:pt x="1168349" y="925872"/>
                </a:lnTo>
                <a:lnTo>
                  <a:pt x="1164837" y="918371"/>
                </a:lnTo>
                <a:lnTo>
                  <a:pt x="1157178" y="913445"/>
                </a:lnTo>
                <a:lnTo>
                  <a:pt x="1152488" y="910871"/>
                </a:lnTo>
                <a:lnTo>
                  <a:pt x="1150227" y="903371"/>
                </a:lnTo>
                <a:lnTo>
                  <a:pt x="1142811" y="898993"/>
                </a:lnTo>
                <a:lnTo>
                  <a:pt x="1137276" y="895871"/>
                </a:lnTo>
                <a:lnTo>
                  <a:pt x="1128445" y="890749"/>
                </a:lnTo>
                <a:lnTo>
                  <a:pt x="1123868" y="888370"/>
                </a:lnTo>
                <a:lnTo>
                  <a:pt x="1114079" y="883944"/>
                </a:lnTo>
                <a:lnTo>
                  <a:pt x="1107843" y="880870"/>
                </a:lnTo>
                <a:lnTo>
                  <a:pt x="1099712" y="876911"/>
                </a:lnTo>
                <a:lnTo>
                  <a:pt x="1093295" y="873370"/>
                </a:lnTo>
                <a:lnTo>
                  <a:pt x="1085346" y="867461"/>
                </a:lnTo>
                <a:lnTo>
                  <a:pt x="1082332" y="865869"/>
                </a:lnTo>
                <a:lnTo>
                  <a:pt x="1078617" y="858369"/>
                </a:lnTo>
                <a:lnTo>
                  <a:pt x="1070980" y="854046"/>
                </a:lnTo>
                <a:lnTo>
                  <a:pt x="1065158" y="850869"/>
                </a:lnTo>
                <a:lnTo>
                  <a:pt x="1063050" y="843368"/>
                </a:lnTo>
                <a:lnTo>
                  <a:pt x="1056613" y="839946"/>
                </a:lnTo>
                <a:lnTo>
                  <a:pt x="1049875" y="835868"/>
                </a:lnTo>
                <a:lnTo>
                  <a:pt x="1042247" y="831936"/>
                </a:lnTo>
                <a:lnTo>
                  <a:pt x="1032793" y="828368"/>
                </a:lnTo>
                <a:lnTo>
                  <a:pt x="1027880" y="825814"/>
                </a:lnTo>
                <a:lnTo>
                  <a:pt x="1013514" y="823079"/>
                </a:lnTo>
                <a:lnTo>
                  <a:pt x="1009252" y="820867"/>
                </a:lnTo>
                <a:lnTo>
                  <a:pt x="999148" y="816607"/>
                </a:lnTo>
                <a:lnTo>
                  <a:pt x="992711" y="813367"/>
                </a:lnTo>
                <a:lnTo>
                  <a:pt x="984781" y="809361"/>
                </a:lnTo>
                <a:lnTo>
                  <a:pt x="970415" y="807579"/>
                </a:lnTo>
                <a:lnTo>
                  <a:pt x="966634" y="805867"/>
                </a:lnTo>
                <a:lnTo>
                  <a:pt x="956048" y="802087"/>
                </a:lnTo>
                <a:lnTo>
                  <a:pt x="941682" y="801552"/>
                </a:lnTo>
                <a:lnTo>
                  <a:pt x="929941" y="798367"/>
                </a:lnTo>
                <a:lnTo>
                  <a:pt x="927316" y="797115"/>
                </a:lnTo>
                <a:lnTo>
                  <a:pt x="912949" y="794338"/>
                </a:lnTo>
                <a:lnTo>
                  <a:pt x="904965" y="790866"/>
                </a:lnTo>
                <a:lnTo>
                  <a:pt x="898583" y="787489"/>
                </a:lnTo>
                <a:lnTo>
                  <a:pt x="892110" y="783366"/>
                </a:lnTo>
                <a:lnTo>
                  <a:pt x="884217" y="778543"/>
                </a:lnTo>
                <a:lnTo>
                  <a:pt x="879210" y="775866"/>
                </a:lnTo>
                <a:lnTo>
                  <a:pt x="874555" y="768365"/>
                </a:lnTo>
                <a:lnTo>
                  <a:pt x="869850" y="765880"/>
                </a:lnTo>
                <a:lnTo>
                  <a:pt x="863251" y="760865"/>
                </a:lnTo>
                <a:lnTo>
                  <a:pt x="855484" y="755213"/>
                </a:lnTo>
                <a:lnTo>
                  <a:pt x="852089" y="753365"/>
                </a:lnTo>
                <a:lnTo>
                  <a:pt x="848689" y="745865"/>
                </a:lnTo>
                <a:lnTo>
                  <a:pt x="841117" y="741030"/>
                </a:lnTo>
                <a:lnTo>
                  <a:pt x="836338" y="738364"/>
                </a:lnTo>
                <a:lnTo>
                  <a:pt x="834006" y="730864"/>
                </a:lnTo>
                <a:lnTo>
                  <a:pt x="826751" y="726590"/>
                </a:lnTo>
                <a:lnTo>
                  <a:pt x="821204" y="723364"/>
                </a:lnTo>
                <a:lnTo>
                  <a:pt x="819086" y="715863"/>
                </a:lnTo>
                <a:lnTo>
                  <a:pt x="812385" y="712098"/>
                </a:lnTo>
                <a:lnTo>
                  <a:pt x="806407" y="708363"/>
                </a:lnTo>
                <a:lnTo>
                  <a:pt x="803725" y="700863"/>
                </a:lnTo>
                <a:lnTo>
                  <a:pt x="798018" y="697742"/>
                </a:lnTo>
                <a:lnTo>
                  <a:pt x="791788" y="693363"/>
                </a:lnTo>
                <a:lnTo>
                  <a:pt x="787558" y="685862"/>
                </a:lnTo>
                <a:lnTo>
                  <a:pt x="783652" y="683758"/>
                </a:lnTo>
                <a:lnTo>
                  <a:pt x="777255" y="678362"/>
                </a:lnTo>
                <a:lnTo>
                  <a:pt x="769927" y="670862"/>
                </a:lnTo>
                <a:lnTo>
                  <a:pt x="769286" y="670519"/>
                </a:lnTo>
                <a:lnTo>
                  <a:pt x="762746" y="663361"/>
                </a:lnTo>
                <a:lnTo>
                  <a:pt x="754919" y="657265"/>
                </a:lnTo>
                <a:lnTo>
                  <a:pt x="752326" y="655861"/>
                </a:lnTo>
                <a:lnTo>
                  <a:pt x="748210" y="648361"/>
                </a:lnTo>
                <a:lnTo>
                  <a:pt x="740553" y="643253"/>
                </a:lnTo>
                <a:lnTo>
                  <a:pt x="729931" y="648361"/>
                </a:lnTo>
                <a:lnTo>
                  <a:pt x="726186" y="651475"/>
                </a:lnTo>
                <a:lnTo>
                  <a:pt x="721033" y="655861"/>
                </a:lnTo>
                <a:lnTo>
                  <a:pt x="718720" y="663361"/>
                </a:lnTo>
                <a:lnTo>
                  <a:pt x="718327" y="670862"/>
                </a:lnTo>
                <a:lnTo>
                  <a:pt x="718117" y="678362"/>
                </a:lnTo>
                <a:lnTo>
                  <a:pt x="717174" y="685862"/>
                </a:lnTo>
                <a:lnTo>
                  <a:pt x="711820" y="693010"/>
                </a:lnTo>
                <a:lnTo>
                  <a:pt x="711323" y="693363"/>
                </a:lnTo>
                <a:lnTo>
                  <a:pt x="705112" y="700863"/>
                </a:lnTo>
                <a:lnTo>
                  <a:pt x="704101" y="708363"/>
                </a:lnTo>
                <a:lnTo>
                  <a:pt x="703899" y="715863"/>
                </a:lnTo>
                <a:lnTo>
                  <a:pt x="703738" y="723364"/>
                </a:lnTo>
                <a:lnTo>
                  <a:pt x="703254" y="730864"/>
                </a:lnTo>
                <a:lnTo>
                  <a:pt x="701578" y="738364"/>
                </a:lnTo>
                <a:lnTo>
                  <a:pt x="697454" y="744213"/>
                </a:lnTo>
                <a:lnTo>
                  <a:pt x="695700" y="745865"/>
                </a:lnTo>
                <a:lnTo>
                  <a:pt x="691254" y="753365"/>
                </a:lnTo>
                <a:lnTo>
                  <a:pt x="690020" y="760865"/>
                </a:lnTo>
                <a:lnTo>
                  <a:pt x="689668" y="768365"/>
                </a:lnTo>
                <a:lnTo>
                  <a:pt x="689533" y="775866"/>
                </a:lnTo>
                <a:lnTo>
                  <a:pt x="689364" y="783366"/>
                </a:lnTo>
                <a:lnTo>
                  <a:pt x="688841" y="790866"/>
                </a:lnTo>
                <a:lnTo>
                  <a:pt x="683087" y="797490"/>
                </a:lnTo>
                <a:lnTo>
                  <a:pt x="681687" y="798367"/>
                </a:lnTo>
                <a:lnTo>
                  <a:pt x="675553" y="805867"/>
                </a:lnTo>
                <a:lnTo>
                  <a:pt x="675151" y="813367"/>
                </a:lnTo>
                <a:lnTo>
                  <a:pt x="674205" y="820867"/>
                </a:lnTo>
                <a:lnTo>
                  <a:pt x="668721" y="825294"/>
                </a:lnTo>
                <a:lnTo>
                  <a:pt x="663781" y="828368"/>
                </a:lnTo>
                <a:lnTo>
                  <a:pt x="660981" y="835868"/>
                </a:lnTo>
                <a:lnTo>
                  <a:pt x="660706" y="843368"/>
                </a:lnTo>
                <a:lnTo>
                  <a:pt x="658665" y="850869"/>
                </a:lnTo>
                <a:lnTo>
                  <a:pt x="654354" y="853753"/>
                </a:lnTo>
                <a:lnTo>
                  <a:pt x="647802" y="858369"/>
                </a:lnTo>
                <a:lnTo>
                  <a:pt x="646514" y="865869"/>
                </a:lnTo>
                <a:lnTo>
                  <a:pt x="646188" y="873370"/>
                </a:lnTo>
                <a:lnTo>
                  <a:pt x="641724" y="880870"/>
                </a:lnTo>
                <a:lnTo>
                  <a:pt x="639988" y="881922"/>
                </a:lnTo>
                <a:lnTo>
                  <a:pt x="632700" y="888370"/>
                </a:lnTo>
                <a:lnTo>
                  <a:pt x="632088" y="895871"/>
                </a:lnTo>
                <a:lnTo>
                  <a:pt x="631498" y="903371"/>
                </a:lnTo>
                <a:lnTo>
                  <a:pt x="625622" y="909098"/>
                </a:lnTo>
                <a:lnTo>
                  <a:pt x="622642" y="910871"/>
                </a:lnTo>
                <a:lnTo>
                  <a:pt x="617996" y="918371"/>
                </a:lnTo>
                <a:lnTo>
                  <a:pt x="617662" y="925872"/>
                </a:lnTo>
                <a:lnTo>
                  <a:pt x="616424" y="933372"/>
                </a:lnTo>
                <a:lnTo>
                  <a:pt x="611255" y="937574"/>
                </a:lnTo>
                <a:lnTo>
                  <a:pt x="606223" y="940872"/>
                </a:lnTo>
                <a:lnTo>
                  <a:pt x="603647" y="948373"/>
                </a:lnTo>
                <a:lnTo>
                  <a:pt x="603355" y="955873"/>
                </a:lnTo>
                <a:lnTo>
                  <a:pt x="603074" y="963373"/>
                </a:lnTo>
                <a:lnTo>
                  <a:pt x="600611" y="970873"/>
                </a:lnTo>
                <a:lnTo>
                  <a:pt x="596889" y="973684"/>
                </a:lnTo>
                <a:lnTo>
                  <a:pt x="590908" y="978374"/>
                </a:lnTo>
                <a:lnTo>
                  <a:pt x="589181" y="985874"/>
                </a:lnTo>
                <a:lnTo>
                  <a:pt x="588964" y="993374"/>
                </a:lnTo>
                <a:lnTo>
                  <a:pt x="588567" y="1000875"/>
                </a:lnTo>
                <a:lnTo>
                  <a:pt x="584890" y="1008375"/>
                </a:lnTo>
                <a:lnTo>
                  <a:pt x="582523" y="1010027"/>
                </a:lnTo>
                <a:lnTo>
                  <a:pt x="575906" y="1015875"/>
                </a:lnTo>
                <a:lnTo>
                  <a:pt x="574747" y="1023376"/>
                </a:lnTo>
                <a:lnTo>
                  <a:pt x="574570" y="1030876"/>
                </a:lnTo>
                <a:lnTo>
                  <a:pt x="573991" y="1038376"/>
                </a:lnTo>
                <a:lnTo>
                  <a:pt x="568501" y="1045876"/>
                </a:lnTo>
                <a:lnTo>
                  <a:pt x="568156" y="1046104"/>
                </a:lnTo>
                <a:lnTo>
                  <a:pt x="561115" y="1053377"/>
                </a:lnTo>
                <a:lnTo>
                  <a:pt x="560333" y="1060877"/>
                </a:lnTo>
                <a:lnTo>
                  <a:pt x="560167" y="1068377"/>
                </a:lnTo>
                <a:lnTo>
                  <a:pt x="559312" y="1075878"/>
                </a:lnTo>
                <a:lnTo>
                  <a:pt x="553790" y="1081870"/>
                </a:lnTo>
                <a:lnTo>
                  <a:pt x="551476" y="1083378"/>
                </a:lnTo>
                <a:lnTo>
                  <a:pt x="546001" y="1090878"/>
                </a:lnTo>
                <a:lnTo>
                  <a:pt x="545874" y="1098379"/>
                </a:lnTo>
                <a:lnTo>
                  <a:pt x="543150" y="1105879"/>
                </a:lnTo>
                <a:lnTo>
                  <a:pt x="539424" y="1107853"/>
                </a:lnTo>
                <a:lnTo>
                  <a:pt x="531594" y="1113379"/>
                </a:lnTo>
                <a:lnTo>
                  <a:pt x="531505" y="1120879"/>
                </a:lnTo>
                <a:lnTo>
                  <a:pt x="527146" y="1128380"/>
                </a:lnTo>
                <a:lnTo>
                  <a:pt x="525057" y="1129482"/>
                </a:lnTo>
                <a:lnTo>
                  <a:pt x="517200" y="1135880"/>
                </a:lnTo>
                <a:lnTo>
                  <a:pt x="517129" y="1143380"/>
                </a:lnTo>
                <a:lnTo>
                  <a:pt x="510691" y="1150566"/>
                </a:lnTo>
                <a:lnTo>
                  <a:pt x="510093" y="1150881"/>
                </a:lnTo>
                <a:lnTo>
                  <a:pt x="502817" y="1158381"/>
                </a:lnTo>
                <a:lnTo>
                  <a:pt x="502746" y="1165881"/>
                </a:lnTo>
                <a:lnTo>
                  <a:pt x="496324" y="1171626"/>
                </a:lnTo>
                <a:lnTo>
                  <a:pt x="492993" y="1173382"/>
                </a:lnTo>
                <a:lnTo>
                  <a:pt x="488442" y="1180882"/>
                </a:lnTo>
                <a:lnTo>
                  <a:pt x="488354" y="1188382"/>
                </a:lnTo>
                <a:lnTo>
                  <a:pt x="481958" y="1194131"/>
                </a:lnTo>
                <a:lnTo>
                  <a:pt x="478653" y="1195882"/>
                </a:lnTo>
                <a:lnTo>
                  <a:pt x="474085" y="1203383"/>
                </a:lnTo>
                <a:lnTo>
                  <a:pt x="474009" y="1210883"/>
                </a:lnTo>
                <a:lnTo>
                  <a:pt x="467592" y="1217837"/>
                </a:lnTo>
                <a:lnTo>
                  <a:pt x="466558" y="1218383"/>
                </a:lnTo>
                <a:lnTo>
                  <a:pt x="459733" y="1225884"/>
                </a:lnTo>
                <a:lnTo>
                  <a:pt x="459659" y="1233384"/>
                </a:lnTo>
                <a:lnTo>
                  <a:pt x="454712" y="1240884"/>
                </a:lnTo>
                <a:lnTo>
                  <a:pt x="453225" y="1241673"/>
                </a:lnTo>
                <a:lnTo>
                  <a:pt x="445389" y="1248385"/>
                </a:lnTo>
                <a:lnTo>
                  <a:pt x="445317" y="1255885"/>
                </a:lnTo>
                <a:lnTo>
                  <a:pt x="444735" y="1263385"/>
                </a:lnTo>
                <a:lnTo>
                  <a:pt x="438859" y="1267013"/>
                </a:lnTo>
                <a:lnTo>
                  <a:pt x="432042" y="1270885"/>
                </a:lnTo>
                <a:lnTo>
                  <a:pt x="430971" y="1278386"/>
                </a:lnTo>
                <a:lnTo>
                  <a:pt x="430940" y="1285886"/>
                </a:lnTo>
                <a:lnTo>
                  <a:pt x="429586" y="1293386"/>
                </a:lnTo>
                <a:lnTo>
                  <a:pt x="424492" y="1296273"/>
                </a:lnTo>
                <a:lnTo>
                  <a:pt x="417057" y="1300887"/>
                </a:lnTo>
                <a:lnTo>
                  <a:pt x="416596" y="1308387"/>
                </a:lnTo>
                <a:lnTo>
                  <a:pt x="416551" y="1315887"/>
                </a:lnTo>
                <a:lnTo>
                  <a:pt x="413397" y="1323387"/>
                </a:lnTo>
                <a:lnTo>
                  <a:pt x="410126" y="1325170"/>
                </a:lnTo>
                <a:lnTo>
                  <a:pt x="402425" y="1330888"/>
                </a:lnTo>
                <a:lnTo>
                  <a:pt x="402226" y="1338388"/>
                </a:lnTo>
                <a:lnTo>
                  <a:pt x="402132" y="1345888"/>
                </a:lnTo>
                <a:lnTo>
                  <a:pt x="395760" y="1352835"/>
                </a:lnTo>
                <a:lnTo>
                  <a:pt x="394725" y="1353389"/>
                </a:lnTo>
                <a:lnTo>
                  <a:pt x="387944" y="1360889"/>
                </a:lnTo>
                <a:lnTo>
                  <a:pt x="387857" y="1368389"/>
                </a:lnTo>
                <a:lnTo>
                  <a:pt x="387641" y="1375890"/>
                </a:lnTo>
                <a:lnTo>
                  <a:pt x="381393" y="1380699"/>
                </a:lnTo>
                <a:lnTo>
                  <a:pt x="376440" y="1383390"/>
                </a:lnTo>
                <a:lnTo>
                  <a:pt x="373529" y="1390890"/>
                </a:lnTo>
                <a:lnTo>
                  <a:pt x="373486" y="1398390"/>
                </a:lnTo>
                <a:lnTo>
                  <a:pt x="372987" y="1405891"/>
                </a:lnTo>
                <a:lnTo>
                  <a:pt x="367027" y="1409659"/>
                </a:lnTo>
                <a:lnTo>
                  <a:pt x="360391" y="1413391"/>
                </a:lnTo>
                <a:lnTo>
                  <a:pt x="359141" y="1420891"/>
                </a:lnTo>
                <a:lnTo>
                  <a:pt x="359111" y="1428392"/>
                </a:lnTo>
                <a:lnTo>
                  <a:pt x="357950" y="1435892"/>
                </a:lnTo>
                <a:lnTo>
                  <a:pt x="352661" y="1438923"/>
                </a:lnTo>
                <a:lnTo>
                  <a:pt x="345302" y="1443392"/>
                </a:lnTo>
                <a:lnTo>
                  <a:pt x="344765" y="1450893"/>
                </a:lnTo>
                <a:lnTo>
                  <a:pt x="344725" y="1458393"/>
                </a:lnTo>
                <a:lnTo>
                  <a:pt x="342021" y="1465893"/>
                </a:lnTo>
                <a:lnTo>
                  <a:pt x="338294" y="1467935"/>
                </a:lnTo>
                <a:lnTo>
                  <a:pt x="330626" y="1473393"/>
                </a:lnTo>
                <a:lnTo>
                  <a:pt x="330395" y="1480894"/>
                </a:lnTo>
                <a:lnTo>
                  <a:pt x="330313" y="1488394"/>
                </a:lnTo>
                <a:lnTo>
                  <a:pt x="324015" y="1495894"/>
                </a:lnTo>
                <a:lnTo>
                  <a:pt x="323928" y="1495941"/>
                </a:lnTo>
                <a:lnTo>
                  <a:pt x="316126" y="1503395"/>
                </a:lnTo>
                <a:lnTo>
                  <a:pt x="316025" y="1510895"/>
                </a:lnTo>
                <a:lnTo>
                  <a:pt x="315841" y="1518395"/>
                </a:lnTo>
                <a:lnTo>
                  <a:pt x="309561" y="1523481"/>
                </a:lnTo>
                <a:lnTo>
                  <a:pt x="305099" y="1525896"/>
                </a:lnTo>
                <a:lnTo>
                  <a:pt x="301703" y="1533396"/>
                </a:lnTo>
                <a:lnTo>
                  <a:pt x="301655" y="1540896"/>
                </a:lnTo>
                <a:lnTo>
                  <a:pt x="301227" y="1548396"/>
                </a:lnTo>
                <a:lnTo>
                  <a:pt x="295195" y="1552314"/>
                </a:lnTo>
                <a:lnTo>
                  <a:pt x="288770" y="1555897"/>
                </a:lnTo>
                <a:lnTo>
                  <a:pt x="287312" y="1563397"/>
                </a:lnTo>
                <a:lnTo>
                  <a:pt x="287281" y="1570897"/>
                </a:lnTo>
                <a:lnTo>
                  <a:pt x="286286" y="1578398"/>
                </a:lnTo>
                <a:lnTo>
                  <a:pt x="280829" y="1581566"/>
                </a:lnTo>
                <a:lnTo>
                  <a:pt x="273561" y="1585898"/>
                </a:lnTo>
                <a:lnTo>
                  <a:pt x="272935" y="1593398"/>
                </a:lnTo>
                <a:lnTo>
                  <a:pt x="272898" y="1600898"/>
                </a:lnTo>
                <a:lnTo>
                  <a:pt x="270580" y="1608399"/>
                </a:lnTo>
                <a:lnTo>
                  <a:pt x="266462" y="1610667"/>
                </a:lnTo>
                <a:lnTo>
                  <a:pt x="258833" y="1615899"/>
                </a:lnTo>
                <a:lnTo>
                  <a:pt x="258563" y="1623399"/>
                </a:lnTo>
                <a:lnTo>
                  <a:pt x="258492" y="1630900"/>
                </a:lnTo>
                <a:lnTo>
                  <a:pt x="253093" y="1638400"/>
                </a:lnTo>
                <a:lnTo>
                  <a:pt x="252096" y="1638937"/>
                </a:lnTo>
                <a:lnTo>
                  <a:pt x="244311" y="1645900"/>
                </a:lnTo>
                <a:lnTo>
                  <a:pt x="244194" y="1653401"/>
                </a:lnTo>
                <a:lnTo>
                  <a:pt x="244035" y="1660901"/>
                </a:lnTo>
                <a:lnTo>
                  <a:pt x="237730" y="1666303"/>
                </a:lnTo>
                <a:lnTo>
                  <a:pt x="233839" y="1668401"/>
                </a:lnTo>
                <a:lnTo>
                  <a:pt x="229878" y="1675902"/>
                </a:lnTo>
                <a:lnTo>
                  <a:pt x="229824" y="1683402"/>
                </a:lnTo>
                <a:lnTo>
                  <a:pt x="229457" y="1690902"/>
                </a:lnTo>
                <a:lnTo>
                  <a:pt x="223363" y="1694982"/>
                </a:lnTo>
                <a:lnTo>
                  <a:pt x="217184" y="1698402"/>
                </a:lnTo>
                <a:lnTo>
                  <a:pt x="215483" y="1705903"/>
                </a:lnTo>
                <a:lnTo>
                  <a:pt x="215451" y="1713403"/>
                </a:lnTo>
                <a:lnTo>
                  <a:pt x="214598" y="1720903"/>
                </a:lnTo>
                <a:lnTo>
                  <a:pt x="208997" y="1724203"/>
                </a:lnTo>
                <a:lnTo>
                  <a:pt x="201834" y="1728404"/>
                </a:lnTo>
                <a:lnTo>
                  <a:pt x="201104" y="1735904"/>
                </a:lnTo>
                <a:lnTo>
                  <a:pt x="201070" y="1743404"/>
                </a:lnTo>
                <a:lnTo>
                  <a:pt x="199083" y="1750904"/>
                </a:lnTo>
                <a:lnTo>
                  <a:pt x="194630" y="1753374"/>
                </a:lnTo>
                <a:lnTo>
                  <a:pt x="187046" y="1758405"/>
                </a:lnTo>
                <a:lnTo>
                  <a:pt x="186732" y="1765905"/>
                </a:lnTo>
                <a:lnTo>
                  <a:pt x="186670" y="1773405"/>
                </a:lnTo>
                <a:lnTo>
                  <a:pt x="182041" y="1780906"/>
                </a:lnTo>
                <a:lnTo>
                  <a:pt x="180264" y="1781865"/>
                </a:lnTo>
                <a:lnTo>
                  <a:pt x="172499" y="1788406"/>
                </a:lnTo>
                <a:lnTo>
                  <a:pt x="172362" y="1795906"/>
                </a:lnTo>
                <a:lnTo>
                  <a:pt x="172226" y="1803407"/>
                </a:lnTo>
                <a:lnTo>
                  <a:pt x="165898" y="1809174"/>
                </a:lnTo>
                <a:lnTo>
                  <a:pt x="162675" y="1810907"/>
                </a:lnTo>
                <a:lnTo>
                  <a:pt x="158054" y="1818407"/>
                </a:lnTo>
                <a:lnTo>
                  <a:pt x="157993" y="1825907"/>
                </a:lnTo>
                <a:lnTo>
                  <a:pt x="157678" y="1833408"/>
                </a:lnTo>
                <a:lnTo>
                  <a:pt x="151531" y="1837667"/>
                </a:lnTo>
                <a:lnTo>
                  <a:pt x="145638" y="1840908"/>
                </a:lnTo>
                <a:lnTo>
                  <a:pt x="143655" y="1848408"/>
                </a:lnTo>
                <a:lnTo>
                  <a:pt x="143621" y="1855909"/>
                </a:lnTo>
                <a:lnTo>
                  <a:pt x="142889" y="1863409"/>
                </a:lnTo>
                <a:lnTo>
                  <a:pt x="137165" y="1866839"/>
                </a:lnTo>
                <a:lnTo>
                  <a:pt x="130126" y="1870909"/>
                </a:lnTo>
                <a:lnTo>
                  <a:pt x="129274" y="1878410"/>
                </a:lnTo>
                <a:lnTo>
                  <a:pt x="129242" y="1885910"/>
                </a:lnTo>
                <a:lnTo>
                  <a:pt x="127538" y="1893410"/>
                </a:lnTo>
                <a:lnTo>
                  <a:pt x="122798" y="1896059"/>
                </a:lnTo>
                <a:lnTo>
                  <a:pt x="115267" y="1900910"/>
                </a:lnTo>
                <a:lnTo>
                  <a:pt x="114901" y="1908411"/>
                </a:lnTo>
                <a:lnTo>
                  <a:pt x="114847" y="1915911"/>
                </a:lnTo>
                <a:lnTo>
                  <a:pt x="110878" y="1923411"/>
                </a:lnTo>
                <a:lnTo>
                  <a:pt x="108432" y="1924736"/>
                </a:lnTo>
                <a:lnTo>
                  <a:pt x="100689" y="1930912"/>
                </a:lnTo>
                <a:lnTo>
                  <a:pt x="100531" y="1938412"/>
                </a:lnTo>
                <a:lnTo>
                  <a:pt x="100414" y="1945912"/>
                </a:lnTo>
                <a:lnTo>
                  <a:pt x="94066" y="1952101"/>
                </a:lnTo>
                <a:lnTo>
                  <a:pt x="91621" y="1953412"/>
                </a:lnTo>
                <a:lnTo>
                  <a:pt x="86232" y="1960913"/>
                </a:lnTo>
                <a:lnTo>
                  <a:pt x="86162" y="1968413"/>
                </a:lnTo>
                <a:lnTo>
                  <a:pt x="85892" y="1975913"/>
                </a:lnTo>
                <a:lnTo>
                  <a:pt x="79699" y="1980374"/>
                </a:lnTo>
                <a:lnTo>
                  <a:pt x="74141" y="1983414"/>
                </a:lnTo>
                <a:lnTo>
                  <a:pt x="71827" y="1990914"/>
                </a:lnTo>
                <a:lnTo>
                  <a:pt x="71790" y="1998414"/>
                </a:lnTo>
                <a:lnTo>
                  <a:pt x="71163" y="2005915"/>
                </a:lnTo>
                <a:lnTo>
                  <a:pt x="65333" y="2009476"/>
                </a:lnTo>
                <a:lnTo>
                  <a:pt x="58437" y="2013415"/>
                </a:lnTo>
                <a:lnTo>
                  <a:pt x="57444" y="2020915"/>
                </a:lnTo>
                <a:lnTo>
                  <a:pt x="57413" y="2028415"/>
                </a:lnTo>
                <a:lnTo>
                  <a:pt x="55952" y="2035916"/>
                </a:lnTo>
                <a:lnTo>
                  <a:pt x="50967" y="2038728"/>
                </a:lnTo>
                <a:lnTo>
                  <a:pt x="43497" y="2043416"/>
                </a:lnTo>
                <a:lnTo>
                  <a:pt x="43070" y="2050916"/>
                </a:lnTo>
                <a:lnTo>
                  <a:pt x="43022" y="2058417"/>
                </a:lnTo>
                <a:lnTo>
                  <a:pt x="39620" y="2065917"/>
                </a:lnTo>
                <a:lnTo>
                  <a:pt x="36600" y="2067559"/>
                </a:lnTo>
                <a:lnTo>
                  <a:pt x="28884" y="2073417"/>
                </a:lnTo>
                <a:lnTo>
                  <a:pt x="28700" y="2080918"/>
                </a:lnTo>
                <a:lnTo>
                  <a:pt x="28598" y="2088418"/>
                </a:lnTo>
                <a:lnTo>
                  <a:pt x="22234" y="2095096"/>
                </a:lnTo>
                <a:lnTo>
                  <a:pt x="20698" y="2095918"/>
                </a:lnTo>
                <a:lnTo>
                  <a:pt x="14412" y="2103418"/>
                </a:lnTo>
                <a:lnTo>
                  <a:pt x="14330" y="2110919"/>
                </a:lnTo>
                <a:lnTo>
                  <a:pt x="14099" y="2118419"/>
                </a:lnTo>
                <a:lnTo>
                  <a:pt x="7867" y="2123106"/>
                </a:lnTo>
                <a:lnTo>
                  <a:pt x="2699" y="2125919"/>
                </a:lnTo>
                <a:lnTo>
                  <a:pt x="0" y="2133420"/>
                </a:lnTo>
                <a:lnTo>
                  <a:pt x="2166" y="2133420"/>
                </a:lnTo>
                <a:lnTo>
                  <a:pt x="5765" y="2125919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50222-BF4E-4B42-A65E-42FC7153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13" y="3493900"/>
            <a:ext cx="2476718" cy="2131985"/>
          </a:xfrm>
          <a:custGeom xmlns:a="http://schemas.openxmlformats.org/drawingml/2006/main">
            <a:pathLst>
              <a:path w="2476718" h="2131985">
                <a:moveTo>
                  <a:pt x="5701" y="2125696"/>
                </a:moveTo>
                <a:lnTo>
                  <a:pt x="7979" y="2124485"/>
                </a:lnTo>
                <a:lnTo>
                  <a:pt x="16370" y="2116985"/>
                </a:lnTo>
                <a:lnTo>
                  <a:pt x="16476" y="2109484"/>
                </a:lnTo>
                <a:lnTo>
                  <a:pt x="16608" y="2101984"/>
                </a:lnTo>
                <a:lnTo>
                  <a:pt x="20067" y="2098298"/>
                </a:lnTo>
                <a:lnTo>
                  <a:pt x="27195" y="2094484"/>
                </a:lnTo>
                <a:lnTo>
                  <a:pt x="30797" y="2086983"/>
                </a:lnTo>
                <a:lnTo>
                  <a:pt x="30845" y="2079483"/>
                </a:lnTo>
                <a:lnTo>
                  <a:pt x="31151" y="2071983"/>
                </a:lnTo>
                <a:lnTo>
                  <a:pt x="34434" y="2069491"/>
                </a:lnTo>
                <a:lnTo>
                  <a:pt x="43643" y="2064482"/>
                </a:lnTo>
                <a:lnTo>
                  <a:pt x="45189" y="2056982"/>
                </a:lnTo>
                <a:lnTo>
                  <a:pt x="45217" y="2049482"/>
                </a:lnTo>
                <a:lnTo>
                  <a:pt x="45928" y="2041982"/>
                </a:lnTo>
                <a:lnTo>
                  <a:pt x="48800" y="2040179"/>
                </a:lnTo>
                <a:lnTo>
                  <a:pt x="58903" y="2034481"/>
                </a:lnTo>
                <a:lnTo>
                  <a:pt x="59567" y="2026981"/>
                </a:lnTo>
                <a:lnTo>
                  <a:pt x="59596" y="2019481"/>
                </a:lnTo>
                <a:lnTo>
                  <a:pt x="61251" y="2011980"/>
                </a:lnTo>
                <a:lnTo>
                  <a:pt x="63167" y="2010886"/>
                </a:lnTo>
                <a:lnTo>
                  <a:pt x="73653" y="2004480"/>
                </a:lnTo>
                <a:lnTo>
                  <a:pt x="73938" y="1996980"/>
                </a:lnTo>
                <a:lnTo>
                  <a:pt x="73990" y="1989479"/>
                </a:lnTo>
                <a:lnTo>
                  <a:pt x="77533" y="1982438"/>
                </a:lnTo>
                <a:lnTo>
                  <a:pt x="78397" y="1981979"/>
                </a:lnTo>
                <a:lnTo>
                  <a:pt x="88184" y="1974479"/>
                </a:lnTo>
                <a:lnTo>
                  <a:pt x="88308" y="1966979"/>
                </a:lnTo>
                <a:lnTo>
                  <a:pt x="88421" y="1959478"/>
                </a:lnTo>
                <a:lnTo>
                  <a:pt x="91899" y="1955461"/>
                </a:lnTo>
                <a:lnTo>
                  <a:pt x="98419" y="1951978"/>
                </a:lnTo>
                <a:lnTo>
                  <a:pt x="102621" y="1944478"/>
                </a:lnTo>
                <a:lnTo>
                  <a:pt x="102677" y="1936977"/>
                </a:lnTo>
                <a:lnTo>
                  <a:pt x="102939" y="1929477"/>
                </a:lnTo>
                <a:lnTo>
                  <a:pt x="106266" y="1926824"/>
                </a:lnTo>
                <a:lnTo>
                  <a:pt x="115214" y="1921977"/>
                </a:lnTo>
                <a:lnTo>
                  <a:pt x="117018" y="1914476"/>
                </a:lnTo>
                <a:lnTo>
                  <a:pt x="117048" y="1906976"/>
                </a:lnTo>
                <a:lnTo>
                  <a:pt x="117658" y="1899476"/>
                </a:lnTo>
                <a:lnTo>
                  <a:pt x="120632" y="1897560"/>
                </a:lnTo>
                <a:lnTo>
                  <a:pt x="130623" y="1891976"/>
                </a:lnTo>
                <a:lnTo>
                  <a:pt x="131397" y="1884475"/>
                </a:lnTo>
                <a:lnTo>
                  <a:pt x="131425" y="1876975"/>
                </a:lnTo>
                <a:lnTo>
                  <a:pt x="132844" y="1869475"/>
                </a:lnTo>
                <a:lnTo>
                  <a:pt x="134999" y="1868229"/>
                </a:lnTo>
                <a:lnTo>
                  <a:pt x="145437" y="1861974"/>
                </a:lnTo>
                <a:lnTo>
                  <a:pt x="145770" y="1854474"/>
                </a:lnTo>
                <a:lnTo>
                  <a:pt x="145815" y="1846974"/>
                </a:lnTo>
                <a:lnTo>
                  <a:pt x="149121" y="1839474"/>
                </a:lnTo>
                <a:lnTo>
                  <a:pt x="149365" y="1839339"/>
                </a:lnTo>
                <a:lnTo>
                  <a:pt x="159995" y="1831973"/>
                </a:lnTo>
                <a:lnTo>
                  <a:pt x="160139" y="1824473"/>
                </a:lnTo>
                <a:lnTo>
                  <a:pt x="160237" y="1816973"/>
                </a:lnTo>
                <a:lnTo>
                  <a:pt x="163731" y="1812573"/>
                </a:lnTo>
                <a:lnTo>
                  <a:pt x="169543" y="1809472"/>
                </a:lnTo>
                <a:lnTo>
                  <a:pt x="174444" y="1801972"/>
                </a:lnTo>
                <a:lnTo>
                  <a:pt x="174508" y="1794472"/>
                </a:lnTo>
                <a:lnTo>
                  <a:pt x="174733" y="1786971"/>
                </a:lnTo>
                <a:lnTo>
                  <a:pt x="178098" y="1784137"/>
                </a:lnTo>
                <a:lnTo>
                  <a:pt x="186742" y="1779471"/>
                </a:lnTo>
                <a:lnTo>
                  <a:pt x="188846" y="1771971"/>
                </a:lnTo>
                <a:lnTo>
                  <a:pt x="188879" y="1764471"/>
                </a:lnTo>
                <a:lnTo>
                  <a:pt x="189401" y="1756970"/>
                </a:lnTo>
                <a:lnTo>
                  <a:pt x="192464" y="1754939"/>
                </a:lnTo>
                <a:lnTo>
                  <a:pt x="202324" y="1749470"/>
                </a:lnTo>
                <a:lnTo>
                  <a:pt x="203228" y="1741970"/>
                </a:lnTo>
                <a:lnTo>
                  <a:pt x="203254" y="1734469"/>
                </a:lnTo>
                <a:lnTo>
                  <a:pt x="204471" y="1726969"/>
                </a:lnTo>
                <a:lnTo>
                  <a:pt x="206830" y="1725585"/>
                </a:lnTo>
                <a:lnTo>
                  <a:pt x="217213" y="1719469"/>
                </a:lnTo>
                <a:lnTo>
                  <a:pt x="217601" y="1711968"/>
                </a:lnTo>
                <a:lnTo>
                  <a:pt x="217641" y="1704468"/>
                </a:lnTo>
                <a:lnTo>
                  <a:pt x="220475" y="1696968"/>
                </a:lnTo>
                <a:lnTo>
                  <a:pt x="221197" y="1696568"/>
                </a:lnTo>
                <a:lnTo>
                  <a:pt x="231803" y="1689468"/>
                </a:lnTo>
                <a:lnTo>
                  <a:pt x="231971" y="1681967"/>
                </a:lnTo>
                <a:lnTo>
                  <a:pt x="232055" y="1674467"/>
                </a:lnTo>
                <a:lnTo>
                  <a:pt x="235563" y="1669623"/>
                </a:lnTo>
                <a:lnTo>
                  <a:pt x="240549" y="1666967"/>
                </a:lnTo>
                <a:lnTo>
                  <a:pt x="246266" y="1659466"/>
                </a:lnTo>
                <a:lnTo>
                  <a:pt x="246339" y="1651966"/>
                </a:lnTo>
                <a:lnTo>
                  <a:pt x="246533" y="1644466"/>
                </a:lnTo>
                <a:lnTo>
                  <a:pt x="249930" y="1641427"/>
                </a:lnTo>
                <a:lnTo>
                  <a:pt x="258219" y="1636965"/>
                </a:lnTo>
                <a:lnTo>
                  <a:pt x="260673" y="1629465"/>
                </a:lnTo>
                <a:lnTo>
                  <a:pt x="260710" y="1621965"/>
                </a:lnTo>
                <a:lnTo>
                  <a:pt x="261158" y="1614465"/>
                </a:lnTo>
                <a:lnTo>
                  <a:pt x="264296" y="1612313"/>
                </a:lnTo>
                <a:lnTo>
                  <a:pt x="274004" y="1606964"/>
                </a:lnTo>
                <a:lnTo>
                  <a:pt x="275058" y="1599464"/>
                </a:lnTo>
                <a:lnTo>
                  <a:pt x="275084" y="1591964"/>
                </a:lnTo>
                <a:lnTo>
                  <a:pt x="276127" y="1584463"/>
                </a:lnTo>
                <a:lnTo>
                  <a:pt x="278662" y="1582952"/>
                </a:lnTo>
                <a:lnTo>
                  <a:pt x="288979" y="1576963"/>
                </a:lnTo>
                <a:lnTo>
                  <a:pt x="289432" y="1569463"/>
                </a:lnTo>
                <a:lnTo>
                  <a:pt x="289468" y="1561962"/>
                </a:lnTo>
                <a:lnTo>
                  <a:pt x="291898" y="1554462"/>
                </a:lnTo>
                <a:lnTo>
                  <a:pt x="293029" y="1553831"/>
                </a:lnTo>
                <a:lnTo>
                  <a:pt x="303607" y="1546962"/>
                </a:lnTo>
                <a:lnTo>
                  <a:pt x="303802" y="1539462"/>
                </a:lnTo>
                <a:lnTo>
                  <a:pt x="303875" y="1531961"/>
                </a:lnTo>
                <a:lnTo>
                  <a:pt x="307395" y="1526602"/>
                </a:lnTo>
                <a:lnTo>
                  <a:pt x="311418" y="1524461"/>
                </a:lnTo>
                <a:lnTo>
                  <a:pt x="318085" y="1516961"/>
                </a:lnTo>
                <a:lnTo>
                  <a:pt x="318171" y="1509460"/>
                </a:lnTo>
                <a:lnTo>
                  <a:pt x="318337" y="1501960"/>
                </a:lnTo>
                <a:lnTo>
                  <a:pt x="321761" y="1498688"/>
                </a:lnTo>
                <a:lnTo>
                  <a:pt x="329637" y="1494460"/>
                </a:lnTo>
                <a:lnTo>
                  <a:pt x="332500" y="1486959"/>
                </a:lnTo>
                <a:lnTo>
                  <a:pt x="332541" y="1479459"/>
                </a:lnTo>
                <a:lnTo>
                  <a:pt x="332925" y="1471959"/>
                </a:lnTo>
                <a:lnTo>
                  <a:pt x="336128" y="1469679"/>
                </a:lnTo>
                <a:lnTo>
                  <a:pt x="345658" y="1464459"/>
                </a:lnTo>
                <a:lnTo>
                  <a:pt x="346887" y="1456958"/>
                </a:lnTo>
                <a:lnTo>
                  <a:pt x="346914" y="1449458"/>
                </a:lnTo>
                <a:lnTo>
                  <a:pt x="347808" y="1441958"/>
                </a:lnTo>
                <a:lnTo>
                  <a:pt x="350494" y="1440326"/>
                </a:lnTo>
                <a:lnTo>
                  <a:pt x="360735" y="1434457"/>
                </a:lnTo>
                <a:lnTo>
                  <a:pt x="361263" y="1426957"/>
                </a:lnTo>
                <a:lnTo>
                  <a:pt x="361295" y="1419457"/>
                </a:lnTo>
                <a:lnTo>
                  <a:pt x="363378" y="1411957"/>
                </a:lnTo>
                <a:lnTo>
                  <a:pt x="364860" y="1411123"/>
                </a:lnTo>
                <a:lnTo>
                  <a:pt x="375406" y="1404456"/>
                </a:lnTo>
                <a:lnTo>
                  <a:pt x="375633" y="1396956"/>
                </a:lnTo>
                <a:lnTo>
                  <a:pt x="375697" y="1389456"/>
                </a:lnTo>
                <a:lnTo>
                  <a:pt x="379227" y="1383497"/>
                </a:lnTo>
                <a:lnTo>
                  <a:pt x="382126" y="1381955"/>
                </a:lnTo>
                <a:lnTo>
                  <a:pt x="389903" y="1374455"/>
                </a:lnTo>
                <a:lnTo>
                  <a:pt x="390002" y="1366955"/>
                </a:lnTo>
                <a:lnTo>
                  <a:pt x="390145" y="1359454"/>
                </a:lnTo>
                <a:lnTo>
                  <a:pt x="393593" y="1355915"/>
                </a:lnTo>
                <a:lnTo>
                  <a:pt x="400987" y="1351954"/>
                </a:lnTo>
                <a:lnTo>
                  <a:pt x="404326" y="1344454"/>
                </a:lnTo>
                <a:lnTo>
                  <a:pt x="404372" y="1336954"/>
                </a:lnTo>
                <a:lnTo>
                  <a:pt x="404701" y="1329453"/>
                </a:lnTo>
                <a:lnTo>
                  <a:pt x="407960" y="1327034"/>
                </a:lnTo>
                <a:lnTo>
                  <a:pt x="417283" y="1321953"/>
                </a:lnTo>
                <a:lnTo>
                  <a:pt x="418717" y="1314453"/>
                </a:lnTo>
                <a:lnTo>
                  <a:pt x="418744" y="1306952"/>
                </a:lnTo>
                <a:lnTo>
                  <a:pt x="419511" y="1299452"/>
                </a:lnTo>
                <a:lnTo>
                  <a:pt x="422326" y="1297706"/>
                </a:lnTo>
                <a:lnTo>
                  <a:pt x="432478" y="1291952"/>
                </a:lnTo>
                <a:lnTo>
                  <a:pt x="433093" y="1284451"/>
                </a:lnTo>
                <a:lnTo>
                  <a:pt x="433123" y="1276951"/>
                </a:lnTo>
                <a:lnTo>
                  <a:pt x="434909" y="1269451"/>
                </a:lnTo>
                <a:lnTo>
                  <a:pt x="436693" y="1268438"/>
                </a:lnTo>
                <a:lnTo>
                  <a:pt x="447200" y="1261951"/>
                </a:lnTo>
                <a:lnTo>
                  <a:pt x="447465" y="1254450"/>
                </a:lnTo>
                <a:lnTo>
                  <a:pt x="447576" y="1246950"/>
                </a:lnTo>
                <a:lnTo>
                  <a:pt x="451059" y="1243967"/>
                </a:lnTo>
                <a:lnTo>
                  <a:pt x="459571" y="1239450"/>
                </a:lnTo>
                <a:lnTo>
                  <a:pt x="461820" y="1231949"/>
                </a:lnTo>
                <a:lnTo>
                  <a:pt x="461906" y="1224449"/>
                </a:lnTo>
                <a:lnTo>
                  <a:pt x="465425" y="1220860"/>
                </a:lnTo>
                <a:lnTo>
                  <a:pt x="472819" y="1216949"/>
                </a:lnTo>
                <a:lnTo>
                  <a:pt x="476179" y="1209449"/>
                </a:lnTo>
                <a:lnTo>
                  <a:pt x="476249" y="1201948"/>
                </a:lnTo>
                <a:lnTo>
                  <a:pt x="479792" y="1197468"/>
                </a:lnTo>
                <a:lnTo>
                  <a:pt x="485515" y="1194448"/>
                </a:lnTo>
                <a:lnTo>
                  <a:pt x="490535" y="1186948"/>
                </a:lnTo>
                <a:lnTo>
                  <a:pt x="490599" y="1179447"/>
                </a:lnTo>
                <a:lnTo>
                  <a:pt x="494158" y="1174942"/>
                </a:lnTo>
                <a:lnTo>
                  <a:pt x="499852" y="1171947"/>
                </a:lnTo>
                <a:lnTo>
                  <a:pt x="504913" y="1164447"/>
                </a:lnTo>
                <a:lnTo>
                  <a:pt x="504979" y="1156946"/>
                </a:lnTo>
                <a:lnTo>
                  <a:pt x="508524" y="1153444"/>
                </a:lnTo>
                <a:lnTo>
                  <a:pt x="516120" y="1149446"/>
                </a:lnTo>
                <a:lnTo>
                  <a:pt x="519287" y="1141946"/>
                </a:lnTo>
                <a:lnTo>
                  <a:pt x="519374" y="1134446"/>
                </a:lnTo>
                <a:lnTo>
                  <a:pt x="522891" y="1131582"/>
                </a:lnTo>
                <a:lnTo>
                  <a:pt x="531676" y="1126945"/>
                </a:lnTo>
                <a:lnTo>
                  <a:pt x="533658" y="1119445"/>
                </a:lnTo>
                <a:lnTo>
                  <a:pt x="533785" y="1111945"/>
                </a:lnTo>
                <a:lnTo>
                  <a:pt x="537257" y="1109494"/>
                </a:lnTo>
                <a:lnTo>
                  <a:pt x="546787" y="1104444"/>
                </a:lnTo>
                <a:lnTo>
                  <a:pt x="548026" y="1096944"/>
                </a:lnTo>
                <a:lnTo>
                  <a:pt x="548222" y="1089444"/>
                </a:lnTo>
                <a:lnTo>
                  <a:pt x="551623" y="1085534"/>
                </a:lnTo>
                <a:lnTo>
                  <a:pt x="558243" y="1081943"/>
                </a:lnTo>
                <a:lnTo>
                  <a:pt x="561971" y="1074443"/>
                </a:lnTo>
                <a:lnTo>
                  <a:pt x="562369" y="1066943"/>
                </a:lnTo>
                <a:lnTo>
                  <a:pt x="562542" y="1059443"/>
                </a:lnTo>
                <a:lnTo>
                  <a:pt x="563833" y="1051942"/>
                </a:lnTo>
                <a:lnTo>
                  <a:pt x="565990" y="1049714"/>
                </a:lnTo>
                <a:lnTo>
                  <a:pt x="573983" y="1044442"/>
                </a:lnTo>
                <a:lnTo>
                  <a:pt x="576480" y="1036942"/>
                </a:lnTo>
                <a:lnTo>
                  <a:pt x="576758" y="1029441"/>
                </a:lnTo>
                <a:lnTo>
                  <a:pt x="576983" y="1021941"/>
                </a:lnTo>
                <a:lnTo>
                  <a:pt x="578908" y="1014441"/>
                </a:lnTo>
                <a:lnTo>
                  <a:pt x="580356" y="1013161"/>
                </a:lnTo>
                <a:lnTo>
                  <a:pt x="589269" y="1006940"/>
                </a:lnTo>
                <a:lnTo>
                  <a:pt x="590943" y="999440"/>
                </a:lnTo>
                <a:lnTo>
                  <a:pt x="591145" y="991940"/>
                </a:lnTo>
                <a:lnTo>
                  <a:pt x="591459" y="984440"/>
                </a:lnTo>
                <a:lnTo>
                  <a:pt x="594332" y="976939"/>
                </a:lnTo>
                <a:lnTo>
                  <a:pt x="594723" y="976633"/>
                </a:lnTo>
                <a:lnTo>
                  <a:pt x="604251" y="969439"/>
                </a:lnTo>
                <a:lnTo>
                  <a:pt x="605374" y="961939"/>
                </a:lnTo>
                <a:lnTo>
                  <a:pt x="605535" y="954438"/>
                </a:lnTo>
                <a:lnTo>
                  <a:pt x="605989" y="946938"/>
                </a:lnTo>
                <a:lnTo>
                  <a:pt x="609089" y="941071"/>
                </a:lnTo>
                <a:lnTo>
                  <a:pt x="611772" y="939438"/>
                </a:lnTo>
                <a:lnTo>
                  <a:pt x="619276" y="931938"/>
                </a:lnTo>
                <a:lnTo>
                  <a:pt x="619857" y="924437"/>
                </a:lnTo>
                <a:lnTo>
                  <a:pt x="620329" y="916937"/>
                </a:lnTo>
                <a:lnTo>
                  <a:pt x="623455" y="912935"/>
                </a:lnTo>
                <a:lnTo>
                  <a:pt x="629512" y="909437"/>
                </a:lnTo>
                <a:lnTo>
                  <a:pt x="633965" y="901936"/>
                </a:lnTo>
                <a:lnTo>
                  <a:pt x="634273" y="894436"/>
                </a:lnTo>
                <a:lnTo>
                  <a:pt x="635254" y="886936"/>
                </a:lnTo>
                <a:lnTo>
                  <a:pt x="637822" y="884664"/>
                </a:lnTo>
                <a:lnTo>
                  <a:pt x="646447" y="879435"/>
                </a:lnTo>
                <a:lnTo>
                  <a:pt x="648482" y="871935"/>
                </a:lnTo>
                <a:lnTo>
                  <a:pt x="648718" y="864435"/>
                </a:lnTo>
                <a:lnTo>
                  <a:pt x="650846" y="856935"/>
                </a:lnTo>
                <a:lnTo>
                  <a:pt x="652188" y="855989"/>
                </a:lnTo>
                <a:lnTo>
                  <a:pt x="661985" y="849434"/>
                </a:lnTo>
                <a:lnTo>
                  <a:pt x="662923" y="841934"/>
                </a:lnTo>
                <a:lnTo>
                  <a:pt x="663241" y="834434"/>
                </a:lnTo>
                <a:lnTo>
                  <a:pt x="666554" y="828601"/>
                </a:lnTo>
                <a:lnTo>
                  <a:pt x="669491" y="826933"/>
                </a:lnTo>
                <a:lnTo>
                  <a:pt x="676885" y="819433"/>
                </a:lnTo>
                <a:lnTo>
                  <a:pt x="677339" y="811933"/>
                </a:lnTo>
                <a:lnTo>
                  <a:pt x="677945" y="804432"/>
                </a:lnTo>
                <a:lnTo>
                  <a:pt x="680921" y="801148"/>
                </a:lnTo>
                <a:lnTo>
                  <a:pt x="688125" y="796932"/>
                </a:lnTo>
                <a:lnTo>
                  <a:pt x="691376" y="789432"/>
                </a:lnTo>
                <a:lnTo>
                  <a:pt x="691623" y="781932"/>
                </a:lnTo>
                <a:lnTo>
                  <a:pt x="691731" y="774431"/>
                </a:lnTo>
                <a:lnTo>
                  <a:pt x="691907" y="766931"/>
                </a:lnTo>
                <a:lnTo>
                  <a:pt x="692480" y="759431"/>
                </a:lnTo>
                <a:lnTo>
                  <a:pt x="694533" y="751930"/>
                </a:lnTo>
                <a:lnTo>
                  <a:pt x="695287" y="750814"/>
                </a:lnTo>
                <a:lnTo>
                  <a:pt x="702286" y="744430"/>
                </a:lnTo>
                <a:lnTo>
                  <a:pt x="705000" y="736930"/>
                </a:lnTo>
                <a:lnTo>
                  <a:pt x="705764" y="729430"/>
                </a:lnTo>
                <a:lnTo>
                  <a:pt x="705992" y="721929"/>
                </a:lnTo>
                <a:lnTo>
                  <a:pt x="706096" y="714429"/>
                </a:lnTo>
                <a:lnTo>
                  <a:pt x="706379" y="706929"/>
                </a:lnTo>
                <a:lnTo>
                  <a:pt x="708053" y="699428"/>
                </a:lnTo>
                <a:lnTo>
                  <a:pt x="709654" y="697562"/>
                </a:lnTo>
                <a:lnTo>
                  <a:pt x="717293" y="691928"/>
                </a:lnTo>
                <a:lnTo>
                  <a:pt x="719926" y="684428"/>
                </a:lnTo>
                <a:lnTo>
                  <a:pt x="720366" y="676927"/>
                </a:lnTo>
                <a:lnTo>
                  <a:pt x="720534" y="669427"/>
                </a:lnTo>
                <a:lnTo>
                  <a:pt x="721159" y="661927"/>
                </a:lnTo>
                <a:lnTo>
                  <a:pt x="724020" y="655970"/>
                </a:lnTo>
                <a:lnTo>
                  <a:pt x="726351" y="654427"/>
                </a:lnTo>
                <a:lnTo>
                  <a:pt x="734052" y="646926"/>
                </a:lnTo>
                <a:lnTo>
                  <a:pt x="738386" y="644842"/>
                </a:lnTo>
                <a:lnTo>
                  <a:pt x="741512" y="646926"/>
                </a:lnTo>
                <a:lnTo>
                  <a:pt x="743731" y="654427"/>
                </a:lnTo>
                <a:lnTo>
                  <a:pt x="752753" y="659309"/>
                </a:lnTo>
                <a:lnTo>
                  <a:pt x="756114" y="661927"/>
                </a:lnTo>
                <a:lnTo>
                  <a:pt x="759538" y="669427"/>
                </a:lnTo>
                <a:lnTo>
                  <a:pt x="767119" y="673486"/>
                </a:lnTo>
                <a:lnTo>
                  <a:pt x="770632" y="676927"/>
                </a:lnTo>
                <a:lnTo>
                  <a:pt x="776517" y="684428"/>
                </a:lnTo>
                <a:lnTo>
                  <a:pt x="781486" y="687072"/>
                </a:lnTo>
                <a:lnTo>
                  <a:pt x="785123" y="691928"/>
                </a:lnTo>
                <a:lnTo>
                  <a:pt x="795625" y="699428"/>
                </a:lnTo>
                <a:lnTo>
                  <a:pt x="795852" y="699548"/>
                </a:lnTo>
                <a:lnTo>
                  <a:pt x="799630" y="706929"/>
                </a:lnTo>
                <a:lnTo>
                  <a:pt x="810218" y="713544"/>
                </a:lnTo>
                <a:lnTo>
                  <a:pt x="811793" y="714429"/>
                </a:lnTo>
                <a:lnTo>
                  <a:pt x="814207" y="721929"/>
                </a:lnTo>
                <a:lnTo>
                  <a:pt x="824585" y="727965"/>
                </a:lnTo>
                <a:lnTo>
                  <a:pt x="827071" y="729430"/>
                </a:lnTo>
                <a:lnTo>
                  <a:pt x="828930" y="736930"/>
                </a:lnTo>
                <a:lnTo>
                  <a:pt x="838951" y="742518"/>
                </a:lnTo>
                <a:lnTo>
                  <a:pt x="841945" y="744430"/>
                </a:lnTo>
                <a:lnTo>
                  <a:pt x="843931" y="751930"/>
                </a:lnTo>
                <a:lnTo>
                  <a:pt x="853317" y="757042"/>
                </a:lnTo>
                <a:lnTo>
                  <a:pt x="856601" y="759431"/>
                </a:lnTo>
                <a:lnTo>
                  <a:pt x="864158" y="766931"/>
                </a:lnTo>
                <a:lnTo>
                  <a:pt x="867684" y="768782"/>
                </a:lnTo>
                <a:lnTo>
                  <a:pt x="871919" y="774431"/>
                </a:lnTo>
                <a:lnTo>
                  <a:pt x="882050" y="779848"/>
                </a:lnTo>
                <a:lnTo>
                  <a:pt x="885460" y="781932"/>
                </a:lnTo>
                <a:lnTo>
                  <a:pt x="896417" y="788909"/>
                </a:lnTo>
                <a:lnTo>
                  <a:pt x="897404" y="789432"/>
                </a:lnTo>
                <a:lnTo>
                  <a:pt x="910783" y="795249"/>
                </a:lnTo>
                <a:lnTo>
                  <a:pt x="918056" y="796932"/>
                </a:lnTo>
                <a:lnTo>
                  <a:pt x="925149" y="800357"/>
                </a:lnTo>
                <a:lnTo>
                  <a:pt x="939516" y="802490"/>
                </a:lnTo>
                <a:lnTo>
                  <a:pt x="953882" y="803143"/>
                </a:lnTo>
                <a:lnTo>
                  <a:pt x="957491" y="804432"/>
                </a:lnTo>
                <a:lnTo>
                  <a:pt x="968249" y="809305"/>
                </a:lnTo>
                <a:lnTo>
                  <a:pt x="982615" y="810282"/>
                </a:lnTo>
                <a:lnTo>
                  <a:pt x="985883" y="811933"/>
                </a:lnTo>
                <a:lnTo>
                  <a:pt x="996981" y="817520"/>
                </a:lnTo>
                <a:lnTo>
                  <a:pt x="1001519" y="819433"/>
                </a:lnTo>
                <a:lnTo>
                  <a:pt x="1011348" y="824533"/>
                </a:lnTo>
                <a:lnTo>
                  <a:pt x="1022640" y="826933"/>
                </a:lnTo>
                <a:lnTo>
                  <a:pt x="1025714" y="828535"/>
                </a:lnTo>
                <a:lnTo>
                  <a:pt x="1040080" y="832898"/>
                </a:lnTo>
                <a:lnTo>
                  <a:pt x="1043059" y="834434"/>
                </a:lnTo>
                <a:lnTo>
                  <a:pt x="1054447" y="841324"/>
                </a:lnTo>
                <a:lnTo>
                  <a:pt x="1055593" y="841934"/>
                </a:lnTo>
                <a:lnTo>
                  <a:pt x="1058324" y="849434"/>
                </a:lnTo>
                <a:lnTo>
                  <a:pt x="1068813" y="855159"/>
                </a:lnTo>
                <a:lnTo>
                  <a:pt x="1071950" y="856935"/>
                </a:lnTo>
                <a:lnTo>
                  <a:pt x="1073972" y="864435"/>
                </a:lnTo>
                <a:lnTo>
                  <a:pt x="1083180" y="869297"/>
                </a:lnTo>
                <a:lnTo>
                  <a:pt x="1086729" y="871935"/>
                </a:lnTo>
                <a:lnTo>
                  <a:pt x="1097546" y="877905"/>
                </a:lnTo>
                <a:lnTo>
                  <a:pt x="1100689" y="879435"/>
                </a:lnTo>
                <a:lnTo>
                  <a:pt x="1111912" y="884968"/>
                </a:lnTo>
                <a:lnTo>
                  <a:pt x="1116264" y="886936"/>
                </a:lnTo>
                <a:lnTo>
                  <a:pt x="1126279" y="892140"/>
                </a:lnTo>
                <a:lnTo>
                  <a:pt x="1130237" y="894436"/>
                </a:lnTo>
                <a:lnTo>
                  <a:pt x="1140645" y="900308"/>
                </a:lnTo>
                <a:lnTo>
                  <a:pt x="1143404" y="901936"/>
                </a:lnTo>
                <a:lnTo>
                  <a:pt x="1145037" y="909437"/>
                </a:lnTo>
                <a:lnTo>
                  <a:pt x="1155011" y="914912"/>
                </a:lnTo>
                <a:lnTo>
                  <a:pt x="1158160" y="916937"/>
                </a:lnTo>
                <a:lnTo>
                  <a:pt x="1160085" y="924437"/>
                </a:lnTo>
                <a:lnTo>
                  <a:pt x="1169378" y="929446"/>
                </a:lnTo>
                <a:lnTo>
                  <a:pt x="1172746" y="931938"/>
                </a:lnTo>
                <a:lnTo>
                  <a:pt x="1175700" y="939438"/>
                </a:lnTo>
                <a:lnTo>
                  <a:pt x="1183744" y="943730"/>
                </a:lnTo>
                <a:lnTo>
                  <a:pt x="1187247" y="946938"/>
                </a:lnTo>
                <a:lnTo>
                  <a:pt x="1192358" y="954438"/>
                </a:lnTo>
                <a:lnTo>
                  <a:pt x="1198111" y="957490"/>
                </a:lnTo>
                <a:lnTo>
                  <a:pt x="1201716" y="961939"/>
                </a:lnTo>
                <a:lnTo>
                  <a:pt x="1210938" y="969439"/>
                </a:lnTo>
                <a:lnTo>
                  <a:pt x="1212477" y="970253"/>
                </a:lnTo>
                <a:lnTo>
                  <a:pt x="1216189" y="976939"/>
                </a:lnTo>
                <a:lnTo>
                  <a:pt x="1226843" y="983717"/>
                </a:lnTo>
                <a:lnTo>
                  <a:pt x="1228157" y="984440"/>
                </a:lnTo>
                <a:lnTo>
                  <a:pt x="1230710" y="991940"/>
                </a:lnTo>
                <a:lnTo>
                  <a:pt x="1241210" y="998098"/>
                </a:lnTo>
                <a:lnTo>
                  <a:pt x="1243565" y="999440"/>
                </a:lnTo>
                <a:lnTo>
                  <a:pt x="1245336" y="1006940"/>
                </a:lnTo>
                <a:lnTo>
                  <a:pt x="1255576" y="1012669"/>
                </a:lnTo>
                <a:lnTo>
                  <a:pt x="1258501" y="1014441"/>
                </a:lnTo>
                <a:lnTo>
                  <a:pt x="1260166" y="1021941"/>
                </a:lnTo>
                <a:lnTo>
                  <a:pt x="1269943" y="1027266"/>
                </a:lnTo>
                <a:lnTo>
                  <a:pt x="1273184" y="1029441"/>
                </a:lnTo>
                <a:lnTo>
                  <a:pt x="1275379" y="1036942"/>
                </a:lnTo>
                <a:lnTo>
                  <a:pt x="1284309" y="1041733"/>
                </a:lnTo>
                <a:lnTo>
                  <a:pt x="1287732" y="1044442"/>
                </a:lnTo>
                <a:lnTo>
                  <a:pt x="1291297" y="1051942"/>
                </a:lnTo>
                <a:lnTo>
                  <a:pt x="1298675" y="1055869"/>
                </a:lnTo>
                <a:lnTo>
                  <a:pt x="1302217" y="1059443"/>
                </a:lnTo>
                <a:lnTo>
                  <a:pt x="1308514" y="1066943"/>
                </a:lnTo>
                <a:lnTo>
                  <a:pt x="1313042" y="1069342"/>
                </a:lnTo>
                <a:lnTo>
                  <a:pt x="1316682" y="1074443"/>
                </a:lnTo>
                <a:lnTo>
                  <a:pt x="1327408" y="1081823"/>
                </a:lnTo>
                <a:lnTo>
                  <a:pt x="1327631" y="1081943"/>
                </a:lnTo>
                <a:lnTo>
                  <a:pt x="1331168" y="1089444"/>
                </a:lnTo>
                <a:lnTo>
                  <a:pt x="1341774" y="1095965"/>
                </a:lnTo>
                <a:lnTo>
                  <a:pt x="1343535" y="1096944"/>
                </a:lnTo>
                <a:lnTo>
                  <a:pt x="1345718" y="1104444"/>
                </a:lnTo>
                <a:lnTo>
                  <a:pt x="1356141" y="1110436"/>
                </a:lnTo>
                <a:lnTo>
                  <a:pt x="1358741" y="1111945"/>
                </a:lnTo>
                <a:lnTo>
                  <a:pt x="1360403" y="1119445"/>
                </a:lnTo>
                <a:lnTo>
                  <a:pt x="1370507" y="1124992"/>
                </a:lnTo>
                <a:lnTo>
                  <a:pt x="1373637" y="1126945"/>
                </a:lnTo>
                <a:lnTo>
                  <a:pt x="1375731" y="1134446"/>
                </a:lnTo>
                <a:lnTo>
                  <a:pt x="1384874" y="1139331"/>
                </a:lnTo>
                <a:lnTo>
                  <a:pt x="1388320" y="1141946"/>
                </a:lnTo>
                <a:lnTo>
                  <a:pt x="1392852" y="1149446"/>
                </a:lnTo>
                <a:lnTo>
                  <a:pt x="1399240" y="1152825"/>
                </a:lnTo>
                <a:lnTo>
                  <a:pt x="1402853" y="1156946"/>
                </a:lnTo>
                <a:lnTo>
                  <a:pt x="1413606" y="1164283"/>
                </a:lnTo>
                <a:lnTo>
                  <a:pt x="1413957" y="1164447"/>
                </a:lnTo>
                <a:lnTo>
                  <a:pt x="1417439" y="1171947"/>
                </a:lnTo>
                <a:lnTo>
                  <a:pt x="1427973" y="1178109"/>
                </a:lnTo>
                <a:lnTo>
                  <a:pt x="1434654" y="1179447"/>
                </a:lnTo>
                <a:lnTo>
                  <a:pt x="1434830" y="1186948"/>
                </a:lnTo>
                <a:lnTo>
                  <a:pt x="1442339" y="1191192"/>
                </a:lnTo>
                <a:lnTo>
                  <a:pt x="1450415" y="1186948"/>
                </a:lnTo>
                <a:lnTo>
                  <a:pt x="1448526" y="1179447"/>
                </a:lnTo>
                <a:lnTo>
                  <a:pt x="1445796" y="1171947"/>
                </a:lnTo>
                <a:lnTo>
                  <a:pt x="1442339" y="1165294"/>
                </a:lnTo>
                <a:lnTo>
                  <a:pt x="1442134" y="1164447"/>
                </a:lnTo>
                <a:lnTo>
                  <a:pt x="1440721" y="1156946"/>
                </a:lnTo>
                <a:lnTo>
                  <a:pt x="1439605" y="1149446"/>
                </a:lnTo>
                <a:lnTo>
                  <a:pt x="1438591" y="1141946"/>
                </a:lnTo>
                <a:lnTo>
                  <a:pt x="1437182" y="1134446"/>
                </a:lnTo>
                <a:lnTo>
                  <a:pt x="1434710" y="1126945"/>
                </a:lnTo>
                <a:lnTo>
                  <a:pt x="1430307" y="1119445"/>
                </a:lnTo>
                <a:lnTo>
                  <a:pt x="1427973" y="1116513"/>
                </a:lnTo>
                <a:lnTo>
                  <a:pt x="1426492" y="1111945"/>
                </a:lnTo>
                <a:lnTo>
                  <a:pt x="1424818" y="1104444"/>
                </a:lnTo>
                <a:lnTo>
                  <a:pt x="1423235" y="1096944"/>
                </a:lnTo>
                <a:lnTo>
                  <a:pt x="1421028" y="1089444"/>
                </a:lnTo>
                <a:lnTo>
                  <a:pt x="1417198" y="1081943"/>
                </a:lnTo>
                <a:lnTo>
                  <a:pt x="1413606" y="1077310"/>
                </a:lnTo>
                <a:lnTo>
                  <a:pt x="1412594" y="1074443"/>
                </a:lnTo>
                <a:lnTo>
                  <a:pt x="1410801" y="1066943"/>
                </a:lnTo>
                <a:lnTo>
                  <a:pt x="1409257" y="1059443"/>
                </a:lnTo>
                <a:lnTo>
                  <a:pt x="1407264" y="1051942"/>
                </a:lnTo>
                <a:lnTo>
                  <a:pt x="1403921" y="1044442"/>
                </a:lnTo>
                <a:lnTo>
                  <a:pt x="1399240" y="1038221"/>
                </a:lnTo>
                <a:lnTo>
                  <a:pt x="1398749" y="1036942"/>
                </a:lnTo>
                <a:lnTo>
                  <a:pt x="1396796" y="1029441"/>
                </a:lnTo>
                <a:lnTo>
                  <a:pt x="1395256" y="1021941"/>
                </a:lnTo>
                <a:lnTo>
                  <a:pt x="1393432" y="1014441"/>
                </a:lnTo>
                <a:lnTo>
                  <a:pt x="1390500" y="1006940"/>
                </a:lnTo>
                <a:lnTo>
                  <a:pt x="1385133" y="999440"/>
                </a:lnTo>
                <a:lnTo>
                  <a:pt x="1384874" y="999125"/>
                </a:lnTo>
                <a:lnTo>
                  <a:pt x="1382812" y="991940"/>
                </a:lnTo>
                <a:lnTo>
                  <a:pt x="1381241" y="984440"/>
                </a:lnTo>
                <a:lnTo>
                  <a:pt x="1379545" y="976939"/>
                </a:lnTo>
                <a:lnTo>
                  <a:pt x="1376956" y="969439"/>
                </a:lnTo>
                <a:lnTo>
                  <a:pt x="1372306" y="961939"/>
                </a:lnTo>
                <a:lnTo>
                  <a:pt x="1370507" y="959700"/>
                </a:lnTo>
                <a:lnTo>
                  <a:pt x="1368858" y="954438"/>
                </a:lnTo>
                <a:lnTo>
                  <a:pt x="1367219" y="946938"/>
                </a:lnTo>
                <a:lnTo>
                  <a:pt x="1365612" y="939438"/>
                </a:lnTo>
                <a:lnTo>
                  <a:pt x="1363309" y="931938"/>
                </a:lnTo>
                <a:lnTo>
                  <a:pt x="1359269" y="924437"/>
                </a:lnTo>
                <a:lnTo>
                  <a:pt x="1356141" y="920444"/>
                </a:lnTo>
                <a:lnTo>
                  <a:pt x="1354942" y="916937"/>
                </a:lnTo>
                <a:lnTo>
                  <a:pt x="1353199" y="909437"/>
                </a:lnTo>
                <a:lnTo>
                  <a:pt x="1351645" y="901936"/>
                </a:lnTo>
                <a:lnTo>
                  <a:pt x="1349575" y="894436"/>
                </a:lnTo>
                <a:lnTo>
                  <a:pt x="1346054" y="886936"/>
                </a:lnTo>
                <a:lnTo>
                  <a:pt x="1341774" y="881316"/>
                </a:lnTo>
                <a:lnTo>
                  <a:pt x="1341075" y="879435"/>
                </a:lnTo>
                <a:lnTo>
                  <a:pt x="1339189" y="871935"/>
                </a:lnTo>
                <a:lnTo>
                  <a:pt x="1337652" y="864435"/>
                </a:lnTo>
                <a:lnTo>
                  <a:pt x="1335768" y="856935"/>
                </a:lnTo>
                <a:lnTo>
                  <a:pt x="1332685" y="849434"/>
                </a:lnTo>
                <a:lnTo>
                  <a:pt x="1327408" y="842279"/>
                </a:lnTo>
                <a:lnTo>
                  <a:pt x="1327269" y="841934"/>
                </a:lnTo>
                <a:lnTo>
                  <a:pt x="1327408" y="839742"/>
                </a:lnTo>
                <a:lnTo>
                  <a:pt x="1328271" y="834434"/>
                </a:lnTo>
                <a:lnTo>
                  <a:pt x="1336216" y="826933"/>
                </a:lnTo>
                <a:lnTo>
                  <a:pt x="1338657" y="819433"/>
                </a:lnTo>
                <a:lnTo>
                  <a:pt x="1341774" y="812648"/>
                </a:lnTo>
                <a:lnTo>
                  <a:pt x="1342773" y="811933"/>
                </a:lnTo>
                <a:lnTo>
                  <a:pt x="1350972" y="804432"/>
                </a:lnTo>
                <a:lnTo>
                  <a:pt x="1354716" y="796932"/>
                </a:lnTo>
                <a:lnTo>
                  <a:pt x="1356141" y="795908"/>
                </a:lnTo>
                <a:lnTo>
                  <a:pt x="1365990" y="789432"/>
                </a:lnTo>
                <a:lnTo>
                  <a:pt x="1370289" y="781932"/>
                </a:lnTo>
                <a:lnTo>
                  <a:pt x="1370507" y="781787"/>
                </a:lnTo>
                <a:lnTo>
                  <a:pt x="1380894" y="774431"/>
                </a:lnTo>
                <a:lnTo>
                  <a:pt x="1384874" y="768808"/>
                </a:lnTo>
                <a:lnTo>
                  <a:pt x="1388148" y="766931"/>
                </a:lnTo>
                <a:lnTo>
                  <a:pt x="1395720" y="759431"/>
                </a:lnTo>
                <a:lnTo>
                  <a:pt x="1399240" y="755356"/>
                </a:lnTo>
                <a:lnTo>
                  <a:pt x="1405128" y="751930"/>
                </a:lnTo>
                <a:lnTo>
                  <a:pt x="1410549" y="744430"/>
                </a:lnTo>
                <a:lnTo>
                  <a:pt x="1413606" y="741464"/>
                </a:lnTo>
                <a:lnTo>
                  <a:pt x="1421232" y="736930"/>
                </a:lnTo>
                <a:lnTo>
                  <a:pt x="1425464" y="729430"/>
                </a:lnTo>
                <a:lnTo>
                  <a:pt x="1427973" y="727329"/>
                </a:lnTo>
                <a:lnTo>
                  <a:pt x="1436768" y="721929"/>
                </a:lnTo>
                <a:lnTo>
                  <a:pt x="1440561" y="714429"/>
                </a:lnTo>
                <a:lnTo>
                  <a:pt x="1442339" y="713104"/>
                </a:lnTo>
                <a:lnTo>
                  <a:pt x="1451943" y="706929"/>
                </a:lnTo>
                <a:lnTo>
                  <a:pt x="1455971" y="699428"/>
                </a:lnTo>
                <a:lnTo>
                  <a:pt x="1456705" y="698927"/>
                </a:lnTo>
                <a:lnTo>
                  <a:pt x="1466901" y="691928"/>
                </a:lnTo>
                <a:lnTo>
                  <a:pt x="1471072" y="685544"/>
                </a:lnTo>
                <a:lnTo>
                  <a:pt x="1473028" y="684428"/>
                </a:lnTo>
                <a:lnTo>
                  <a:pt x="1481747" y="676927"/>
                </a:lnTo>
                <a:lnTo>
                  <a:pt x="1485438" y="672327"/>
                </a:lnTo>
                <a:lnTo>
                  <a:pt x="1490454" y="669427"/>
                </a:lnTo>
                <a:lnTo>
                  <a:pt x="1496565" y="661927"/>
                </a:lnTo>
                <a:lnTo>
                  <a:pt x="1499805" y="659660"/>
                </a:lnTo>
                <a:lnTo>
                  <a:pt x="1509029" y="654427"/>
                </a:lnTo>
                <a:lnTo>
                  <a:pt x="1514171" y="649176"/>
                </a:lnTo>
                <a:lnTo>
                  <a:pt x="1518406" y="646926"/>
                </a:lnTo>
                <a:lnTo>
                  <a:pt x="1526120" y="639426"/>
                </a:lnTo>
                <a:lnTo>
                  <a:pt x="1528537" y="638127"/>
                </a:lnTo>
                <a:lnTo>
                  <a:pt x="1539439" y="631926"/>
                </a:lnTo>
                <a:lnTo>
                  <a:pt x="1542904" y="629880"/>
                </a:lnTo>
                <a:lnTo>
                  <a:pt x="1553139" y="624425"/>
                </a:lnTo>
                <a:lnTo>
                  <a:pt x="1557270" y="621050"/>
                </a:lnTo>
                <a:lnTo>
                  <a:pt x="1565120" y="616925"/>
                </a:lnTo>
                <a:lnTo>
                  <a:pt x="1570699" y="609425"/>
                </a:lnTo>
                <a:lnTo>
                  <a:pt x="1571637" y="608928"/>
                </a:lnTo>
                <a:lnTo>
                  <a:pt x="1582900" y="601924"/>
                </a:lnTo>
                <a:lnTo>
                  <a:pt x="1586003" y="600205"/>
                </a:lnTo>
                <a:lnTo>
                  <a:pt x="1596625" y="594424"/>
                </a:lnTo>
                <a:lnTo>
                  <a:pt x="1600369" y="591929"/>
                </a:lnTo>
                <a:lnTo>
                  <a:pt x="1609852" y="586924"/>
                </a:lnTo>
                <a:lnTo>
                  <a:pt x="1614736" y="581651"/>
                </a:lnTo>
                <a:lnTo>
                  <a:pt x="1618982" y="579424"/>
                </a:lnTo>
                <a:lnTo>
                  <a:pt x="1626688" y="571923"/>
                </a:lnTo>
                <a:lnTo>
                  <a:pt x="1629102" y="570626"/>
                </a:lnTo>
                <a:lnTo>
                  <a:pt x="1640004" y="564423"/>
                </a:lnTo>
                <a:lnTo>
                  <a:pt x="1643468" y="562378"/>
                </a:lnTo>
                <a:lnTo>
                  <a:pt x="1653705" y="556923"/>
                </a:lnTo>
                <a:lnTo>
                  <a:pt x="1657835" y="553551"/>
                </a:lnTo>
                <a:lnTo>
                  <a:pt x="1665691" y="549422"/>
                </a:lnTo>
                <a:lnTo>
                  <a:pt x="1671270" y="541922"/>
                </a:lnTo>
                <a:lnTo>
                  <a:pt x="1672201" y="541429"/>
                </a:lnTo>
                <a:lnTo>
                  <a:pt x="1683466" y="534422"/>
                </a:lnTo>
                <a:lnTo>
                  <a:pt x="1686568" y="532703"/>
                </a:lnTo>
                <a:lnTo>
                  <a:pt x="1697191" y="526922"/>
                </a:lnTo>
                <a:lnTo>
                  <a:pt x="1700934" y="524428"/>
                </a:lnTo>
                <a:lnTo>
                  <a:pt x="1710420" y="519421"/>
                </a:lnTo>
                <a:lnTo>
                  <a:pt x="1715300" y="514156"/>
                </a:lnTo>
                <a:lnTo>
                  <a:pt x="1719562" y="511921"/>
                </a:lnTo>
                <a:lnTo>
                  <a:pt x="1727255" y="504421"/>
                </a:lnTo>
                <a:lnTo>
                  <a:pt x="1729667" y="503125"/>
                </a:lnTo>
                <a:lnTo>
                  <a:pt x="1740570" y="496920"/>
                </a:lnTo>
                <a:lnTo>
                  <a:pt x="1744033" y="494876"/>
                </a:lnTo>
                <a:lnTo>
                  <a:pt x="1754271" y="489420"/>
                </a:lnTo>
                <a:lnTo>
                  <a:pt x="1758399" y="486052"/>
                </a:lnTo>
                <a:lnTo>
                  <a:pt x="1766263" y="481920"/>
                </a:lnTo>
                <a:lnTo>
                  <a:pt x="1771841" y="474419"/>
                </a:lnTo>
                <a:lnTo>
                  <a:pt x="1772766" y="473929"/>
                </a:lnTo>
                <a:lnTo>
                  <a:pt x="1784032" y="466919"/>
                </a:lnTo>
                <a:lnTo>
                  <a:pt x="1787132" y="465202"/>
                </a:lnTo>
                <a:lnTo>
                  <a:pt x="1797756" y="459419"/>
                </a:lnTo>
                <a:lnTo>
                  <a:pt x="1801499" y="456927"/>
                </a:lnTo>
                <a:lnTo>
                  <a:pt x="1810988" y="451918"/>
                </a:lnTo>
                <a:lnTo>
                  <a:pt x="1815865" y="446661"/>
                </a:lnTo>
                <a:lnTo>
                  <a:pt x="1820142" y="444418"/>
                </a:lnTo>
                <a:lnTo>
                  <a:pt x="1827823" y="436918"/>
                </a:lnTo>
                <a:lnTo>
                  <a:pt x="1830231" y="435624"/>
                </a:lnTo>
                <a:lnTo>
                  <a:pt x="1841135" y="429418"/>
                </a:lnTo>
                <a:lnTo>
                  <a:pt x="1844598" y="427375"/>
                </a:lnTo>
                <a:lnTo>
                  <a:pt x="1854838" y="421917"/>
                </a:lnTo>
                <a:lnTo>
                  <a:pt x="1858964" y="418553"/>
                </a:lnTo>
                <a:lnTo>
                  <a:pt x="1866834" y="414417"/>
                </a:lnTo>
                <a:lnTo>
                  <a:pt x="1872412" y="406917"/>
                </a:lnTo>
                <a:lnTo>
                  <a:pt x="1873331" y="406430"/>
                </a:lnTo>
                <a:lnTo>
                  <a:pt x="1884598" y="399416"/>
                </a:lnTo>
                <a:lnTo>
                  <a:pt x="1887697" y="397700"/>
                </a:lnTo>
                <a:lnTo>
                  <a:pt x="1898322" y="391916"/>
                </a:lnTo>
                <a:lnTo>
                  <a:pt x="1902063" y="389426"/>
                </a:lnTo>
                <a:lnTo>
                  <a:pt x="1911555" y="384416"/>
                </a:lnTo>
                <a:lnTo>
                  <a:pt x="1916430" y="379167"/>
                </a:lnTo>
                <a:lnTo>
                  <a:pt x="1920722" y="376916"/>
                </a:lnTo>
                <a:lnTo>
                  <a:pt x="1928391" y="369415"/>
                </a:lnTo>
                <a:lnTo>
                  <a:pt x="1930796" y="368123"/>
                </a:lnTo>
                <a:lnTo>
                  <a:pt x="1941701" y="361915"/>
                </a:lnTo>
                <a:lnTo>
                  <a:pt x="1945162" y="359873"/>
                </a:lnTo>
                <a:lnTo>
                  <a:pt x="1955404" y="354415"/>
                </a:lnTo>
                <a:lnTo>
                  <a:pt x="1959529" y="351054"/>
                </a:lnTo>
                <a:lnTo>
                  <a:pt x="1967406" y="346914"/>
                </a:lnTo>
                <a:lnTo>
                  <a:pt x="1972983" y="339414"/>
                </a:lnTo>
                <a:lnTo>
                  <a:pt x="1973895" y="338931"/>
                </a:lnTo>
                <a:lnTo>
                  <a:pt x="1985164" y="331914"/>
                </a:lnTo>
                <a:lnTo>
                  <a:pt x="1988262" y="330198"/>
                </a:lnTo>
                <a:lnTo>
                  <a:pt x="1998887" y="324413"/>
                </a:lnTo>
                <a:lnTo>
                  <a:pt x="2002628" y="321925"/>
                </a:lnTo>
                <a:lnTo>
                  <a:pt x="2012123" y="316913"/>
                </a:lnTo>
                <a:lnTo>
                  <a:pt x="2016994" y="311672"/>
                </a:lnTo>
                <a:lnTo>
                  <a:pt x="2021302" y="309413"/>
                </a:lnTo>
                <a:lnTo>
                  <a:pt x="2028958" y="301913"/>
                </a:lnTo>
                <a:lnTo>
                  <a:pt x="2031361" y="300622"/>
                </a:lnTo>
                <a:lnTo>
                  <a:pt x="2042266" y="294412"/>
                </a:lnTo>
                <a:lnTo>
                  <a:pt x="2045727" y="292372"/>
                </a:lnTo>
                <a:lnTo>
                  <a:pt x="2055970" y="286912"/>
                </a:lnTo>
                <a:lnTo>
                  <a:pt x="2060093" y="283555"/>
                </a:lnTo>
                <a:lnTo>
                  <a:pt x="2067977" y="279412"/>
                </a:lnTo>
                <a:lnTo>
                  <a:pt x="2073554" y="271911"/>
                </a:lnTo>
                <a:lnTo>
                  <a:pt x="2074460" y="271431"/>
                </a:lnTo>
                <a:lnTo>
                  <a:pt x="2085730" y="264411"/>
                </a:lnTo>
                <a:lnTo>
                  <a:pt x="2088826" y="262696"/>
                </a:lnTo>
                <a:lnTo>
                  <a:pt x="2099453" y="256911"/>
                </a:lnTo>
                <a:lnTo>
                  <a:pt x="2103192" y="254424"/>
                </a:lnTo>
                <a:lnTo>
                  <a:pt x="2112691" y="249410"/>
                </a:lnTo>
                <a:lnTo>
                  <a:pt x="2117559" y="244177"/>
                </a:lnTo>
                <a:lnTo>
                  <a:pt x="2121882" y="241910"/>
                </a:lnTo>
                <a:lnTo>
                  <a:pt x="2129526" y="234410"/>
                </a:lnTo>
                <a:lnTo>
                  <a:pt x="2131925" y="233120"/>
                </a:lnTo>
                <a:lnTo>
                  <a:pt x="2142831" y="226909"/>
                </a:lnTo>
                <a:lnTo>
                  <a:pt x="2146292" y="224870"/>
                </a:lnTo>
                <a:lnTo>
                  <a:pt x="2156536" y="219409"/>
                </a:lnTo>
                <a:lnTo>
                  <a:pt x="2160658" y="216056"/>
                </a:lnTo>
                <a:lnTo>
                  <a:pt x="2168549" y="211909"/>
                </a:lnTo>
                <a:lnTo>
                  <a:pt x="2174125" y="204409"/>
                </a:lnTo>
                <a:lnTo>
                  <a:pt x="2175025" y="203932"/>
                </a:lnTo>
                <a:lnTo>
                  <a:pt x="2186296" y="196908"/>
                </a:lnTo>
                <a:lnTo>
                  <a:pt x="2189391" y="195195"/>
                </a:lnTo>
                <a:lnTo>
                  <a:pt x="2200018" y="189408"/>
                </a:lnTo>
                <a:lnTo>
                  <a:pt x="2203757" y="186923"/>
                </a:lnTo>
                <a:lnTo>
                  <a:pt x="2213259" y="181908"/>
                </a:lnTo>
                <a:lnTo>
                  <a:pt x="2218124" y="176683"/>
                </a:lnTo>
                <a:lnTo>
                  <a:pt x="2222462" y="174407"/>
                </a:lnTo>
                <a:lnTo>
                  <a:pt x="2230093" y="166907"/>
                </a:lnTo>
                <a:lnTo>
                  <a:pt x="2232490" y="165620"/>
                </a:lnTo>
                <a:lnTo>
                  <a:pt x="2243397" y="159407"/>
                </a:lnTo>
                <a:lnTo>
                  <a:pt x="2246856" y="157368"/>
                </a:lnTo>
                <a:lnTo>
                  <a:pt x="2257102" y="151907"/>
                </a:lnTo>
                <a:lnTo>
                  <a:pt x="2261223" y="148557"/>
                </a:lnTo>
                <a:lnTo>
                  <a:pt x="2269120" y="144406"/>
                </a:lnTo>
                <a:lnTo>
                  <a:pt x="2274696" y="136906"/>
                </a:lnTo>
                <a:lnTo>
                  <a:pt x="2275589" y="136433"/>
                </a:lnTo>
                <a:lnTo>
                  <a:pt x="2286862" y="129406"/>
                </a:lnTo>
                <a:lnTo>
                  <a:pt x="2289955" y="127693"/>
                </a:lnTo>
                <a:lnTo>
                  <a:pt x="2300584" y="121905"/>
                </a:lnTo>
                <a:lnTo>
                  <a:pt x="2304322" y="119422"/>
                </a:lnTo>
                <a:lnTo>
                  <a:pt x="2313826" y="114405"/>
                </a:lnTo>
                <a:lnTo>
                  <a:pt x="2318688" y="109188"/>
                </a:lnTo>
                <a:lnTo>
                  <a:pt x="2323042" y="106905"/>
                </a:lnTo>
                <a:lnTo>
                  <a:pt x="2330661" y="99405"/>
                </a:lnTo>
                <a:lnTo>
                  <a:pt x="2333055" y="98119"/>
                </a:lnTo>
                <a:lnTo>
                  <a:pt x="2343963" y="91904"/>
                </a:lnTo>
                <a:lnTo>
                  <a:pt x="2347421" y="89867"/>
                </a:lnTo>
                <a:lnTo>
                  <a:pt x="2357668" y="84404"/>
                </a:lnTo>
                <a:lnTo>
                  <a:pt x="2361787" y="81058"/>
                </a:lnTo>
                <a:lnTo>
                  <a:pt x="2369692" y="76904"/>
                </a:lnTo>
                <a:lnTo>
                  <a:pt x="2375267" y="69403"/>
                </a:lnTo>
                <a:lnTo>
                  <a:pt x="2376154" y="68934"/>
                </a:lnTo>
                <a:lnTo>
                  <a:pt x="2387428" y="61903"/>
                </a:lnTo>
                <a:lnTo>
                  <a:pt x="2390520" y="60191"/>
                </a:lnTo>
                <a:lnTo>
                  <a:pt x="2401149" y="54403"/>
                </a:lnTo>
                <a:lnTo>
                  <a:pt x="2404886" y="51921"/>
                </a:lnTo>
                <a:lnTo>
                  <a:pt x="2414394" y="46902"/>
                </a:lnTo>
                <a:lnTo>
                  <a:pt x="2419253" y="41693"/>
                </a:lnTo>
                <a:lnTo>
                  <a:pt x="2423622" y="39402"/>
                </a:lnTo>
                <a:lnTo>
                  <a:pt x="2431228" y="31902"/>
                </a:lnTo>
                <a:lnTo>
                  <a:pt x="2433619" y="30618"/>
                </a:lnTo>
                <a:lnTo>
                  <a:pt x="2444528" y="24401"/>
                </a:lnTo>
                <a:lnTo>
                  <a:pt x="2447986" y="22365"/>
                </a:lnTo>
                <a:lnTo>
                  <a:pt x="2458235" y="16901"/>
                </a:lnTo>
                <a:lnTo>
                  <a:pt x="2462352" y="13559"/>
                </a:lnTo>
                <a:lnTo>
                  <a:pt x="2470263" y="9401"/>
                </a:lnTo>
                <a:lnTo>
                  <a:pt x="2475838" y="1901"/>
                </a:lnTo>
                <a:lnTo>
                  <a:pt x="2476718" y="1434"/>
                </a:lnTo>
                <a:lnTo>
                  <a:pt x="2476718" y="0"/>
                </a:lnTo>
                <a:lnTo>
                  <a:pt x="2473131" y="1901"/>
                </a:lnTo>
                <a:lnTo>
                  <a:pt x="2466376" y="9401"/>
                </a:lnTo>
                <a:lnTo>
                  <a:pt x="2462352" y="11516"/>
                </a:lnTo>
                <a:lnTo>
                  <a:pt x="2455718" y="16901"/>
                </a:lnTo>
                <a:lnTo>
                  <a:pt x="2447986" y="21023"/>
                </a:lnTo>
                <a:lnTo>
                  <a:pt x="2442251" y="24401"/>
                </a:lnTo>
                <a:lnTo>
                  <a:pt x="2433619" y="29320"/>
                </a:lnTo>
                <a:lnTo>
                  <a:pt x="2428812" y="31902"/>
                </a:lnTo>
                <a:lnTo>
                  <a:pt x="2419253" y="38918"/>
                </a:lnTo>
                <a:lnTo>
                  <a:pt x="2418333" y="39402"/>
                </a:lnTo>
                <a:lnTo>
                  <a:pt x="2411455" y="46902"/>
                </a:lnTo>
                <a:lnTo>
                  <a:pt x="2404886" y="50370"/>
                </a:lnTo>
                <a:lnTo>
                  <a:pt x="2398812" y="54403"/>
                </a:lnTo>
                <a:lnTo>
                  <a:pt x="2390520" y="58919"/>
                </a:lnTo>
                <a:lnTo>
                  <a:pt x="2385129" y="61903"/>
                </a:lnTo>
                <a:lnTo>
                  <a:pt x="2376154" y="67500"/>
                </a:lnTo>
                <a:lnTo>
                  <a:pt x="2372561" y="69403"/>
                </a:lnTo>
                <a:lnTo>
                  <a:pt x="2365800" y="76904"/>
                </a:lnTo>
                <a:lnTo>
                  <a:pt x="2361787" y="79013"/>
                </a:lnTo>
                <a:lnTo>
                  <a:pt x="2355151" y="84404"/>
                </a:lnTo>
                <a:lnTo>
                  <a:pt x="2347421" y="88525"/>
                </a:lnTo>
                <a:lnTo>
                  <a:pt x="2341685" y="91904"/>
                </a:lnTo>
                <a:lnTo>
                  <a:pt x="2333055" y="96821"/>
                </a:lnTo>
                <a:lnTo>
                  <a:pt x="2328245" y="99405"/>
                </a:lnTo>
                <a:lnTo>
                  <a:pt x="2318688" y="106415"/>
                </a:lnTo>
                <a:lnTo>
                  <a:pt x="2317757" y="106905"/>
                </a:lnTo>
                <a:lnTo>
                  <a:pt x="2310885" y="114405"/>
                </a:lnTo>
                <a:lnTo>
                  <a:pt x="2304322" y="117870"/>
                </a:lnTo>
                <a:lnTo>
                  <a:pt x="2298247" y="121905"/>
                </a:lnTo>
                <a:lnTo>
                  <a:pt x="2289955" y="126420"/>
                </a:lnTo>
                <a:lnTo>
                  <a:pt x="2284563" y="129406"/>
                </a:lnTo>
                <a:lnTo>
                  <a:pt x="2275589" y="135000"/>
                </a:lnTo>
                <a:lnTo>
                  <a:pt x="2271991" y="136906"/>
                </a:lnTo>
                <a:lnTo>
                  <a:pt x="2265225" y="144406"/>
                </a:lnTo>
                <a:lnTo>
                  <a:pt x="2261223" y="146509"/>
                </a:lnTo>
                <a:lnTo>
                  <a:pt x="2254584" y="151907"/>
                </a:lnTo>
                <a:lnTo>
                  <a:pt x="2246856" y="156026"/>
                </a:lnTo>
                <a:lnTo>
                  <a:pt x="2241119" y="159407"/>
                </a:lnTo>
                <a:lnTo>
                  <a:pt x="2232490" y="164322"/>
                </a:lnTo>
                <a:lnTo>
                  <a:pt x="2227678" y="166907"/>
                </a:lnTo>
                <a:lnTo>
                  <a:pt x="2218124" y="173911"/>
                </a:lnTo>
                <a:lnTo>
                  <a:pt x="2217181" y="174407"/>
                </a:lnTo>
                <a:lnTo>
                  <a:pt x="2210316" y="181908"/>
                </a:lnTo>
                <a:lnTo>
                  <a:pt x="2203757" y="185370"/>
                </a:lnTo>
                <a:lnTo>
                  <a:pt x="2197681" y="189408"/>
                </a:lnTo>
                <a:lnTo>
                  <a:pt x="2189391" y="193922"/>
                </a:lnTo>
                <a:lnTo>
                  <a:pt x="2183997" y="196908"/>
                </a:lnTo>
                <a:lnTo>
                  <a:pt x="2175025" y="202500"/>
                </a:lnTo>
                <a:lnTo>
                  <a:pt x="2171421" y="204409"/>
                </a:lnTo>
                <a:lnTo>
                  <a:pt x="2164649" y="211909"/>
                </a:lnTo>
                <a:lnTo>
                  <a:pt x="2160658" y="214006"/>
                </a:lnTo>
                <a:lnTo>
                  <a:pt x="2154017" y="219409"/>
                </a:lnTo>
                <a:lnTo>
                  <a:pt x="2146292" y="223527"/>
                </a:lnTo>
                <a:lnTo>
                  <a:pt x="2140554" y="226909"/>
                </a:lnTo>
                <a:lnTo>
                  <a:pt x="2131925" y="231823"/>
                </a:lnTo>
                <a:lnTo>
                  <a:pt x="2127111" y="234410"/>
                </a:lnTo>
                <a:lnTo>
                  <a:pt x="2117559" y="241408"/>
                </a:lnTo>
                <a:lnTo>
                  <a:pt x="2116605" y="241910"/>
                </a:lnTo>
                <a:lnTo>
                  <a:pt x="2109746" y="249410"/>
                </a:lnTo>
                <a:lnTo>
                  <a:pt x="2103192" y="252870"/>
                </a:lnTo>
                <a:lnTo>
                  <a:pt x="2097115" y="256911"/>
                </a:lnTo>
                <a:lnTo>
                  <a:pt x="2088826" y="261423"/>
                </a:lnTo>
                <a:lnTo>
                  <a:pt x="2083431" y="264411"/>
                </a:lnTo>
                <a:lnTo>
                  <a:pt x="2074460" y="270000"/>
                </a:lnTo>
                <a:lnTo>
                  <a:pt x="2070851" y="271911"/>
                </a:lnTo>
                <a:lnTo>
                  <a:pt x="2064074" y="279412"/>
                </a:lnTo>
                <a:lnTo>
                  <a:pt x="2060093" y="281503"/>
                </a:lnTo>
                <a:lnTo>
                  <a:pt x="2053450" y="286912"/>
                </a:lnTo>
                <a:lnTo>
                  <a:pt x="2045727" y="291028"/>
                </a:lnTo>
                <a:lnTo>
                  <a:pt x="2039988" y="294412"/>
                </a:lnTo>
                <a:lnTo>
                  <a:pt x="2031361" y="299325"/>
                </a:lnTo>
                <a:lnTo>
                  <a:pt x="2026544" y="301913"/>
                </a:lnTo>
                <a:lnTo>
                  <a:pt x="2016994" y="308905"/>
                </a:lnTo>
                <a:lnTo>
                  <a:pt x="2016029" y="309413"/>
                </a:lnTo>
                <a:lnTo>
                  <a:pt x="2009176" y="316913"/>
                </a:lnTo>
                <a:lnTo>
                  <a:pt x="2002628" y="320370"/>
                </a:lnTo>
                <a:lnTo>
                  <a:pt x="1996549" y="324413"/>
                </a:lnTo>
                <a:lnTo>
                  <a:pt x="1988262" y="328925"/>
                </a:lnTo>
                <a:lnTo>
                  <a:pt x="1982865" y="331914"/>
                </a:lnTo>
                <a:lnTo>
                  <a:pt x="1973895" y="337500"/>
                </a:lnTo>
                <a:lnTo>
                  <a:pt x="1970281" y="339414"/>
                </a:lnTo>
                <a:lnTo>
                  <a:pt x="1963498" y="346914"/>
                </a:lnTo>
                <a:lnTo>
                  <a:pt x="1959529" y="349000"/>
                </a:lnTo>
                <a:lnTo>
                  <a:pt x="1952883" y="354415"/>
                </a:lnTo>
                <a:lnTo>
                  <a:pt x="1945162" y="358530"/>
                </a:lnTo>
                <a:lnTo>
                  <a:pt x="1939423" y="361915"/>
                </a:lnTo>
                <a:lnTo>
                  <a:pt x="1930796" y="366826"/>
                </a:lnTo>
                <a:lnTo>
                  <a:pt x="1925977" y="369415"/>
                </a:lnTo>
                <a:lnTo>
                  <a:pt x="1916430" y="376402"/>
                </a:lnTo>
                <a:lnTo>
                  <a:pt x="1915453" y="376916"/>
                </a:lnTo>
                <a:lnTo>
                  <a:pt x="1908607" y="384416"/>
                </a:lnTo>
                <a:lnTo>
                  <a:pt x="1902063" y="387870"/>
                </a:lnTo>
                <a:lnTo>
                  <a:pt x="1895983" y="391916"/>
                </a:lnTo>
                <a:lnTo>
                  <a:pt x="1887697" y="396427"/>
                </a:lnTo>
                <a:lnTo>
                  <a:pt x="1882299" y="399416"/>
                </a:lnTo>
                <a:lnTo>
                  <a:pt x="1873331" y="405000"/>
                </a:lnTo>
                <a:lnTo>
                  <a:pt x="1869712" y="406917"/>
                </a:lnTo>
                <a:lnTo>
                  <a:pt x="1862922" y="414417"/>
                </a:lnTo>
                <a:lnTo>
                  <a:pt x="1858964" y="416497"/>
                </a:lnTo>
                <a:lnTo>
                  <a:pt x="1852316" y="421917"/>
                </a:lnTo>
                <a:lnTo>
                  <a:pt x="1844598" y="426031"/>
                </a:lnTo>
                <a:lnTo>
                  <a:pt x="1838857" y="429418"/>
                </a:lnTo>
                <a:lnTo>
                  <a:pt x="1830231" y="434327"/>
                </a:lnTo>
                <a:lnTo>
                  <a:pt x="1825410" y="436918"/>
                </a:lnTo>
                <a:lnTo>
                  <a:pt x="1815865" y="443898"/>
                </a:lnTo>
                <a:lnTo>
                  <a:pt x="1814877" y="444418"/>
                </a:lnTo>
                <a:lnTo>
                  <a:pt x="1808037" y="451918"/>
                </a:lnTo>
                <a:lnTo>
                  <a:pt x="1801499" y="455370"/>
                </a:lnTo>
                <a:lnTo>
                  <a:pt x="1795417" y="459419"/>
                </a:lnTo>
                <a:lnTo>
                  <a:pt x="1787132" y="463928"/>
                </a:lnTo>
                <a:lnTo>
                  <a:pt x="1781734" y="466919"/>
                </a:lnTo>
                <a:lnTo>
                  <a:pt x="1772766" y="472499"/>
                </a:lnTo>
                <a:lnTo>
                  <a:pt x="1769142" y="474419"/>
                </a:lnTo>
                <a:lnTo>
                  <a:pt x="1762347" y="481920"/>
                </a:lnTo>
                <a:lnTo>
                  <a:pt x="1758399" y="483994"/>
                </a:lnTo>
                <a:lnTo>
                  <a:pt x="1751749" y="489420"/>
                </a:lnTo>
                <a:lnTo>
                  <a:pt x="1744033" y="493532"/>
                </a:lnTo>
                <a:lnTo>
                  <a:pt x="1738291" y="496920"/>
                </a:lnTo>
                <a:lnTo>
                  <a:pt x="1729667" y="501828"/>
                </a:lnTo>
                <a:lnTo>
                  <a:pt x="1724843" y="504421"/>
                </a:lnTo>
                <a:lnTo>
                  <a:pt x="1715300" y="511395"/>
                </a:lnTo>
                <a:lnTo>
                  <a:pt x="1714302" y="511921"/>
                </a:lnTo>
                <a:lnTo>
                  <a:pt x="1707467" y="519421"/>
                </a:lnTo>
                <a:lnTo>
                  <a:pt x="1700934" y="522870"/>
                </a:lnTo>
                <a:lnTo>
                  <a:pt x="1694851" y="526922"/>
                </a:lnTo>
                <a:lnTo>
                  <a:pt x="1686568" y="531430"/>
                </a:lnTo>
                <a:lnTo>
                  <a:pt x="1681168" y="534422"/>
                </a:lnTo>
                <a:lnTo>
                  <a:pt x="1672201" y="539999"/>
                </a:lnTo>
                <a:lnTo>
                  <a:pt x="1668572" y="541922"/>
                </a:lnTo>
                <a:lnTo>
                  <a:pt x="1661771" y="549422"/>
                </a:lnTo>
                <a:lnTo>
                  <a:pt x="1657835" y="551491"/>
                </a:lnTo>
                <a:lnTo>
                  <a:pt x="1651182" y="556923"/>
                </a:lnTo>
                <a:lnTo>
                  <a:pt x="1643468" y="561033"/>
                </a:lnTo>
                <a:lnTo>
                  <a:pt x="1637726" y="564423"/>
                </a:lnTo>
                <a:lnTo>
                  <a:pt x="1629102" y="569330"/>
                </a:lnTo>
                <a:lnTo>
                  <a:pt x="1624276" y="571923"/>
                </a:lnTo>
                <a:lnTo>
                  <a:pt x="1614736" y="578892"/>
                </a:lnTo>
                <a:lnTo>
                  <a:pt x="1613726" y="579424"/>
                </a:lnTo>
                <a:lnTo>
                  <a:pt x="1606898" y="586924"/>
                </a:lnTo>
                <a:lnTo>
                  <a:pt x="1600369" y="590370"/>
                </a:lnTo>
                <a:lnTo>
                  <a:pt x="1594286" y="594424"/>
                </a:lnTo>
                <a:lnTo>
                  <a:pt x="1586003" y="598932"/>
                </a:lnTo>
                <a:lnTo>
                  <a:pt x="1580602" y="601924"/>
                </a:lnTo>
                <a:lnTo>
                  <a:pt x="1571637" y="607499"/>
                </a:lnTo>
                <a:lnTo>
                  <a:pt x="1568002" y="609425"/>
                </a:lnTo>
                <a:lnTo>
                  <a:pt x="1561195" y="616925"/>
                </a:lnTo>
                <a:lnTo>
                  <a:pt x="1557270" y="618988"/>
                </a:lnTo>
                <a:lnTo>
                  <a:pt x="1550615" y="624425"/>
                </a:lnTo>
                <a:lnTo>
                  <a:pt x="1542904" y="628535"/>
                </a:lnTo>
                <a:lnTo>
                  <a:pt x="1537160" y="631926"/>
                </a:lnTo>
                <a:lnTo>
                  <a:pt x="1528537" y="636831"/>
                </a:lnTo>
                <a:lnTo>
                  <a:pt x="1523709" y="639426"/>
                </a:lnTo>
                <a:lnTo>
                  <a:pt x="1514171" y="646389"/>
                </a:lnTo>
                <a:lnTo>
                  <a:pt x="1513150" y="646926"/>
                </a:lnTo>
                <a:lnTo>
                  <a:pt x="1505858" y="654427"/>
                </a:lnTo>
                <a:lnTo>
                  <a:pt x="1499805" y="657861"/>
                </a:lnTo>
                <a:lnTo>
                  <a:pt x="1493994" y="661927"/>
                </a:lnTo>
                <a:lnTo>
                  <a:pt x="1485438" y="669162"/>
                </a:lnTo>
                <a:lnTo>
                  <a:pt x="1485005" y="669427"/>
                </a:lnTo>
                <a:lnTo>
                  <a:pt x="1479097" y="676927"/>
                </a:lnTo>
                <a:lnTo>
                  <a:pt x="1471072" y="682954"/>
                </a:lnTo>
                <a:lnTo>
                  <a:pt x="1468771" y="684428"/>
                </a:lnTo>
                <a:lnTo>
                  <a:pt x="1464090" y="691928"/>
                </a:lnTo>
                <a:lnTo>
                  <a:pt x="1456705" y="696998"/>
                </a:lnTo>
                <a:lnTo>
                  <a:pt x="1453144" y="699428"/>
                </a:lnTo>
                <a:lnTo>
                  <a:pt x="1448861" y="706929"/>
                </a:lnTo>
                <a:lnTo>
                  <a:pt x="1442339" y="711122"/>
                </a:lnTo>
                <a:lnTo>
                  <a:pt x="1437902" y="714429"/>
                </a:lnTo>
                <a:lnTo>
                  <a:pt x="1433256" y="721929"/>
                </a:lnTo>
                <a:lnTo>
                  <a:pt x="1427973" y="725173"/>
                </a:lnTo>
                <a:lnTo>
                  <a:pt x="1422889" y="729430"/>
                </a:lnTo>
                <a:lnTo>
                  <a:pt x="1417055" y="736930"/>
                </a:lnTo>
                <a:lnTo>
                  <a:pt x="1413606" y="738980"/>
                </a:lnTo>
                <a:lnTo>
                  <a:pt x="1407989" y="744430"/>
                </a:lnTo>
                <a:lnTo>
                  <a:pt x="1399932" y="751930"/>
                </a:lnTo>
                <a:lnTo>
                  <a:pt x="1399240" y="752333"/>
                </a:lnTo>
                <a:lnTo>
                  <a:pt x="1393108" y="759431"/>
                </a:lnTo>
                <a:lnTo>
                  <a:pt x="1384874" y="765878"/>
                </a:lnTo>
                <a:lnTo>
                  <a:pt x="1383198" y="766931"/>
                </a:lnTo>
                <a:lnTo>
                  <a:pt x="1378156" y="774431"/>
                </a:lnTo>
                <a:lnTo>
                  <a:pt x="1370507" y="779848"/>
                </a:lnTo>
                <a:lnTo>
                  <a:pt x="1367371" y="781932"/>
                </a:lnTo>
                <a:lnTo>
                  <a:pt x="1363027" y="789432"/>
                </a:lnTo>
                <a:lnTo>
                  <a:pt x="1356141" y="793960"/>
                </a:lnTo>
                <a:lnTo>
                  <a:pt x="1352004" y="796932"/>
                </a:lnTo>
                <a:lnTo>
                  <a:pt x="1347625" y="804432"/>
                </a:lnTo>
                <a:lnTo>
                  <a:pt x="1341774" y="809426"/>
                </a:lnTo>
                <a:lnTo>
                  <a:pt x="1339078" y="811933"/>
                </a:lnTo>
                <a:lnTo>
                  <a:pt x="1335971" y="819433"/>
                </a:lnTo>
                <a:lnTo>
                  <a:pt x="1332620" y="826933"/>
                </a:lnTo>
                <a:lnTo>
                  <a:pt x="1327408" y="831569"/>
                </a:lnTo>
                <a:lnTo>
                  <a:pt x="1324665" y="834434"/>
                </a:lnTo>
                <a:lnTo>
                  <a:pt x="1324038" y="841934"/>
                </a:lnTo>
                <a:lnTo>
                  <a:pt x="1327001" y="849434"/>
                </a:lnTo>
                <a:lnTo>
                  <a:pt x="1327408" y="850175"/>
                </a:lnTo>
                <a:lnTo>
                  <a:pt x="1331542" y="856935"/>
                </a:lnTo>
                <a:lnTo>
                  <a:pt x="1334238" y="864435"/>
                </a:lnTo>
                <a:lnTo>
                  <a:pt x="1336082" y="871935"/>
                </a:lnTo>
                <a:lnTo>
                  <a:pt x="1337909" y="879435"/>
                </a:lnTo>
                <a:lnTo>
                  <a:pt x="1340543" y="886936"/>
                </a:lnTo>
                <a:lnTo>
                  <a:pt x="1341774" y="889324"/>
                </a:lnTo>
                <a:lnTo>
                  <a:pt x="1345061" y="894436"/>
                </a:lnTo>
                <a:lnTo>
                  <a:pt x="1348100" y="901936"/>
                </a:lnTo>
                <a:lnTo>
                  <a:pt x="1350057" y="909437"/>
                </a:lnTo>
                <a:lnTo>
                  <a:pt x="1351820" y="916937"/>
                </a:lnTo>
                <a:lnTo>
                  <a:pt x="1354185" y="924437"/>
                </a:lnTo>
                <a:lnTo>
                  <a:pt x="1356141" y="928495"/>
                </a:lnTo>
                <a:lnTo>
                  <a:pt x="1358457" y="931938"/>
                </a:lnTo>
                <a:lnTo>
                  <a:pt x="1361907" y="939438"/>
                </a:lnTo>
                <a:lnTo>
                  <a:pt x="1364022" y="946938"/>
                </a:lnTo>
                <a:lnTo>
                  <a:pt x="1365762" y="954438"/>
                </a:lnTo>
                <a:lnTo>
                  <a:pt x="1367912" y="961939"/>
                </a:lnTo>
                <a:lnTo>
                  <a:pt x="1370507" y="967727"/>
                </a:lnTo>
                <a:lnTo>
                  <a:pt x="1371708" y="969439"/>
                </a:lnTo>
                <a:lnTo>
                  <a:pt x="1375646" y="976939"/>
                </a:lnTo>
                <a:lnTo>
                  <a:pt x="1377969" y="984440"/>
                </a:lnTo>
                <a:lnTo>
                  <a:pt x="1379724" y="991940"/>
                </a:lnTo>
                <a:lnTo>
                  <a:pt x="1381708" y="999440"/>
                </a:lnTo>
                <a:lnTo>
                  <a:pt x="1384815" y="1006940"/>
                </a:lnTo>
                <a:lnTo>
                  <a:pt x="1384874" y="1007044"/>
                </a:lnTo>
                <a:lnTo>
                  <a:pt x="1389305" y="1014441"/>
                </a:lnTo>
                <a:lnTo>
                  <a:pt x="1391886" y="1021941"/>
                </a:lnTo>
                <a:lnTo>
                  <a:pt x="1393698" y="1029441"/>
                </a:lnTo>
                <a:lnTo>
                  <a:pt x="1395560" y="1036942"/>
                </a:lnTo>
                <a:lnTo>
                  <a:pt x="1398313" y="1044442"/>
                </a:lnTo>
                <a:lnTo>
                  <a:pt x="1399240" y="1046194"/>
                </a:lnTo>
                <a:lnTo>
                  <a:pt x="1402867" y="1051942"/>
                </a:lnTo>
                <a:lnTo>
                  <a:pt x="1405765" y="1059443"/>
                </a:lnTo>
                <a:lnTo>
                  <a:pt x="1407674" y="1066943"/>
                </a:lnTo>
                <a:lnTo>
                  <a:pt x="1409457" y="1074443"/>
                </a:lnTo>
                <a:lnTo>
                  <a:pt x="1411919" y="1081943"/>
                </a:lnTo>
                <a:lnTo>
                  <a:pt x="1413606" y="1085352"/>
                </a:lnTo>
                <a:lnTo>
                  <a:pt x="1416313" y="1089444"/>
                </a:lnTo>
                <a:lnTo>
                  <a:pt x="1419595" y="1096944"/>
                </a:lnTo>
                <a:lnTo>
                  <a:pt x="1421644" y="1104444"/>
                </a:lnTo>
                <a:lnTo>
                  <a:pt x="1423388" y="1111945"/>
                </a:lnTo>
                <a:lnTo>
                  <a:pt x="1425615" y="1119445"/>
                </a:lnTo>
                <a:lnTo>
                  <a:pt x="1427973" y="1124556"/>
                </a:lnTo>
                <a:lnTo>
                  <a:pt x="1429622" y="1126945"/>
                </a:lnTo>
                <a:lnTo>
                  <a:pt x="1433362" y="1134446"/>
                </a:lnTo>
                <a:lnTo>
                  <a:pt x="1435205" y="1141946"/>
                </a:lnTo>
                <a:lnTo>
                  <a:pt x="1436408" y="1149446"/>
                </a:lnTo>
                <a:lnTo>
                  <a:pt x="1437560" y="1156946"/>
                </a:lnTo>
                <a:lnTo>
                  <a:pt x="1438861" y="1164447"/>
                </a:lnTo>
                <a:lnTo>
                  <a:pt x="1440538" y="1171947"/>
                </a:lnTo>
                <a:lnTo>
                  <a:pt x="1442339" y="1177878"/>
                </a:lnTo>
                <a:lnTo>
                  <a:pt x="1443071" y="1179447"/>
                </a:lnTo>
                <a:lnTo>
                  <a:pt x="1445975" y="1186948"/>
                </a:lnTo>
                <a:lnTo>
                  <a:pt x="1442339" y="1188858"/>
                </a:lnTo>
                <a:lnTo>
                  <a:pt x="1438959" y="1186948"/>
                </a:lnTo>
                <a:lnTo>
                  <a:pt x="1441430" y="1179447"/>
                </a:lnTo>
                <a:lnTo>
                  <a:pt x="1427973" y="1176752"/>
                </a:lnTo>
                <a:lnTo>
                  <a:pt x="1419759" y="1171947"/>
                </a:lnTo>
                <a:lnTo>
                  <a:pt x="1417196" y="1164447"/>
                </a:lnTo>
                <a:lnTo>
                  <a:pt x="1413606" y="1162767"/>
                </a:lnTo>
                <a:lnTo>
                  <a:pt x="1405074" y="1156946"/>
                </a:lnTo>
                <a:lnTo>
                  <a:pt x="1399240" y="1150291"/>
                </a:lnTo>
                <a:lnTo>
                  <a:pt x="1397642" y="1149446"/>
                </a:lnTo>
                <a:lnTo>
                  <a:pt x="1390531" y="1141946"/>
                </a:lnTo>
                <a:lnTo>
                  <a:pt x="1384874" y="1137654"/>
                </a:lnTo>
                <a:lnTo>
                  <a:pt x="1378869" y="1134446"/>
                </a:lnTo>
                <a:lnTo>
                  <a:pt x="1375895" y="1126945"/>
                </a:lnTo>
                <a:lnTo>
                  <a:pt x="1370507" y="1123584"/>
                </a:lnTo>
                <a:lnTo>
                  <a:pt x="1362969" y="1119445"/>
                </a:lnTo>
                <a:lnTo>
                  <a:pt x="1361099" y="1111945"/>
                </a:lnTo>
                <a:lnTo>
                  <a:pt x="1356141" y="1109067"/>
                </a:lnTo>
                <a:lnTo>
                  <a:pt x="1348099" y="1104444"/>
                </a:lnTo>
                <a:lnTo>
                  <a:pt x="1346060" y="1096944"/>
                </a:lnTo>
                <a:lnTo>
                  <a:pt x="1341774" y="1094561"/>
                </a:lnTo>
                <a:lnTo>
                  <a:pt x="1333451" y="1089444"/>
                </a:lnTo>
                <a:lnTo>
                  <a:pt x="1330461" y="1081943"/>
                </a:lnTo>
                <a:lnTo>
                  <a:pt x="1327408" y="1080286"/>
                </a:lnTo>
                <a:lnTo>
                  <a:pt x="1318916" y="1074443"/>
                </a:lnTo>
                <a:lnTo>
                  <a:pt x="1313834" y="1066943"/>
                </a:lnTo>
                <a:lnTo>
                  <a:pt x="1313042" y="1066518"/>
                </a:lnTo>
                <a:lnTo>
                  <a:pt x="1304430" y="1059443"/>
                </a:lnTo>
                <a:lnTo>
                  <a:pt x="1298675" y="1053636"/>
                </a:lnTo>
                <a:lnTo>
                  <a:pt x="1295493" y="1051942"/>
                </a:lnTo>
                <a:lnTo>
                  <a:pt x="1289947" y="1044442"/>
                </a:lnTo>
                <a:lnTo>
                  <a:pt x="1284309" y="1039981"/>
                </a:lnTo>
                <a:lnTo>
                  <a:pt x="1278645" y="1036942"/>
                </a:lnTo>
                <a:lnTo>
                  <a:pt x="1275423" y="1029441"/>
                </a:lnTo>
                <a:lnTo>
                  <a:pt x="1269943" y="1025762"/>
                </a:lnTo>
                <a:lnTo>
                  <a:pt x="1262927" y="1021941"/>
                </a:lnTo>
                <a:lnTo>
                  <a:pt x="1260798" y="1014441"/>
                </a:lnTo>
                <a:lnTo>
                  <a:pt x="1255576" y="1011278"/>
                </a:lnTo>
                <a:lnTo>
                  <a:pt x="1247822" y="1006940"/>
                </a:lnTo>
                <a:lnTo>
                  <a:pt x="1245972" y="999440"/>
                </a:lnTo>
                <a:lnTo>
                  <a:pt x="1241210" y="996726"/>
                </a:lnTo>
                <a:lnTo>
                  <a:pt x="1233048" y="991940"/>
                </a:lnTo>
                <a:lnTo>
                  <a:pt x="1230770" y="984440"/>
                </a:lnTo>
                <a:lnTo>
                  <a:pt x="1226843" y="982279"/>
                </a:lnTo>
                <a:lnTo>
                  <a:pt x="1218450" y="976939"/>
                </a:lnTo>
                <a:lnTo>
                  <a:pt x="1214873" y="969439"/>
                </a:lnTo>
                <a:lnTo>
                  <a:pt x="1212477" y="968146"/>
                </a:lnTo>
                <a:lnTo>
                  <a:pt x="1203939" y="961939"/>
                </a:lnTo>
                <a:lnTo>
                  <a:pt x="1198111" y="954747"/>
                </a:lnTo>
                <a:lnTo>
                  <a:pt x="1197529" y="954438"/>
                </a:lnTo>
                <a:lnTo>
                  <a:pt x="1189459" y="946938"/>
                </a:lnTo>
                <a:lnTo>
                  <a:pt x="1183744" y="941704"/>
                </a:lnTo>
                <a:lnTo>
                  <a:pt x="1179496" y="939438"/>
                </a:lnTo>
                <a:lnTo>
                  <a:pt x="1174967" y="931938"/>
                </a:lnTo>
                <a:lnTo>
                  <a:pt x="1169378" y="927803"/>
                </a:lnTo>
                <a:lnTo>
                  <a:pt x="1163134" y="924437"/>
                </a:lnTo>
                <a:lnTo>
                  <a:pt x="1160415" y="916937"/>
                </a:lnTo>
                <a:lnTo>
                  <a:pt x="1155011" y="913462"/>
                </a:lnTo>
                <a:lnTo>
                  <a:pt x="1147679" y="909437"/>
                </a:lnTo>
                <a:lnTo>
                  <a:pt x="1145732" y="901936"/>
                </a:lnTo>
                <a:lnTo>
                  <a:pt x="1140645" y="898933"/>
                </a:lnTo>
                <a:lnTo>
                  <a:pt x="1132673" y="894436"/>
                </a:lnTo>
                <a:lnTo>
                  <a:pt x="1126279" y="890727"/>
                </a:lnTo>
                <a:lnTo>
                  <a:pt x="1118983" y="886936"/>
                </a:lnTo>
                <a:lnTo>
                  <a:pt x="1111912" y="883739"/>
                </a:lnTo>
                <a:lnTo>
                  <a:pt x="1103183" y="879435"/>
                </a:lnTo>
                <a:lnTo>
                  <a:pt x="1097546" y="876691"/>
                </a:lnTo>
                <a:lnTo>
                  <a:pt x="1088929" y="871935"/>
                </a:lnTo>
                <a:lnTo>
                  <a:pt x="1083180" y="867661"/>
                </a:lnTo>
                <a:lnTo>
                  <a:pt x="1077069" y="864435"/>
                </a:lnTo>
                <a:lnTo>
                  <a:pt x="1074201" y="856935"/>
                </a:lnTo>
                <a:lnTo>
                  <a:pt x="1068813" y="853885"/>
                </a:lnTo>
                <a:lnTo>
                  <a:pt x="1060658" y="849434"/>
                </a:lnTo>
                <a:lnTo>
                  <a:pt x="1058238" y="841934"/>
                </a:lnTo>
                <a:lnTo>
                  <a:pt x="1054447" y="839918"/>
                </a:lnTo>
                <a:lnTo>
                  <a:pt x="1045384" y="834434"/>
                </a:lnTo>
                <a:lnTo>
                  <a:pt x="1040080" y="831700"/>
                </a:lnTo>
                <a:lnTo>
                  <a:pt x="1027452" y="826933"/>
                </a:lnTo>
                <a:lnTo>
                  <a:pt x="1025714" y="826030"/>
                </a:lnTo>
                <a:lnTo>
                  <a:pt x="1011348" y="823089"/>
                </a:lnTo>
                <a:lnTo>
                  <a:pt x="1004303" y="819433"/>
                </a:lnTo>
                <a:lnTo>
                  <a:pt x="996981" y="816346"/>
                </a:lnTo>
                <a:lnTo>
                  <a:pt x="988214" y="811933"/>
                </a:lnTo>
                <a:lnTo>
                  <a:pt x="982615" y="809104"/>
                </a:lnTo>
                <a:lnTo>
                  <a:pt x="968249" y="807725"/>
                </a:lnTo>
                <a:lnTo>
                  <a:pt x="960980" y="804432"/>
                </a:lnTo>
                <a:lnTo>
                  <a:pt x="953882" y="801898"/>
                </a:lnTo>
                <a:lnTo>
                  <a:pt x="939516" y="801304"/>
                </a:lnTo>
                <a:lnTo>
                  <a:pt x="925149" y="797910"/>
                </a:lnTo>
                <a:lnTo>
                  <a:pt x="923124" y="796932"/>
                </a:lnTo>
                <a:lnTo>
                  <a:pt x="910783" y="794076"/>
                </a:lnTo>
                <a:lnTo>
                  <a:pt x="900101" y="789432"/>
                </a:lnTo>
                <a:lnTo>
                  <a:pt x="896417" y="787482"/>
                </a:lnTo>
                <a:lnTo>
                  <a:pt x="887702" y="781932"/>
                </a:lnTo>
                <a:lnTo>
                  <a:pt x="882050" y="778478"/>
                </a:lnTo>
                <a:lnTo>
                  <a:pt x="874481" y="774431"/>
                </a:lnTo>
                <a:lnTo>
                  <a:pt x="869163" y="766931"/>
                </a:lnTo>
                <a:lnTo>
                  <a:pt x="867684" y="766150"/>
                </a:lnTo>
                <a:lnTo>
                  <a:pt x="858843" y="759431"/>
                </a:lnTo>
                <a:lnTo>
                  <a:pt x="853317" y="755410"/>
                </a:lnTo>
                <a:lnTo>
                  <a:pt x="846927" y="751930"/>
                </a:lnTo>
                <a:lnTo>
                  <a:pt x="844234" y="744430"/>
                </a:lnTo>
                <a:lnTo>
                  <a:pt x="838951" y="741057"/>
                </a:lnTo>
                <a:lnTo>
                  <a:pt x="831551" y="736930"/>
                </a:lnTo>
                <a:lnTo>
                  <a:pt x="829455" y="729430"/>
                </a:lnTo>
                <a:lnTo>
                  <a:pt x="824585" y="726560"/>
                </a:lnTo>
                <a:lnTo>
                  <a:pt x="816622" y="721929"/>
                </a:lnTo>
                <a:lnTo>
                  <a:pt x="814356" y="714429"/>
                </a:lnTo>
                <a:lnTo>
                  <a:pt x="810218" y="712104"/>
                </a:lnTo>
                <a:lnTo>
                  <a:pt x="801935" y="706929"/>
                </a:lnTo>
                <a:lnTo>
                  <a:pt x="798667" y="699428"/>
                </a:lnTo>
                <a:lnTo>
                  <a:pt x="795852" y="697889"/>
                </a:lnTo>
                <a:lnTo>
                  <a:pt x="787372" y="691928"/>
                </a:lnTo>
                <a:lnTo>
                  <a:pt x="781902" y="684428"/>
                </a:lnTo>
                <a:lnTo>
                  <a:pt x="781486" y="684203"/>
                </a:lnTo>
                <a:lnTo>
                  <a:pt x="772860" y="676927"/>
                </a:lnTo>
                <a:lnTo>
                  <a:pt x="767119" y="671304"/>
                </a:lnTo>
                <a:lnTo>
                  <a:pt x="763614" y="669427"/>
                </a:lnTo>
                <a:lnTo>
                  <a:pt x="758347" y="661927"/>
                </a:lnTo>
                <a:lnTo>
                  <a:pt x="752753" y="657569"/>
                </a:lnTo>
                <a:lnTo>
                  <a:pt x="746946" y="654427"/>
                </a:lnTo>
                <a:lnTo>
                  <a:pt x="743778" y="646926"/>
                </a:lnTo>
                <a:lnTo>
                  <a:pt x="738386" y="643330"/>
                </a:lnTo>
                <a:lnTo>
                  <a:pt x="730908" y="646926"/>
                </a:lnTo>
                <a:lnTo>
                  <a:pt x="724020" y="652654"/>
                </a:lnTo>
                <a:lnTo>
                  <a:pt x="721938" y="654427"/>
                </a:lnTo>
                <a:lnTo>
                  <a:pt x="718856" y="661927"/>
                </a:lnTo>
                <a:lnTo>
                  <a:pt x="718347" y="669427"/>
                </a:lnTo>
                <a:lnTo>
                  <a:pt x="718158" y="676927"/>
                </a:lnTo>
                <a:lnTo>
                  <a:pt x="717467" y="684428"/>
                </a:lnTo>
                <a:lnTo>
                  <a:pt x="713257" y="691928"/>
                </a:lnTo>
                <a:lnTo>
                  <a:pt x="709654" y="694585"/>
                </a:lnTo>
                <a:lnTo>
                  <a:pt x="705499" y="699428"/>
                </a:lnTo>
                <a:lnTo>
                  <a:pt x="704157" y="706929"/>
                </a:lnTo>
                <a:lnTo>
                  <a:pt x="703915" y="714429"/>
                </a:lnTo>
                <a:lnTo>
                  <a:pt x="703782" y="721929"/>
                </a:lnTo>
                <a:lnTo>
                  <a:pt x="703425" y="729430"/>
                </a:lnTo>
                <a:lnTo>
                  <a:pt x="702206" y="736930"/>
                </a:lnTo>
                <a:lnTo>
                  <a:pt x="697865" y="744430"/>
                </a:lnTo>
                <a:lnTo>
                  <a:pt x="695287" y="746781"/>
                </a:lnTo>
                <a:lnTo>
                  <a:pt x="691810" y="751930"/>
                </a:lnTo>
                <a:lnTo>
                  <a:pt x="690167" y="759431"/>
                </a:lnTo>
                <a:lnTo>
                  <a:pt x="689704" y="766931"/>
                </a:lnTo>
                <a:lnTo>
                  <a:pt x="689549" y="774431"/>
                </a:lnTo>
                <a:lnTo>
                  <a:pt x="689410" y="781932"/>
                </a:lnTo>
                <a:lnTo>
                  <a:pt x="689025" y="789432"/>
                </a:lnTo>
                <a:lnTo>
                  <a:pt x="683827" y="796932"/>
                </a:lnTo>
                <a:lnTo>
                  <a:pt x="680921" y="798633"/>
                </a:lnTo>
                <a:lnTo>
                  <a:pt x="675666" y="804432"/>
                </a:lnTo>
                <a:lnTo>
                  <a:pt x="675162" y="811933"/>
                </a:lnTo>
                <a:lnTo>
                  <a:pt x="674462" y="819433"/>
                </a:lnTo>
                <a:lnTo>
                  <a:pt x="666554" y="825815"/>
                </a:lnTo>
                <a:lnTo>
                  <a:pt x="664757" y="826933"/>
                </a:lnTo>
                <a:lnTo>
                  <a:pt x="661028" y="834434"/>
                </a:lnTo>
                <a:lnTo>
                  <a:pt x="660732" y="841934"/>
                </a:lnTo>
                <a:lnTo>
                  <a:pt x="659242" y="849434"/>
                </a:lnTo>
                <a:lnTo>
                  <a:pt x="652188" y="854154"/>
                </a:lnTo>
                <a:lnTo>
                  <a:pt x="648241" y="856935"/>
                </a:lnTo>
                <a:lnTo>
                  <a:pt x="646533" y="864435"/>
                </a:lnTo>
                <a:lnTo>
                  <a:pt x="646252" y="871935"/>
                </a:lnTo>
                <a:lnTo>
                  <a:pt x="643003" y="879435"/>
                </a:lnTo>
                <a:lnTo>
                  <a:pt x="637822" y="882576"/>
                </a:lnTo>
                <a:lnTo>
                  <a:pt x="632894" y="886936"/>
                </a:lnTo>
                <a:lnTo>
                  <a:pt x="632097" y="894436"/>
                </a:lnTo>
                <a:lnTo>
                  <a:pt x="631648" y="901936"/>
                </a:lnTo>
                <a:lnTo>
                  <a:pt x="624527" y="909437"/>
                </a:lnTo>
                <a:lnTo>
                  <a:pt x="623455" y="910055"/>
                </a:lnTo>
                <a:lnTo>
                  <a:pt x="618079" y="916937"/>
                </a:lnTo>
                <a:lnTo>
                  <a:pt x="617676" y="924437"/>
                </a:lnTo>
                <a:lnTo>
                  <a:pt x="616767" y="931938"/>
                </a:lnTo>
                <a:lnTo>
                  <a:pt x="609089" y="938179"/>
                </a:lnTo>
                <a:lnTo>
                  <a:pt x="607168" y="939438"/>
                </a:lnTo>
                <a:lnTo>
                  <a:pt x="603735" y="946938"/>
                </a:lnTo>
                <a:lnTo>
                  <a:pt x="603362" y="954438"/>
                </a:lnTo>
                <a:lnTo>
                  <a:pt x="603141" y="961939"/>
                </a:lnTo>
                <a:lnTo>
                  <a:pt x="601348" y="969439"/>
                </a:lnTo>
                <a:lnTo>
                  <a:pt x="594723" y="974441"/>
                </a:lnTo>
                <a:lnTo>
                  <a:pt x="591537" y="976939"/>
                </a:lnTo>
                <a:lnTo>
                  <a:pt x="589237" y="984440"/>
                </a:lnTo>
                <a:lnTo>
                  <a:pt x="588972" y="991940"/>
                </a:lnTo>
                <a:lnTo>
                  <a:pt x="588672" y="999440"/>
                </a:lnTo>
                <a:lnTo>
                  <a:pt x="585996" y="1006940"/>
                </a:lnTo>
                <a:lnTo>
                  <a:pt x="580356" y="1010877"/>
                </a:lnTo>
                <a:lnTo>
                  <a:pt x="576324" y="1014441"/>
                </a:lnTo>
                <a:lnTo>
                  <a:pt x="574782" y="1021941"/>
                </a:lnTo>
                <a:lnTo>
                  <a:pt x="574581" y="1029441"/>
                </a:lnTo>
                <a:lnTo>
                  <a:pt x="574153" y="1036942"/>
                </a:lnTo>
                <a:lnTo>
                  <a:pt x="570159" y="1044442"/>
                </a:lnTo>
                <a:lnTo>
                  <a:pt x="565990" y="1047192"/>
                </a:lnTo>
                <a:lnTo>
                  <a:pt x="561390" y="1051942"/>
                </a:lnTo>
                <a:lnTo>
                  <a:pt x="560354" y="1059443"/>
                </a:lnTo>
                <a:lnTo>
                  <a:pt x="560185" y="1066943"/>
                </a:lnTo>
                <a:lnTo>
                  <a:pt x="559559" y="1074443"/>
                </a:lnTo>
                <a:lnTo>
                  <a:pt x="553595" y="1081943"/>
                </a:lnTo>
                <a:lnTo>
                  <a:pt x="551623" y="1083013"/>
                </a:lnTo>
                <a:lnTo>
                  <a:pt x="546028" y="1089444"/>
                </a:lnTo>
                <a:lnTo>
                  <a:pt x="545867" y="1096944"/>
                </a:lnTo>
                <a:lnTo>
                  <a:pt x="543885" y="1104444"/>
                </a:lnTo>
                <a:lnTo>
                  <a:pt x="537257" y="1107957"/>
                </a:lnTo>
                <a:lnTo>
                  <a:pt x="531606" y="1111945"/>
                </a:lnTo>
                <a:lnTo>
                  <a:pt x="531499" y="1119445"/>
                </a:lnTo>
                <a:lnTo>
                  <a:pt x="528328" y="1126945"/>
                </a:lnTo>
                <a:lnTo>
                  <a:pt x="522891" y="1129814"/>
                </a:lnTo>
                <a:lnTo>
                  <a:pt x="517204" y="1134446"/>
                </a:lnTo>
                <a:lnTo>
                  <a:pt x="517125" y="1141946"/>
                </a:lnTo>
                <a:lnTo>
                  <a:pt x="512058" y="1149446"/>
                </a:lnTo>
                <a:lnTo>
                  <a:pt x="508524" y="1151306"/>
                </a:lnTo>
                <a:lnTo>
                  <a:pt x="502815" y="1156946"/>
                </a:lnTo>
                <a:lnTo>
                  <a:pt x="502747" y="1164447"/>
                </a:lnTo>
                <a:lnTo>
                  <a:pt x="494649" y="1171947"/>
                </a:lnTo>
                <a:lnTo>
                  <a:pt x="494158" y="1172205"/>
                </a:lnTo>
                <a:lnTo>
                  <a:pt x="488437" y="1179447"/>
                </a:lnTo>
                <a:lnTo>
                  <a:pt x="488362" y="1186948"/>
                </a:lnTo>
                <a:lnTo>
                  <a:pt x="480328" y="1194448"/>
                </a:lnTo>
                <a:lnTo>
                  <a:pt x="479792" y="1194731"/>
                </a:lnTo>
                <a:lnTo>
                  <a:pt x="474084" y="1201948"/>
                </a:lnTo>
                <a:lnTo>
                  <a:pt x="474011" y="1209449"/>
                </a:lnTo>
                <a:lnTo>
                  <a:pt x="468636" y="1216949"/>
                </a:lnTo>
                <a:lnTo>
                  <a:pt x="465425" y="1218647"/>
                </a:lnTo>
                <a:lnTo>
                  <a:pt x="459737" y="1224449"/>
                </a:lnTo>
                <a:lnTo>
                  <a:pt x="459656" y="1231949"/>
                </a:lnTo>
                <a:lnTo>
                  <a:pt x="456058" y="1239450"/>
                </a:lnTo>
                <a:lnTo>
                  <a:pt x="451059" y="1242103"/>
                </a:lnTo>
                <a:lnTo>
                  <a:pt x="445399" y="1246950"/>
                </a:lnTo>
                <a:lnTo>
                  <a:pt x="445307" y="1254450"/>
                </a:lnTo>
                <a:lnTo>
                  <a:pt x="444884" y="1261951"/>
                </a:lnTo>
                <a:lnTo>
                  <a:pt x="436693" y="1267008"/>
                </a:lnTo>
                <a:lnTo>
                  <a:pt x="432393" y="1269451"/>
                </a:lnTo>
                <a:lnTo>
                  <a:pt x="430964" y="1276951"/>
                </a:lnTo>
                <a:lnTo>
                  <a:pt x="430934" y="1284451"/>
                </a:lnTo>
                <a:lnTo>
                  <a:pt x="429949" y="1291952"/>
                </a:lnTo>
                <a:lnTo>
                  <a:pt x="422326" y="1296272"/>
                </a:lnTo>
                <a:lnTo>
                  <a:pt x="417201" y="1299452"/>
                </a:lnTo>
                <a:lnTo>
                  <a:pt x="416587" y="1306952"/>
                </a:lnTo>
                <a:lnTo>
                  <a:pt x="416551" y="1314453"/>
                </a:lnTo>
                <a:lnTo>
                  <a:pt x="414257" y="1321953"/>
                </a:lnTo>
                <a:lnTo>
                  <a:pt x="407960" y="1325385"/>
                </a:lnTo>
                <a:lnTo>
                  <a:pt x="402480" y="1329453"/>
                </a:lnTo>
                <a:lnTo>
                  <a:pt x="402216" y="1336954"/>
                </a:lnTo>
                <a:lnTo>
                  <a:pt x="402145" y="1344454"/>
                </a:lnTo>
                <a:lnTo>
                  <a:pt x="396803" y="1351954"/>
                </a:lnTo>
                <a:lnTo>
                  <a:pt x="393593" y="1353674"/>
                </a:lnTo>
                <a:lnTo>
                  <a:pt x="387961" y="1359454"/>
                </a:lnTo>
                <a:lnTo>
                  <a:pt x="387846" y="1366955"/>
                </a:lnTo>
                <a:lnTo>
                  <a:pt x="387689" y="1374455"/>
                </a:lnTo>
                <a:lnTo>
                  <a:pt x="379227" y="1380969"/>
                </a:lnTo>
                <a:lnTo>
                  <a:pt x="377411" y="1381955"/>
                </a:lnTo>
                <a:lnTo>
                  <a:pt x="373529" y="1389456"/>
                </a:lnTo>
                <a:lnTo>
                  <a:pt x="373476" y="1396956"/>
                </a:lnTo>
                <a:lnTo>
                  <a:pt x="373113" y="1404456"/>
                </a:lnTo>
                <a:lnTo>
                  <a:pt x="364860" y="1409674"/>
                </a:lnTo>
                <a:lnTo>
                  <a:pt x="360802" y="1411957"/>
                </a:lnTo>
                <a:lnTo>
                  <a:pt x="359135" y="1419457"/>
                </a:lnTo>
                <a:lnTo>
                  <a:pt x="359104" y="1426957"/>
                </a:lnTo>
                <a:lnTo>
                  <a:pt x="358259" y="1434457"/>
                </a:lnTo>
                <a:lnTo>
                  <a:pt x="350494" y="1438908"/>
                </a:lnTo>
                <a:lnTo>
                  <a:pt x="345472" y="1441958"/>
                </a:lnTo>
                <a:lnTo>
                  <a:pt x="344756" y="1449458"/>
                </a:lnTo>
                <a:lnTo>
                  <a:pt x="344723" y="1456958"/>
                </a:lnTo>
                <a:lnTo>
                  <a:pt x="342756" y="1464459"/>
                </a:lnTo>
                <a:lnTo>
                  <a:pt x="336128" y="1468089"/>
                </a:lnTo>
                <a:lnTo>
                  <a:pt x="330692" y="1471959"/>
                </a:lnTo>
                <a:lnTo>
                  <a:pt x="330384" y="1479459"/>
                </a:lnTo>
                <a:lnTo>
                  <a:pt x="330323" y="1486959"/>
                </a:lnTo>
                <a:lnTo>
                  <a:pt x="325743" y="1494460"/>
                </a:lnTo>
                <a:lnTo>
                  <a:pt x="321761" y="1496597"/>
                </a:lnTo>
                <a:lnTo>
                  <a:pt x="316148" y="1501960"/>
                </a:lnTo>
                <a:lnTo>
                  <a:pt x="316015" y="1509460"/>
                </a:lnTo>
                <a:lnTo>
                  <a:pt x="315880" y="1516961"/>
                </a:lnTo>
                <a:lnTo>
                  <a:pt x="307395" y="1523832"/>
                </a:lnTo>
                <a:lnTo>
                  <a:pt x="306234" y="1524461"/>
                </a:lnTo>
                <a:lnTo>
                  <a:pt x="301706" y="1531961"/>
                </a:lnTo>
                <a:lnTo>
                  <a:pt x="301645" y="1539462"/>
                </a:lnTo>
                <a:lnTo>
                  <a:pt x="301334" y="1546962"/>
                </a:lnTo>
                <a:lnTo>
                  <a:pt x="293029" y="1552355"/>
                </a:lnTo>
                <a:lnTo>
                  <a:pt x="289250" y="1554462"/>
                </a:lnTo>
                <a:lnTo>
                  <a:pt x="287307" y="1561962"/>
                </a:lnTo>
                <a:lnTo>
                  <a:pt x="287273" y="1569463"/>
                </a:lnTo>
                <a:lnTo>
                  <a:pt x="286549" y="1576963"/>
                </a:lnTo>
                <a:lnTo>
                  <a:pt x="278662" y="1581542"/>
                </a:lnTo>
                <a:lnTo>
                  <a:pt x="273761" y="1584463"/>
                </a:lnTo>
                <a:lnTo>
                  <a:pt x="272926" y="1591964"/>
                </a:lnTo>
                <a:lnTo>
                  <a:pt x="272895" y="1599464"/>
                </a:lnTo>
                <a:lnTo>
                  <a:pt x="271209" y="1606964"/>
                </a:lnTo>
                <a:lnTo>
                  <a:pt x="264296" y="1610773"/>
                </a:lnTo>
                <a:lnTo>
                  <a:pt x="258912" y="1614465"/>
                </a:lnTo>
                <a:lnTo>
                  <a:pt x="258553" y="1621965"/>
                </a:lnTo>
                <a:lnTo>
                  <a:pt x="258500" y="1629465"/>
                </a:lnTo>
                <a:lnTo>
                  <a:pt x="254573" y="1636965"/>
                </a:lnTo>
                <a:lnTo>
                  <a:pt x="249930" y="1639465"/>
                </a:lnTo>
                <a:lnTo>
                  <a:pt x="244339" y="1644466"/>
                </a:lnTo>
                <a:lnTo>
                  <a:pt x="244183" y="1651966"/>
                </a:lnTo>
                <a:lnTo>
                  <a:pt x="244067" y="1659466"/>
                </a:lnTo>
                <a:lnTo>
                  <a:pt x="235563" y="1666752"/>
                </a:lnTo>
                <a:lnTo>
                  <a:pt x="235165" y="1666967"/>
                </a:lnTo>
                <a:lnTo>
                  <a:pt x="229883" y="1674467"/>
                </a:lnTo>
                <a:lnTo>
                  <a:pt x="229814" y="1681967"/>
                </a:lnTo>
                <a:lnTo>
                  <a:pt x="229547" y="1689468"/>
                </a:lnTo>
                <a:lnTo>
                  <a:pt x="221197" y="1695058"/>
                </a:lnTo>
                <a:lnTo>
                  <a:pt x="217746" y="1696968"/>
                </a:lnTo>
                <a:lnTo>
                  <a:pt x="215479" y="1704468"/>
                </a:lnTo>
                <a:lnTo>
                  <a:pt x="215443" y="1711968"/>
                </a:lnTo>
                <a:lnTo>
                  <a:pt x="214822" y="1719469"/>
                </a:lnTo>
                <a:lnTo>
                  <a:pt x="206830" y="1724177"/>
                </a:lnTo>
                <a:lnTo>
                  <a:pt x="202070" y="1726969"/>
                </a:lnTo>
                <a:lnTo>
                  <a:pt x="201096" y="1734469"/>
                </a:lnTo>
                <a:lnTo>
                  <a:pt x="201066" y="1741970"/>
                </a:lnTo>
                <a:lnTo>
                  <a:pt x="199620" y="1749470"/>
                </a:lnTo>
                <a:lnTo>
                  <a:pt x="192464" y="1753439"/>
                </a:lnTo>
                <a:lnTo>
                  <a:pt x="187141" y="1756970"/>
                </a:lnTo>
                <a:lnTo>
                  <a:pt x="186722" y="1764471"/>
                </a:lnTo>
                <a:lnTo>
                  <a:pt x="186675" y="1771971"/>
                </a:lnTo>
                <a:lnTo>
                  <a:pt x="183308" y="1779471"/>
                </a:lnTo>
                <a:lnTo>
                  <a:pt x="178098" y="1782284"/>
                </a:lnTo>
                <a:lnTo>
                  <a:pt x="172533" y="1786971"/>
                </a:lnTo>
                <a:lnTo>
                  <a:pt x="172352" y="1794472"/>
                </a:lnTo>
                <a:lnTo>
                  <a:pt x="172252" y="1801972"/>
                </a:lnTo>
                <a:lnTo>
                  <a:pt x="164411" y="1809472"/>
                </a:lnTo>
                <a:lnTo>
                  <a:pt x="163731" y="1809835"/>
                </a:lnTo>
                <a:lnTo>
                  <a:pt x="158063" y="1816973"/>
                </a:lnTo>
                <a:lnTo>
                  <a:pt x="157983" y="1824473"/>
                </a:lnTo>
                <a:lnTo>
                  <a:pt x="157753" y="1831973"/>
                </a:lnTo>
                <a:lnTo>
                  <a:pt x="149365" y="1837786"/>
                </a:lnTo>
                <a:lnTo>
                  <a:pt x="146296" y="1839474"/>
                </a:lnTo>
                <a:lnTo>
                  <a:pt x="143652" y="1846974"/>
                </a:lnTo>
                <a:lnTo>
                  <a:pt x="143612" y="1854474"/>
                </a:lnTo>
                <a:lnTo>
                  <a:pt x="143080" y="1861974"/>
                </a:lnTo>
                <a:lnTo>
                  <a:pt x="134999" y="1866817"/>
                </a:lnTo>
                <a:lnTo>
                  <a:pt x="130402" y="1869475"/>
                </a:lnTo>
                <a:lnTo>
                  <a:pt x="129266" y="1876975"/>
                </a:lnTo>
                <a:lnTo>
                  <a:pt x="129236" y="1884475"/>
                </a:lnTo>
                <a:lnTo>
                  <a:pt x="127997" y="1891976"/>
                </a:lnTo>
                <a:lnTo>
                  <a:pt x="120632" y="1896092"/>
                </a:lnTo>
                <a:lnTo>
                  <a:pt x="115379" y="1899476"/>
                </a:lnTo>
                <a:lnTo>
                  <a:pt x="114891" y="1906976"/>
                </a:lnTo>
                <a:lnTo>
                  <a:pt x="114849" y="1914476"/>
                </a:lnTo>
                <a:lnTo>
                  <a:pt x="111963" y="1921977"/>
                </a:lnTo>
                <a:lnTo>
                  <a:pt x="106266" y="1925063"/>
                </a:lnTo>
                <a:lnTo>
                  <a:pt x="100731" y="1929477"/>
                </a:lnTo>
                <a:lnTo>
                  <a:pt x="100521" y="1936977"/>
                </a:lnTo>
                <a:lnTo>
                  <a:pt x="100434" y="1944478"/>
                </a:lnTo>
                <a:lnTo>
                  <a:pt x="93712" y="1951978"/>
                </a:lnTo>
                <a:lnTo>
                  <a:pt x="91899" y="1952946"/>
                </a:lnTo>
                <a:lnTo>
                  <a:pt x="86244" y="1959478"/>
                </a:lnTo>
                <a:lnTo>
                  <a:pt x="86151" y="1966979"/>
                </a:lnTo>
                <a:lnTo>
                  <a:pt x="85955" y="1974479"/>
                </a:lnTo>
                <a:lnTo>
                  <a:pt x="77533" y="1980545"/>
                </a:lnTo>
                <a:lnTo>
                  <a:pt x="74910" y="1981979"/>
                </a:lnTo>
                <a:lnTo>
                  <a:pt x="71825" y="1989479"/>
                </a:lnTo>
                <a:lnTo>
                  <a:pt x="71781" y="1996980"/>
                </a:lnTo>
                <a:lnTo>
                  <a:pt x="71325" y="2004480"/>
                </a:lnTo>
                <a:lnTo>
                  <a:pt x="63167" y="2009464"/>
                </a:lnTo>
                <a:lnTo>
                  <a:pt x="58761" y="2011980"/>
                </a:lnTo>
                <a:lnTo>
                  <a:pt x="57437" y="2019481"/>
                </a:lnTo>
                <a:lnTo>
                  <a:pt x="57407" y="2026981"/>
                </a:lnTo>
                <a:lnTo>
                  <a:pt x="56344" y="2034481"/>
                </a:lnTo>
                <a:lnTo>
                  <a:pt x="48800" y="2038736"/>
                </a:lnTo>
                <a:lnTo>
                  <a:pt x="43629" y="2041982"/>
                </a:lnTo>
                <a:lnTo>
                  <a:pt x="43060" y="2049482"/>
                </a:lnTo>
                <a:lnTo>
                  <a:pt x="43022" y="2056982"/>
                </a:lnTo>
                <a:lnTo>
                  <a:pt x="40548" y="2064482"/>
                </a:lnTo>
                <a:lnTo>
                  <a:pt x="34434" y="2067808"/>
                </a:lnTo>
                <a:lnTo>
                  <a:pt x="28934" y="2071983"/>
                </a:lnTo>
                <a:lnTo>
                  <a:pt x="28689" y="2079483"/>
                </a:lnTo>
                <a:lnTo>
                  <a:pt x="28614" y="2086983"/>
                </a:lnTo>
                <a:lnTo>
                  <a:pt x="22851" y="2094484"/>
                </a:lnTo>
                <a:lnTo>
                  <a:pt x="20067" y="2095973"/>
                </a:lnTo>
                <a:lnTo>
                  <a:pt x="14427" y="2101984"/>
                </a:lnTo>
                <a:lnTo>
                  <a:pt x="14320" y="2109484"/>
                </a:lnTo>
                <a:lnTo>
                  <a:pt x="14151" y="2116985"/>
                </a:lnTo>
                <a:lnTo>
                  <a:pt x="5701" y="2123340"/>
                </a:lnTo>
                <a:lnTo>
                  <a:pt x="3598" y="2124485"/>
                </a:lnTo>
                <a:lnTo>
                  <a:pt x="0" y="2131985"/>
                </a:lnTo>
                <a:lnTo>
                  <a:pt x="2166" y="2131985"/>
                </a:lnTo>
                <a:lnTo>
                  <a:pt x="5701" y="2125696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0B865-211C-4811-A9AD-997E8D8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79" y="3495334"/>
            <a:ext cx="2474552" cy="2130551"/>
          </a:xfrm>
          <a:custGeom xmlns:a="http://schemas.openxmlformats.org/drawingml/2006/main">
            <a:pathLst>
              <a:path w="2474552" h="2130551">
                <a:moveTo>
                  <a:pt x="3535" y="2128116"/>
                </a:moveTo>
                <a:lnTo>
                  <a:pt x="13066" y="2123050"/>
                </a:lnTo>
                <a:lnTo>
                  <a:pt x="16422" y="2115550"/>
                </a:lnTo>
                <a:lnTo>
                  <a:pt x="16466" y="2108050"/>
                </a:lnTo>
                <a:lnTo>
                  <a:pt x="16624" y="2100550"/>
                </a:lnTo>
                <a:lnTo>
                  <a:pt x="17901" y="2099188"/>
                </a:lnTo>
                <a:lnTo>
                  <a:pt x="29372" y="2093049"/>
                </a:lnTo>
                <a:lnTo>
                  <a:pt x="30813" y="2085549"/>
                </a:lnTo>
                <a:lnTo>
                  <a:pt x="30835" y="2078049"/>
                </a:lnTo>
                <a:lnTo>
                  <a:pt x="31202" y="2070548"/>
                </a:lnTo>
                <a:lnTo>
                  <a:pt x="32267" y="2069739"/>
                </a:lnTo>
                <a:lnTo>
                  <a:pt x="44571" y="2063048"/>
                </a:lnTo>
                <a:lnTo>
                  <a:pt x="45189" y="2055548"/>
                </a:lnTo>
                <a:lnTo>
                  <a:pt x="45208" y="2048047"/>
                </a:lnTo>
                <a:lnTo>
                  <a:pt x="46061" y="2040547"/>
                </a:lnTo>
                <a:lnTo>
                  <a:pt x="46634" y="2040188"/>
                </a:lnTo>
                <a:lnTo>
                  <a:pt x="59295" y="2033047"/>
                </a:lnTo>
                <a:lnTo>
                  <a:pt x="59560" y="2025547"/>
                </a:lnTo>
                <a:lnTo>
                  <a:pt x="59589" y="2018046"/>
                </a:lnTo>
                <a:lnTo>
                  <a:pt x="61000" y="2012504"/>
                </a:lnTo>
                <a:lnTo>
                  <a:pt x="64696" y="2010546"/>
                </a:lnTo>
                <a:lnTo>
                  <a:pt x="73814" y="2003046"/>
                </a:lnTo>
                <a:lnTo>
                  <a:pt x="73929" y="1995545"/>
                </a:lnTo>
                <a:lnTo>
                  <a:pt x="73988" y="1988045"/>
                </a:lnTo>
                <a:lnTo>
                  <a:pt x="75367" y="1985306"/>
                </a:lnTo>
                <a:lnTo>
                  <a:pt x="84332" y="1980545"/>
                </a:lnTo>
                <a:lnTo>
                  <a:pt x="88247" y="1973045"/>
                </a:lnTo>
                <a:lnTo>
                  <a:pt x="88297" y="1965544"/>
                </a:lnTo>
                <a:lnTo>
                  <a:pt x="88433" y="1958044"/>
                </a:lnTo>
                <a:lnTo>
                  <a:pt x="89733" y="1956542"/>
                </a:lnTo>
                <a:lnTo>
                  <a:pt x="100961" y="1950544"/>
                </a:lnTo>
                <a:lnTo>
                  <a:pt x="102642" y="1943043"/>
                </a:lnTo>
                <a:lnTo>
                  <a:pt x="102666" y="1935543"/>
                </a:lnTo>
                <a:lnTo>
                  <a:pt x="102981" y="1928043"/>
                </a:lnTo>
                <a:lnTo>
                  <a:pt x="104099" y="1927150"/>
                </a:lnTo>
                <a:lnTo>
                  <a:pt x="116298" y="1920542"/>
                </a:lnTo>
                <a:lnTo>
                  <a:pt x="117020" y="1913042"/>
                </a:lnTo>
                <a:lnTo>
                  <a:pt x="117038" y="1905542"/>
                </a:lnTo>
                <a:lnTo>
                  <a:pt x="117769" y="1898042"/>
                </a:lnTo>
                <a:lnTo>
                  <a:pt x="118466" y="1897593"/>
                </a:lnTo>
                <a:lnTo>
                  <a:pt x="131082" y="1890541"/>
                </a:lnTo>
                <a:lnTo>
                  <a:pt x="131392" y="1883041"/>
                </a:lnTo>
                <a:lnTo>
                  <a:pt x="131417" y="1875541"/>
                </a:lnTo>
                <a:lnTo>
                  <a:pt x="132832" y="1869184"/>
                </a:lnTo>
                <a:lnTo>
                  <a:pt x="134991" y="1868040"/>
                </a:lnTo>
                <a:lnTo>
                  <a:pt x="145627" y="1860540"/>
                </a:lnTo>
                <a:lnTo>
                  <a:pt x="145761" y="1853040"/>
                </a:lnTo>
                <a:lnTo>
                  <a:pt x="145812" y="1845539"/>
                </a:lnTo>
                <a:lnTo>
                  <a:pt x="147199" y="1842447"/>
                </a:lnTo>
                <a:lnTo>
                  <a:pt x="155504" y="1838039"/>
                </a:lnTo>
                <a:lnTo>
                  <a:pt x="160070" y="1830539"/>
                </a:lnTo>
                <a:lnTo>
                  <a:pt x="160129" y="1823039"/>
                </a:lnTo>
                <a:lnTo>
                  <a:pt x="160245" y="1815538"/>
                </a:lnTo>
                <a:lnTo>
                  <a:pt x="161565" y="1813877"/>
                </a:lnTo>
                <a:lnTo>
                  <a:pt x="172510" y="1808038"/>
                </a:lnTo>
                <a:lnTo>
                  <a:pt x="174470" y="1800538"/>
                </a:lnTo>
                <a:lnTo>
                  <a:pt x="174498" y="1793037"/>
                </a:lnTo>
                <a:lnTo>
                  <a:pt x="174767" y="1785537"/>
                </a:lnTo>
                <a:lnTo>
                  <a:pt x="175931" y="1784557"/>
                </a:lnTo>
                <a:lnTo>
                  <a:pt x="188009" y="1778037"/>
                </a:lnTo>
                <a:lnTo>
                  <a:pt x="188850" y="1770536"/>
                </a:lnTo>
                <a:lnTo>
                  <a:pt x="188869" y="1763036"/>
                </a:lnTo>
                <a:lnTo>
                  <a:pt x="189496" y="1755536"/>
                </a:lnTo>
                <a:lnTo>
                  <a:pt x="190298" y="1755004"/>
                </a:lnTo>
                <a:lnTo>
                  <a:pt x="202861" y="1748036"/>
                </a:lnTo>
                <a:lnTo>
                  <a:pt x="203223" y="1740535"/>
                </a:lnTo>
                <a:lnTo>
                  <a:pt x="203246" y="1733035"/>
                </a:lnTo>
                <a:lnTo>
                  <a:pt x="204664" y="1725729"/>
                </a:lnTo>
                <a:lnTo>
                  <a:pt x="205031" y="1725535"/>
                </a:lnTo>
                <a:lnTo>
                  <a:pt x="217437" y="1718034"/>
                </a:lnTo>
                <a:lnTo>
                  <a:pt x="217592" y="1710534"/>
                </a:lnTo>
                <a:lnTo>
                  <a:pt x="217637" y="1703034"/>
                </a:lnTo>
                <a:lnTo>
                  <a:pt x="219030" y="1699531"/>
                </a:lnTo>
                <a:lnTo>
                  <a:pt x="226567" y="1695533"/>
                </a:lnTo>
                <a:lnTo>
                  <a:pt x="231893" y="1688033"/>
                </a:lnTo>
                <a:lnTo>
                  <a:pt x="231961" y="1680533"/>
                </a:lnTo>
                <a:lnTo>
                  <a:pt x="232060" y="1673033"/>
                </a:lnTo>
                <a:lnTo>
                  <a:pt x="233397" y="1671187"/>
                </a:lnTo>
                <a:lnTo>
                  <a:pt x="244011" y="1665532"/>
                </a:lnTo>
                <a:lnTo>
                  <a:pt x="246298" y="1658032"/>
                </a:lnTo>
                <a:lnTo>
                  <a:pt x="246329" y="1650532"/>
                </a:lnTo>
                <a:lnTo>
                  <a:pt x="246560" y="1643031"/>
                </a:lnTo>
                <a:lnTo>
                  <a:pt x="247763" y="1641955"/>
                </a:lnTo>
                <a:lnTo>
                  <a:pt x="259699" y="1635531"/>
                </a:lnTo>
                <a:lnTo>
                  <a:pt x="260680" y="1628031"/>
                </a:lnTo>
                <a:lnTo>
                  <a:pt x="260699" y="1620531"/>
                </a:lnTo>
                <a:lnTo>
                  <a:pt x="261237" y="1613030"/>
                </a:lnTo>
                <a:lnTo>
                  <a:pt x="262130" y="1612418"/>
                </a:lnTo>
                <a:lnTo>
                  <a:pt x="274632" y="1605530"/>
                </a:lnTo>
                <a:lnTo>
                  <a:pt x="275054" y="1598030"/>
                </a:lnTo>
                <a:lnTo>
                  <a:pt x="275075" y="1590529"/>
                </a:lnTo>
                <a:lnTo>
                  <a:pt x="276327" y="1583029"/>
                </a:lnTo>
                <a:lnTo>
                  <a:pt x="276496" y="1582928"/>
                </a:lnTo>
                <a:lnTo>
                  <a:pt x="289242" y="1575529"/>
                </a:lnTo>
                <a:lnTo>
                  <a:pt x="289424" y="1568028"/>
                </a:lnTo>
                <a:lnTo>
                  <a:pt x="289462" y="1560528"/>
                </a:lnTo>
                <a:lnTo>
                  <a:pt x="290862" y="1556548"/>
                </a:lnTo>
                <a:lnTo>
                  <a:pt x="297501" y="1553028"/>
                </a:lnTo>
                <a:lnTo>
                  <a:pt x="303713" y="1545528"/>
                </a:lnTo>
                <a:lnTo>
                  <a:pt x="303792" y="1538027"/>
                </a:lnTo>
                <a:lnTo>
                  <a:pt x="303878" y="1530527"/>
                </a:lnTo>
                <a:lnTo>
                  <a:pt x="305229" y="1528470"/>
                </a:lnTo>
                <a:lnTo>
                  <a:pt x="315457" y="1523027"/>
                </a:lnTo>
                <a:lnTo>
                  <a:pt x="318125" y="1515526"/>
                </a:lnTo>
                <a:lnTo>
                  <a:pt x="318160" y="1508026"/>
                </a:lnTo>
                <a:lnTo>
                  <a:pt x="318359" y="1500526"/>
                </a:lnTo>
                <a:lnTo>
                  <a:pt x="319595" y="1499345"/>
                </a:lnTo>
                <a:lnTo>
                  <a:pt x="331365" y="1493026"/>
                </a:lnTo>
                <a:lnTo>
                  <a:pt x="332510" y="1485525"/>
                </a:lnTo>
                <a:lnTo>
                  <a:pt x="332531" y="1478025"/>
                </a:lnTo>
                <a:lnTo>
                  <a:pt x="332991" y="1470525"/>
                </a:lnTo>
                <a:lnTo>
                  <a:pt x="333961" y="1469834"/>
                </a:lnTo>
                <a:lnTo>
                  <a:pt x="346393" y="1463024"/>
                </a:lnTo>
                <a:lnTo>
                  <a:pt x="346885" y="1455524"/>
                </a:lnTo>
                <a:lnTo>
                  <a:pt x="346905" y="1448024"/>
                </a:lnTo>
                <a:lnTo>
                  <a:pt x="347978" y="1440523"/>
                </a:lnTo>
                <a:lnTo>
                  <a:pt x="348328" y="1440311"/>
                </a:lnTo>
                <a:lnTo>
                  <a:pt x="361044" y="1433023"/>
                </a:lnTo>
                <a:lnTo>
                  <a:pt x="361255" y="1425523"/>
                </a:lnTo>
                <a:lnTo>
                  <a:pt x="361289" y="1418022"/>
                </a:lnTo>
                <a:lnTo>
                  <a:pt x="362694" y="1413486"/>
                </a:lnTo>
                <a:lnTo>
                  <a:pt x="368286" y="1410522"/>
                </a:lnTo>
                <a:lnTo>
                  <a:pt x="375532" y="1403022"/>
                </a:lnTo>
                <a:lnTo>
                  <a:pt x="375624" y="1395522"/>
                </a:lnTo>
                <a:lnTo>
                  <a:pt x="375698" y="1388021"/>
                </a:lnTo>
                <a:lnTo>
                  <a:pt x="377060" y="1385721"/>
                </a:lnTo>
                <a:lnTo>
                  <a:pt x="386840" y="1380521"/>
                </a:lnTo>
                <a:lnTo>
                  <a:pt x="389951" y="1373021"/>
                </a:lnTo>
                <a:lnTo>
                  <a:pt x="389992" y="1365520"/>
                </a:lnTo>
                <a:lnTo>
                  <a:pt x="390162" y="1358020"/>
                </a:lnTo>
                <a:lnTo>
                  <a:pt x="391427" y="1356722"/>
                </a:lnTo>
                <a:lnTo>
                  <a:pt x="403004" y="1350520"/>
                </a:lnTo>
                <a:lnTo>
                  <a:pt x="404340" y="1343020"/>
                </a:lnTo>
                <a:lnTo>
                  <a:pt x="404361" y="1335519"/>
                </a:lnTo>
                <a:lnTo>
                  <a:pt x="404757" y="1328019"/>
                </a:lnTo>
                <a:lnTo>
                  <a:pt x="405793" y="1327249"/>
                </a:lnTo>
                <a:lnTo>
                  <a:pt x="418142" y="1320519"/>
                </a:lnTo>
                <a:lnTo>
                  <a:pt x="418716" y="1313018"/>
                </a:lnTo>
                <a:lnTo>
                  <a:pt x="418735" y="1305518"/>
                </a:lnTo>
                <a:lnTo>
                  <a:pt x="419655" y="1298018"/>
                </a:lnTo>
                <a:lnTo>
                  <a:pt x="420160" y="1297704"/>
                </a:lnTo>
                <a:lnTo>
                  <a:pt x="432840" y="1290517"/>
                </a:lnTo>
                <a:lnTo>
                  <a:pt x="433087" y="1283017"/>
                </a:lnTo>
                <a:lnTo>
                  <a:pt x="433117" y="1275517"/>
                </a:lnTo>
                <a:lnTo>
                  <a:pt x="434526" y="1270332"/>
                </a:lnTo>
                <a:lnTo>
                  <a:pt x="438896" y="1268017"/>
                </a:lnTo>
                <a:lnTo>
                  <a:pt x="447349" y="1260516"/>
                </a:lnTo>
                <a:lnTo>
                  <a:pt x="447455" y="1253016"/>
                </a:lnTo>
                <a:lnTo>
                  <a:pt x="447586" y="1245516"/>
                </a:lnTo>
                <a:lnTo>
                  <a:pt x="448892" y="1244397"/>
                </a:lnTo>
                <a:lnTo>
                  <a:pt x="460917" y="1238015"/>
                </a:lnTo>
                <a:lnTo>
                  <a:pt x="461817" y="1230515"/>
                </a:lnTo>
                <a:lnTo>
                  <a:pt x="461909" y="1223015"/>
                </a:lnTo>
                <a:lnTo>
                  <a:pt x="463259" y="1221638"/>
                </a:lnTo>
                <a:lnTo>
                  <a:pt x="474836" y="1215515"/>
                </a:lnTo>
                <a:lnTo>
                  <a:pt x="476180" y="1208014"/>
                </a:lnTo>
                <a:lnTo>
                  <a:pt x="476247" y="1200514"/>
                </a:lnTo>
                <a:lnTo>
                  <a:pt x="477625" y="1198771"/>
                </a:lnTo>
                <a:lnTo>
                  <a:pt x="488534" y="1193014"/>
                </a:lnTo>
                <a:lnTo>
                  <a:pt x="490543" y="1185513"/>
                </a:lnTo>
                <a:lnTo>
                  <a:pt x="490594" y="1178013"/>
                </a:lnTo>
                <a:lnTo>
                  <a:pt x="491992" y="1176244"/>
                </a:lnTo>
                <a:lnTo>
                  <a:pt x="502889" y="1170513"/>
                </a:lnTo>
                <a:lnTo>
                  <a:pt x="504914" y="1163012"/>
                </a:lnTo>
                <a:lnTo>
                  <a:pt x="504977" y="1155512"/>
                </a:lnTo>
                <a:lnTo>
                  <a:pt x="506358" y="1154148"/>
                </a:lnTo>
                <a:lnTo>
                  <a:pt x="518016" y="1148012"/>
                </a:lnTo>
                <a:lnTo>
                  <a:pt x="519283" y="1140511"/>
                </a:lnTo>
                <a:lnTo>
                  <a:pt x="519377" y="1133011"/>
                </a:lnTo>
                <a:lnTo>
                  <a:pt x="520724" y="1131914"/>
                </a:lnTo>
                <a:lnTo>
                  <a:pt x="532858" y="1125511"/>
                </a:lnTo>
                <a:lnTo>
                  <a:pt x="533652" y="1118011"/>
                </a:lnTo>
                <a:lnTo>
                  <a:pt x="533797" y="1110510"/>
                </a:lnTo>
                <a:lnTo>
                  <a:pt x="535091" y="1109598"/>
                </a:lnTo>
                <a:lnTo>
                  <a:pt x="547523" y="1103010"/>
                </a:lnTo>
                <a:lnTo>
                  <a:pt x="548019" y="1095510"/>
                </a:lnTo>
                <a:lnTo>
                  <a:pt x="548249" y="1088009"/>
                </a:lnTo>
                <a:lnTo>
                  <a:pt x="549457" y="1086621"/>
                </a:lnTo>
                <a:lnTo>
                  <a:pt x="560725" y="1080509"/>
                </a:lnTo>
                <a:lnTo>
                  <a:pt x="562217" y="1073009"/>
                </a:lnTo>
                <a:lnTo>
                  <a:pt x="562388" y="1065509"/>
                </a:lnTo>
                <a:lnTo>
                  <a:pt x="562563" y="1058008"/>
                </a:lnTo>
                <a:lnTo>
                  <a:pt x="563823" y="1051772"/>
                </a:lnTo>
                <a:lnTo>
                  <a:pt x="565965" y="1050508"/>
                </a:lnTo>
                <a:lnTo>
                  <a:pt x="575641" y="1043008"/>
                </a:lnTo>
                <a:lnTo>
                  <a:pt x="576642" y="1035507"/>
                </a:lnTo>
                <a:lnTo>
                  <a:pt x="576769" y="1028007"/>
                </a:lnTo>
                <a:lnTo>
                  <a:pt x="577017" y="1020507"/>
                </a:lnTo>
                <a:lnTo>
                  <a:pt x="578190" y="1016397"/>
                </a:lnTo>
                <a:lnTo>
                  <a:pt x="583897" y="1013006"/>
                </a:lnTo>
                <a:lnTo>
                  <a:pt x="590375" y="1005506"/>
                </a:lnTo>
                <a:lnTo>
                  <a:pt x="591047" y="998006"/>
                </a:lnTo>
                <a:lnTo>
                  <a:pt x="591153" y="990506"/>
                </a:lnTo>
                <a:lnTo>
                  <a:pt x="591515" y="983005"/>
                </a:lnTo>
                <a:lnTo>
                  <a:pt x="592556" y="980361"/>
                </a:lnTo>
                <a:lnTo>
                  <a:pt x="600651" y="975505"/>
                </a:lnTo>
                <a:lnTo>
                  <a:pt x="604988" y="968005"/>
                </a:lnTo>
                <a:lnTo>
                  <a:pt x="605441" y="960504"/>
                </a:lnTo>
                <a:lnTo>
                  <a:pt x="605542" y="953004"/>
                </a:lnTo>
                <a:lnTo>
                  <a:pt x="606078" y="945504"/>
                </a:lnTo>
                <a:lnTo>
                  <a:pt x="606923" y="943904"/>
                </a:lnTo>
                <a:lnTo>
                  <a:pt x="616616" y="938003"/>
                </a:lnTo>
                <a:lnTo>
                  <a:pt x="619619" y="930503"/>
                </a:lnTo>
                <a:lnTo>
                  <a:pt x="619871" y="923003"/>
                </a:lnTo>
                <a:lnTo>
                  <a:pt x="620412" y="915503"/>
                </a:lnTo>
                <a:lnTo>
                  <a:pt x="621289" y="914380"/>
                </a:lnTo>
                <a:lnTo>
                  <a:pt x="632332" y="908002"/>
                </a:lnTo>
                <a:lnTo>
                  <a:pt x="634116" y="900502"/>
                </a:lnTo>
                <a:lnTo>
                  <a:pt x="634283" y="893002"/>
                </a:lnTo>
                <a:lnTo>
                  <a:pt x="635448" y="885501"/>
                </a:lnTo>
                <a:lnTo>
                  <a:pt x="635655" y="885318"/>
                </a:lnTo>
                <a:lnTo>
                  <a:pt x="647726" y="878001"/>
                </a:lnTo>
                <a:lnTo>
                  <a:pt x="648545" y="870501"/>
                </a:lnTo>
                <a:lnTo>
                  <a:pt x="648736" y="863000"/>
                </a:lnTo>
                <a:lnTo>
                  <a:pt x="650022" y="858888"/>
                </a:lnTo>
                <a:lnTo>
                  <a:pt x="656070" y="855500"/>
                </a:lnTo>
                <a:lnTo>
                  <a:pt x="662561" y="848000"/>
                </a:lnTo>
                <a:lnTo>
                  <a:pt x="662949" y="840500"/>
                </a:lnTo>
                <a:lnTo>
                  <a:pt x="663288" y="832999"/>
                </a:lnTo>
                <a:lnTo>
                  <a:pt x="664388" y="831062"/>
                </a:lnTo>
                <a:lnTo>
                  <a:pt x="674183" y="825499"/>
                </a:lnTo>
                <a:lnTo>
                  <a:pt x="677142" y="817999"/>
                </a:lnTo>
                <a:lnTo>
                  <a:pt x="677350" y="810498"/>
                </a:lnTo>
                <a:lnTo>
                  <a:pt x="678058" y="802998"/>
                </a:lnTo>
                <a:lnTo>
                  <a:pt x="678755" y="802229"/>
                </a:lnTo>
                <a:lnTo>
                  <a:pt x="690256" y="795498"/>
                </a:lnTo>
                <a:lnTo>
                  <a:pt x="691560" y="787997"/>
                </a:lnTo>
                <a:lnTo>
                  <a:pt x="691669" y="780497"/>
                </a:lnTo>
                <a:lnTo>
                  <a:pt x="691747" y="772997"/>
                </a:lnTo>
                <a:lnTo>
                  <a:pt x="691943" y="765497"/>
                </a:lnTo>
                <a:lnTo>
                  <a:pt x="692627" y="757996"/>
                </a:lnTo>
                <a:lnTo>
                  <a:pt x="693121" y="756287"/>
                </a:lnTo>
                <a:lnTo>
                  <a:pt x="700597" y="750496"/>
                </a:lnTo>
                <a:lnTo>
                  <a:pt x="704541" y="742996"/>
                </a:lnTo>
                <a:lnTo>
                  <a:pt x="705627" y="735495"/>
                </a:lnTo>
                <a:lnTo>
                  <a:pt x="705935" y="727995"/>
                </a:lnTo>
                <a:lnTo>
                  <a:pt x="706037" y="720495"/>
                </a:lnTo>
                <a:lnTo>
                  <a:pt x="706112" y="712995"/>
                </a:lnTo>
                <a:lnTo>
                  <a:pt x="706435" y="705494"/>
                </a:lnTo>
                <a:lnTo>
                  <a:pt x="707487" y="701299"/>
                </a:lnTo>
                <a:lnTo>
                  <a:pt x="712643" y="697994"/>
                </a:lnTo>
                <a:lnTo>
                  <a:pt x="719164" y="690494"/>
                </a:lnTo>
                <a:lnTo>
                  <a:pt x="720219" y="682993"/>
                </a:lnTo>
                <a:lnTo>
                  <a:pt x="720408" y="675493"/>
                </a:lnTo>
                <a:lnTo>
                  <a:pt x="720554" y="667993"/>
                </a:lnTo>
                <a:lnTo>
                  <a:pt x="721295" y="660492"/>
                </a:lnTo>
                <a:lnTo>
                  <a:pt x="721854" y="659330"/>
                </a:lnTo>
                <a:lnTo>
                  <a:pt x="731422" y="652992"/>
                </a:lnTo>
                <a:lnTo>
                  <a:pt x="735029" y="645492"/>
                </a:lnTo>
                <a:lnTo>
                  <a:pt x="736220" y="644919"/>
                </a:lnTo>
                <a:lnTo>
                  <a:pt x="737079" y="645492"/>
                </a:lnTo>
                <a:lnTo>
                  <a:pt x="738351" y="652992"/>
                </a:lnTo>
                <a:lnTo>
                  <a:pt x="750586" y="659614"/>
                </a:lnTo>
                <a:lnTo>
                  <a:pt x="751714" y="660492"/>
                </a:lnTo>
                <a:lnTo>
                  <a:pt x="753296" y="667993"/>
                </a:lnTo>
                <a:lnTo>
                  <a:pt x="764953" y="674234"/>
                </a:lnTo>
                <a:lnTo>
                  <a:pt x="766238" y="675493"/>
                </a:lnTo>
                <a:lnTo>
                  <a:pt x="768708" y="682993"/>
                </a:lnTo>
                <a:lnTo>
                  <a:pt x="779319" y="688641"/>
                </a:lnTo>
                <a:lnTo>
                  <a:pt x="780707" y="690494"/>
                </a:lnTo>
                <a:lnTo>
                  <a:pt x="784972" y="697994"/>
                </a:lnTo>
                <a:lnTo>
                  <a:pt x="793686" y="702617"/>
                </a:lnTo>
                <a:lnTo>
                  <a:pt x="795159" y="705494"/>
                </a:lnTo>
                <a:lnTo>
                  <a:pt x="802784" y="712995"/>
                </a:lnTo>
                <a:lnTo>
                  <a:pt x="808052" y="715784"/>
                </a:lnTo>
                <a:lnTo>
                  <a:pt x="809625" y="720495"/>
                </a:lnTo>
                <a:lnTo>
                  <a:pt x="822418" y="727935"/>
                </a:lnTo>
                <a:lnTo>
                  <a:pt x="822521" y="727995"/>
                </a:lnTo>
                <a:lnTo>
                  <a:pt x="824143" y="735495"/>
                </a:lnTo>
                <a:lnTo>
                  <a:pt x="836785" y="742545"/>
                </a:lnTo>
                <a:lnTo>
                  <a:pt x="837490" y="742996"/>
                </a:lnTo>
                <a:lnTo>
                  <a:pt x="838768" y="750496"/>
                </a:lnTo>
                <a:lnTo>
                  <a:pt x="851151" y="757239"/>
                </a:lnTo>
                <a:lnTo>
                  <a:pt x="852192" y="757996"/>
                </a:lnTo>
                <a:lnTo>
                  <a:pt x="855483" y="765497"/>
                </a:lnTo>
                <a:lnTo>
                  <a:pt x="865517" y="770765"/>
                </a:lnTo>
                <a:lnTo>
                  <a:pt x="867190" y="772997"/>
                </a:lnTo>
                <a:lnTo>
                  <a:pt x="879884" y="779783"/>
                </a:lnTo>
                <a:lnTo>
                  <a:pt x="881052" y="780497"/>
                </a:lnTo>
                <a:lnTo>
                  <a:pt x="887243" y="787997"/>
                </a:lnTo>
                <a:lnTo>
                  <a:pt x="894250" y="791673"/>
                </a:lnTo>
                <a:lnTo>
                  <a:pt x="908617" y="794987"/>
                </a:lnTo>
                <a:lnTo>
                  <a:pt x="910822" y="795498"/>
                </a:lnTo>
                <a:lnTo>
                  <a:pt x="922983" y="801370"/>
                </a:lnTo>
                <a:lnTo>
                  <a:pt x="937349" y="802242"/>
                </a:lnTo>
                <a:lnTo>
                  <a:pt x="951716" y="802955"/>
                </a:lnTo>
                <a:lnTo>
                  <a:pt x="951837" y="802998"/>
                </a:lnTo>
                <a:lnTo>
                  <a:pt x="966082" y="809451"/>
                </a:lnTo>
                <a:lnTo>
                  <a:pt x="980449" y="810025"/>
                </a:lnTo>
                <a:lnTo>
                  <a:pt x="981385" y="810498"/>
                </a:lnTo>
                <a:lnTo>
                  <a:pt x="994815" y="817259"/>
                </a:lnTo>
                <a:lnTo>
                  <a:pt x="996570" y="817999"/>
                </a:lnTo>
                <a:lnTo>
                  <a:pt x="1009181" y="824543"/>
                </a:lnTo>
                <a:lnTo>
                  <a:pt x="1013679" y="825499"/>
                </a:lnTo>
                <a:lnTo>
                  <a:pt x="1023548" y="830641"/>
                </a:lnTo>
                <a:lnTo>
                  <a:pt x="1037914" y="832662"/>
                </a:lnTo>
                <a:lnTo>
                  <a:pt x="1038568" y="832999"/>
                </a:lnTo>
                <a:lnTo>
                  <a:pt x="1045680" y="840500"/>
                </a:lnTo>
                <a:lnTo>
                  <a:pt x="1052280" y="843960"/>
                </a:lnTo>
                <a:lnTo>
                  <a:pt x="1053824" y="848000"/>
                </a:lnTo>
                <a:lnTo>
                  <a:pt x="1066647" y="854998"/>
                </a:lnTo>
                <a:lnTo>
                  <a:pt x="1067534" y="855500"/>
                </a:lnTo>
                <a:lnTo>
                  <a:pt x="1068708" y="863000"/>
                </a:lnTo>
                <a:lnTo>
                  <a:pt x="1081013" y="869497"/>
                </a:lnTo>
                <a:lnTo>
                  <a:pt x="1082363" y="870501"/>
                </a:lnTo>
                <a:lnTo>
                  <a:pt x="1095380" y="877685"/>
                </a:lnTo>
                <a:lnTo>
                  <a:pt x="1096029" y="878001"/>
                </a:lnTo>
                <a:lnTo>
                  <a:pt x="1109746" y="884763"/>
                </a:lnTo>
                <a:lnTo>
                  <a:pt x="1111378" y="885501"/>
                </a:lnTo>
                <a:lnTo>
                  <a:pt x="1124112" y="892119"/>
                </a:lnTo>
                <a:lnTo>
                  <a:pt x="1125635" y="893002"/>
                </a:lnTo>
                <a:lnTo>
                  <a:pt x="1138479" y="900248"/>
                </a:lnTo>
                <a:lnTo>
                  <a:pt x="1138910" y="900502"/>
                </a:lnTo>
                <a:lnTo>
                  <a:pt x="1140227" y="908002"/>
                </a:lnTo>
                <a:lnTo>
                  <a:pt x="1152845" y="914928"/>
                </a:lnTo>
                <a:lnTo>
                  <a:pt x="1153738" y="915503"/>
                </a:lnTo>
                <a:lnTo>
                  <a:pt x="1154869" y="923003"/>
                </a:lnTo>
                <a:lnTo>
                  <a:pt x="1167211" y="929654"/>
                </a:lnTo>
                <a:lnTo>
                  <a:pt x="1168359" y="930503"/>
                </a:lnTo>
                <a:lnTo>
                  <a:pt x="1169737" y="938003"/>
                </a:lnTo>
                <a:lnTo>
                  <a:pt x="1181578" y="944321"/>
                </a:lnTo>
                <a:lnTo>
                  <a:pt x="1182870" y="945504"/>
                </a:lnTo>
                <a:lnTo>
                  <a:pt x="1185021" y="953004"/>
                </a:lnTo>
                <a:lnTo>
                  <a:pt x="1195944" y="958799"/>
                </a:lnTo>
                <a:lnTo>
                  <a:pt x="1197326" y="960504"/>
                </a:lnTo>
                <a:lnTo>
                  <a:pt x="1201073" y="968005"/>
                </a:lnTo>
                <a:lnTo>
                  <a:pt x="1210311" y="972891"/>
                </a:lnTo>
                <a:lnTo>
                  <a:pt x="1211762" y="975505"/>
                </a:lnTo>
                <a:lnTo>
                  <a:pt x="1218537" y="983005"/>
                </a:lnTo>
                <a:lnTo>
                  <a:pt x="1224677" y="986248"/>
                </a:lnTo>
                <a:lnTo>
                  <a:pt x="1226205" y="990506"/>
                </a:lnTo>
                <a:lnTo>
                  <a:pt x="1238597" y="998006"/>
                </a:lnTo>
                <a:lnTo>
                  <a:pt x="1239043" y="998241"/>
                </a:lnTo>
                <a:lnTo>
                  <a:pt x="1240683" y="1005506"/>
                </a:lnTo>
                <a:lnTo>
                  <a:pt x="1253410" y="1012625"/>
                </a:lnTo>
                <a:lnTo>
                  <a:pt x="1254039" y="1013006"/>
                </a:lnTo>
                <a:lnTo>
                  <a:pt x="1255239" y="1020507"/>
                </a:lnTo>
                <a:lnTo>
                  <a:pt x="1267776" y="1027335"/>
                </a:lnTo>
                <a:lnTo>
                  <a:pt x="1268777" y="1028007"/>
                </a:lnTo>
                <a:lnTo>
                  <a:pt x="1269947" y="1035507"/>
                </a:lnTo>
                <a:lnTo>
                  <a:pt x="1282143" y="1042052"/>
                </a:lnTo>
                <a:lnTo>
                  <a:pt x="1283350" y="1043008"/>
                </a:lnTo>
                <a:lnTo>
                  <a:pt x="1284935" y="1050508"/>
                </a:lnTo>
                <a:lnTo>
                  <a:pt x="1296509" y="1056668"/>
                </a:lnTo>
                <a:lnTo>
                  <a:pt x="1297837" y="1058008"/>
                </a:lnTo>
                <a:lnTo>
                  <a:pt x="1300442" y="1065509"/>
                </a:lnTo>
                <a:lnTo>
                  <a:pt x="1310875" y="1071036"/>
                </a:lnTo>
                <a:lnTo>
                  <a:pt x="1312283" y="1073009"/>
                </a:lnTo>
                <a:lnTo>
                  <a:pt x="1316905" y="1080509"/>
                </a:lnTo>
                <a:lnTo>
                  <a:pt x="1325242" y="1084916"/>
                </a:lnTo>
                <a:lnTo>
                  <a:pt x="1326718" y="1088009"/>
                </a:lnTo>
                <a:lnTo>
                  <a:pt x="1335123" y="1095510"/>
                </a:lnTo>
                <a:lnTo>
                  <a:pt x="1339608" y="1097877"/>
                </a:lnTo>
                <a:lnTo>
                  <a:pt x="1341170" y="1103010"/>
                </a:lnTo>
                <a:lnTo>
                  <a:pt x="1353974" y="1110371"/>
                </a:lnTo>
                <a:lnTo>
                  <a:pt x="1354215" y="1110510"/>
                </a:lnTo>
                <a:lnTo>
                  <a:pt x="1355670" y="1118011"/>
                </a:lnTo>
                <a:lnTo>
                  <a:pt x="1368341" y="1124967"/>
                </a:lnTo>
                <a:lnTo>
                  <a:pt x="1369213" y="1125511"/>
                </a:lnTo>
                <a:lnTo>
                  <a:pt x="1370426" y="1133011"/>
                </a:lnTo>
                <a:lnTo>
                  <a:pt x="1382707" y="1139573"/>
                </a:lnTo>
                <a:lnTo>
                  <a:pt x="1383944" y="1140511"/>
                </a:lnTo>
                <a:lnTo>
                  <a:pt x="1385896" y="1148012"/>
                </a:lnTo>
                <a:lnTo>
                  <a:pt x="1397073" y="1153925"/>
                </a:lnTo>
                <a:lnTo>
                  <a:pt x="1398465" y="1155512"/>
                </a:lnTo>
                <a:lnTo>
                  <a:pt x="1403218" y="1163012"/>
                </a:lnTo>
                <a:lnTo>
                  <a:pt x="1411440" y="1167346"/>
                </a:lnTo>
                <a:lnTo>
                  <a:pt x="1412952" y="1170513"/>
                </a:lnTo>
                <a:lnTo>
                  <a:pt x="1425509" y="1178013"/>
                </a:lnTo>
                <a:lnTo>
                  <a:pt x="1425806" y="1178170"/>
                </a:lnTo>
                <a:lnTo>
                  <a:pt x="1428535" y="1185513"/>
                </a:lnTo>
                <a:lnTo>
                  <a:pt x="1440173" y="1192091"/>
                </a:lnTo>
                <a:lnTo>
                  <a:pt x="1452688" y="1185513"/>
                </a:lnTo>
                <a:lnTo>
                  <a:pt x="1451815" y="1178013"/>
                </a:lnTo>
                <a:lnTo>
                  <a:pt x="1450645" y="1170513"/>
                </a:lnTo>
                <a:lnTo>
                  <a:pt x="1448975" y="1163012"/>
                </a:lnTo>
                <a:lnTo>
                  <a:pt x="1446515" y="1155512"/>
                </a:lnTo>
                <a:lnTo>
                  <a:pt x="1442839" y="1148012"/>
                </a:lnTo>
                <a:lnTo>
                  <a:pt x="1440173" y="1143706"/>
                </a:lnTo>
                <a:lnTo>
                  <a:pt x="1439810" y="1140511"/>
                </a:lnTo>
                <a:lnTo>
                  <a:pt x="1438836" y="1133011"/>
                </a:lnTo>
                <a:lnTo>
                  <a:pt x="1437632" y="1125511"/>
                </a:lnTo>
                <a:lnTo>
                  <a:pt x="1435760" y="1118011"/>
                </a:lnTo>
                <a:lnTo>
                  <a:pt x="1432372" y="1110510"/>
                </a:lnTo>
                <a:lnTo>
                  <a:pt x="1425936" y="1103010"/>
                </a:lnTo>
                <a:lnTo>
                  <a:pt x="1425806" y="1102868"/>
                </a:lnTo>
                <a:lnTo>
                  <a:pt x="1424709" y="1095510"/>
                </a:lnTo>
                <a:lnTo>
                  <a:pt x="1423577" y="1088009"/>
                </a:lnTo>
                <a:lnTo>
                  <a:pt x="1421916" y="1080509"/>
                </a:lnTo>
                <a:lnTo>
                  <a:pt x="1418976" y="1073009"/>
                </a:lnTo>
                <a:lnTo>
                  <a:pt x="1413425" y="1065509"/>
                </a:lnTo>
                <a:lnTo>
                  <a:pt x="1411440" y="1063301"/>
                </a:lnTo>
                <a:lnTo>
                  <a:pt x="1410582" y="1058008"/>
                </a:lnTo>
                <a:lnTo>
                  <a:pt x="1409495" y="1050508"/>
                </a:lnTo>
                <a:lnTo>
                  <a:pt x="1408008" y="1043008"/>
                </a:lnTo>
                <a:lnTo>
                  <a:pt x="1405448" y="1035507"/>
                </a:lnTo>
                <a:lnTo>
                  <a:pt x="1400659" y="1028007"/>
                </a:lnTo>
                <a:lnTo>
                  <a:pt x="1397073" y="1023983"/>
                </a:lnTo>
                <a:lnTo>
                  <a:pt x="1396459" y="1020507"/>
                </a:lnTo>
                <a:lnTo>
                  <a:pt x="1395393" y="1013006"/>
                </a:lnTo>
                <a:lnTo>
                  <a:pt x="1394045" y="1005506"/>
                </a:lnTo>
                <a:lnTo>
                  <a:pt x="1391809" y="998006"/>
                </a:lnTo>
                <a:lnTo>
                  <a:pt x="1387670" y="990506"/>
                </a:lnTo>
                <a:lnTo>
                  <a:pt x="1382707" y="984873"/>
                </a:lnTo>
                <a:lnTo>
                  <a:pt x="1382346" y="983005"/>
                </a:lnTo>
                <a:lnTo>
                  <a:pt x="1381276" y="975505"/>
                </a:lnTo>
                <a:lnTo>
                  <a:pt x="1380039" y="968005"/>
                </a:lnTo>
                <a:lnTo>
                  <a:pt x="1378074" y="960504"/>
                </a:lnTo>
                <a:lnTo>
                  <a:pt x="1374493" y="953004"/>
                </a:lnTo>
                <a:lnTo>
                  <a:pt x="1368341" y="945934"/>
                </a:lnTo>
                <a:lnTo>
                  <a:pt x="1368250" y="945504"/>
                </a:lnTo>
                <a:lnTo>
                  <a:pt x="1367151" y="938003"/>
                </a:lnTo>
                <a:lnTo>
                  <a:pt x="1365995" y="930503"/>
                </a:lnTo>
                <a:lnTo>
                  <a:pt x="1364257" y="923003"/>
                </a:lnTo>
                <a:lnTo>
                  <a:pt x="1361153" y="915503"/>
                </a:lnTo>
                <a:lnTo>
                  <a:pt x="1355277" y="908002"/>
                </a:lnTo>
                <a:lnTo>
                  <a:pt x="1353974" y="906559"/>
                </a:lnTo>
                <a:lnTo>
                  <a:pt x="1353024" y="900502"/>
                </a:lnTo>
                <a:lnTo>
                  <a:pt x="1351922" y="893002"/>
                </a:lnTo>
                <a:lnTo>
                  <a:pt x="1350372" y="885501"/>
                </a:lnTo>
                <a:lnTo>
                  <a:pt x="1347673" y="878001"/>
                </a:lnTo>
                <a:lnTo>
                  <a:pt x="1342605" y="870501"/>
                </a:lnTo>
                <a:lnTo>
                  <a:pt x="1339608" y="867150"/>
                </a:lnTo>
                <a:lnTo>
                  <a:pt x="1338899" y="863000"/>
                </a:lnTo>
                <a:lnTo>
                  <a:pt x="1337827" y="855500"/>
                </a:lnTo>
                <a:lnTo>
                  <a:pt x="1336430" y="848000"/>
                </a:lnTo>
                <a:lnTo>
                  <a:pt x="1334075" y="840500"/>
                </a:lnTo>
                <a:lnTo>
                  <a:pt x="1334380" y="832999"/>
                </a:lnTo>
                <a:lnTo>
                  <a:pt x="1337645" y="825499"/>
                </a:lnTo>
                <a:lnTo>
                  <a:pt x="1339177" y="817999"/>
                </a:lnTo>
                <a:lnTo>
                  <a:pt x="1339608" y="817061"/>
                </a:lnTo>
                <a:lnTo>
                  <a:pt x="1348763" y="810498"/>
                </a:lnTo>
                <a:lnTo>
                  <a:pt x="1352152" y="802998"/>
                </a:lnTo>
                <a:lnTo>
                  <a:pt x="1353974" y="798990"/>
                </a:lnTo>
                <a:lnTo>
                  <a:pt x="1360000" y="795498"/>
                </a:lnTo>
                <a:lnTo>
                  <a:pt x="1366786" y="787997"/>
                </a:lnTo>
                <a:lnTo>
                  <a:pt x="1368341" y="785283"/>
                </a:lnTo>
                <a:lnTo>
                  <a:pt x="1376772" y="780497"/>
                </a:lnTo>
                <a:lnTo>
                  <a:pt x="1381466" y="772997"/>
                </a:lnTo>
                <a:lnTo>
                  <a:pt x="1382707" y="771243"/>
                </a:lnTo>
                <a:lnTo>
                  <a:pt x="1392730" y="765497"/>
                </a:lnTo>
                <a:lnTo>
                  <a:pt x="1396165" y="757996"/>
                </a:lnTo>
                <a:lnTo>
                  <a:pt x="1397073" y="756944"/>
                </a:lnTo>
                <a:lnTo>
                  <a:pt x="1408158" y="750496"/>
                </a:lnTo>
                <a:lnTo>
                  <a:pt x="1410943" y="742996"/>
                </a:lnTo>
                <a:lnTo>
                  <a:pt x="1411440" y="742513"/>
                </a:lnTo>
                <a:lnTo>
                  <a:pt x="1423243" y="735495"/>
                </a:lnTo>
                <a:lnTo>
                  <a:pt x="1425806" y="728296"/>
                </a:lnTo>
                <a:lnTo>
                  <a:pt x="1426343" y="727995"/>
                </a:lnTo>
                <a:lnTo>
                  <a:pt x="1438114" y="720495"/>
                </a:lnTo>
                <a:lnTo>
                  <a:pt x="1440173" y="715703"/>
                </a:lnTo>
                <a:lnTo>
                  <a:pt x="1444984" y="712995"/>
                </a:lnTo>
                <a:lnTo>
                  <a:pt x="1452859" y="705494"/>
                </a:lnTo>
                <a:lnTo>
                  <a:pt x="1454539" y="702313"/>
                </a:lnTo>
                <a:lnTo>
                  <a:pt x="1462168" y="697994"/>
                </a:lnTo>
                <a:lnTo>
                  <a:pt x="1467545" y="690494"/>
                </a:lnTo>
                <a:lnTo>
                  <a:pt x="1468905" y="688412"/>
                </a:lnTo>
                <a:lnTo>
                  <a:pt x="1478397" y="682993"/>
                </a:lnTo>
                <a:lnTo>
                  <a:pt x="1482230" y="675493"/>
                </a:lnTo>
                <a:lnTo>
                  <a:pt x="1483272" y="674195"/>
                </a:lnTo>
                <a:lnTo>
                  <a:pt x="1494001" y="667993"/>
                </a:lnTo>
                <a:lnTo>
                  <a:pt x="1496971" y="660492"/>
                </a:lnTo>
                <a:lnTo>
                  <a:pt x="1497638" y="660025"/>
                </a:lnTo>
                <a:lnTo>
                  <a:pt x="1510034" y="652992"/>
                </a:lnTo>
                <a:lnTo>
                  <a:pt x="1512004" y="650980"/>
                </a:lnTo>
                <a:lnTo>
                  <a:pt x="1522336" y="645492"/>
                </a:lnTo>
                <a:lnTo>
                  <a:pt x="1526365" y="637991"/>
                </a:lnTo>
                <a:lnTo>
                  <a:pt x="1526371" y="637989"/>
                </a:lnTo>
                <a:lnTo>
                  <a:pt x="1539550" y="630491"/>
                </a:lnTo>
                <a:lnTo>
                  <a:pt x="1540737" y="629790"/>
                </a:lnTo>
                <a:lnTo>
                  <a:pt x="1553497" y="622991"/>
                </a:lnTo>
                <a:lnTo>
                  <a:pt x="1555104" y="621678"/>
                </a:lnTo>
                <a:lnTo>
                  <a:pt x="1566878" y="615491"/>
                </a:lnTo>
                <a:lnTo>
                  <a:pt x="1569470" y="611717"/>
                </a:lnTo>
                <a:lnTo>
                  <a:pt x="1576582" y="607990"/>
                </a:lnTo>
                <a:lnTo>
                  <a:pt x="1583031" y="600490"/>
                </a:lnTo>
                <a:lnTo>
                  <a:pt x="1583837" y="600044"/>
                </a:lnTo>
                <a:lnTo>
                  <a:pt x="1596798" y="592990"/>
                </a:lnTo>
                <a:lnTo>
                  <a:pt x="1598203" y="592054"/>
                </a:lnTo>
                <a:lnTo>
                  <a:pt x="1610640" y="585489"/>
                </a:lnTo>
                <a:lnTo>
                  <a:pt x="1612569" y="583406"/>
                </a:lnTo>
                <a:lnTo>
                  <a:pt x="1622898" y="577989"/>
                </a:lnTo>
                <a:lnTo>
                  <a:pt x="1626933" y="570489"/>
                </a:lnTo>
                <a:lnTo>
                  <a:pt x="1626936" y="570488"/>
                </a:lnTo>
                <a:lnTo>
                  <a:pt x="1640116" y="562989"/>
                </a:lnTo>
                <a:lnTo>
                  <a:pt x="1641302" y="562288"/>
                </a:lnTo>
                <a:lnTo>
                  <a:pt x="1654062" y="555488"/>
                </a:lnTo>
                <a:lnTo>
                  <a:pt x="1655668" y="554177"/>
                </a:lnTo>
                <a:lnTo>
                  <a:pt x="1667445" y="547988"/>
                </a:lnTo>
                <a:lnTo>
                  <a:pt x="1670035" y="544222"/>
                </a:lnTo>
                <a:lnTo>
                  <a:pt x="1677161" y="540488"/>
                </a:lnTo>
                <a:lnTo>
                  <a:pt x="1683597" y="532987"/>
                </a:lnTo>
                <a:lnTo>
                  <a:pt x="1684401" y="532542"/>
                </a:lnTo>
                <a:lnTo>
                  <a:pt x="1697364" y="525487"/>
                </a:lnTo>
                <a:lnTo>
                  <a:pt x="1698767" y="524552"/>
                </a:lnTo>
                <a:lnTo>
                  <a:pt x="1711206" y="517987"/>
                </a:lnTo>
                <a:lnTo>
                  <a:pt x="1713134" y="515907"/>
                </a:lnTo>
                <a:lnTo>
                  <a:pt x="1723468" y="510487"/>
                </a:lnTo>
                <a:lnTo>
                  <a:pt x="1727500" y="502992"/>
                </a:lnTo>
                <a:lnTo>
                  <a:pt x="1727510" y="502986"/>
                </a:lnTo>
                <a:lnTo>
                  <a:pt x="1740681" y="495486"/>
                </a:lnTo>
                <a:lnTo>
                  <a:pt x="1741867" y="494786"/>
                </a:lnTo>
                <a:lnTo>
                  <a:pt x="1754627" y="487986"/>
                </a:lnTo>
                <a:lnTo>
                  <a:pt x="1756233" y="486675"/>
                </a:lnTo>
                <a:lnTo>
                  <a:pt x="1768013" y="480485"/>
                </a:lnTo>
                <a:lnTo>
                  <a:pt x="1770599" y="476726"/>
                </a:lnTo>
                <a:lnTo>
                  <a:pt x="1777739" y="472985"/>
                </a:lnTo>
                <a:lnTo>
                  <a:pt x="1784163" y="465485"/>
                </a:lnTo>
                <a:lnTo>
                  <a:pt x="1784966" y="465040"/>
                </a:lnTo>
                <a:lnTo>
                  <a:pt x="1797929" y="457984"/>
                </a:lnTo>
                <a:lnTo>
                  <a:pt x="1799332" y="457050"/>
                </a:lnTo>
                <a:lnTo>
                  <a:pt x="1811772" y="450484"/>
                </a:lnTo>
                <a:lnTo>
                  <a:pt x="1813699" y="448407"/>
                </a:lnTo>
                <a:lnTo>
                  <a:pt x="1824039" y="442984"/>
                </a:lnTo>
                <a:lnTo>
                  <a:pt x="1828065" y="435505"/>
                </a:lnTo>
                <a:lnTo>
                  <a:pt x="1828106" y="435483"/>
                </a:lnTo>
                <a:lnTo>
                  <a:pt x="1841247" y="427983"/>
                </a:lnTo>
                <a:lnTo>
                  <a:pt x="1842431" y="427284"/>
                </a:lnTo>
                <a:lnTo>
                  <a:pt x="1855193" y="420483"/>
                </a:lnTo>
                <a:lnTo>
                  <a:pt x="1856798" y="419174"/>
                </a:lnTo>
                <a:lnTo>
                  <a:pt x="1868580" y="412983"/>
                </a:lnTo>
                <a:lnTo>
                  <a:pt x="1871164" y="409231"/>
                </a:lnTo>
                <a:lnTo>
                  <a:pt x="1878317" y="405482"/>
                </a:lnTo>
                <a:lnTo>
                  <a:pt x="1884730" y="397982"/>
                </a:lnTo>
                <a:lnTo>
                  <a:pt x="1885530" y="397538"/>
                </a:lnTo>
                <a:lnTo>
                  <a:pt x="1898494" y="390482"/>
                </a:lnTo>
                <a:lnTo>
                  <a:pt x="1899897" y="389548"/>
                </a:lnTo>
                <a:lnTo>
                  <a:pt x="1912338" y="382981"/>
                </a:lnTo>
                <a:lnTo>
                  <a:pt x="1914263" y="380908"/>
                </a:lnTo>
                <a:lnTo>
                  <a:pt x="1924610" y="375481"/>
                </a:lnTo>
                <a:lnTo>
                  <a:pt x="1928630" y="368018"/>
                </a:lnTo>
                <a:lnTo>
                  <a:pt x="1928701" y="367981"/>
                </a:lnTo>
                <a:lnTo>
                  <a:pt x="1941812" y="360481"/>
                </a:lnTo>
                <a:lnTo>
                  <a:pt x="1942996" y="359782"/>
                </a:lnTo>
                <a:lnTo>
                  <a:pt x="1955758" y="352980"/>
                </a:lnTo>
                <a:lnTo>
                  <a:pt x="1957362" y="351673"/>
                </a:lnTo>
                <a:lnTo>
                  <a:pt x="1969148" y="345480"/>
                </a:lnTo>
                <a:lnTo>
                  <a:pt x="1971729" y="341735"/>
                </a:lnTo>
                <a:lnTo>
                  <a:pt x="1978896" y="337980"/>
                </a:lnTo>
                <a:lnTo>
                  <a:pt x="1985296" y="330479"/>
                </a:lnTo>
                <a:lnTo>
                  <a:pt x="1986095" y="330037"/>
                </a:lnTo>
                <a:lnTo>
                  <a:pt x="1999059" y="322979"/>
                </a:lnTo>
                <a:lnTo>
                  <a:pt x="2000462" y="322046"/>
                </a:lnTo>
                <a:lnTo>
                  <a:pt x="2012904" y="315479"/>
                </a:lnTo>
                <a:lnTo>
                  <a:pt x="2014828" y="313408"/>
                </a:lnTo>
                <a:lnTo>
                  <a:pt x="2025181" y="307978"/>
                </a:lnTo>
                <a:lnTo>
                  <a:pt x="2029194" y="300531"/>
                </a:lnTo>
                <a:lnTo>
                  <a:pt x="2029296" y="300478"/>
                </a:lnTo>
                <a:lnTo>
                  <a:pt x="2042378" y="292978"/>
                </a:lnTo>
                <a:lnTo>
                  <a:pt x="2043561" y="292280"/>
                </a:lnTo>
                <a:lnTo>
                  <a:pt x="2056323" y="285478"/>
                </a:lnTo>
                <a:lnTo>
                  <a:pt x="2057927" y="284172"/>
                </a:lnTo>
                <a:lnTo>
                  <a:pt x="2069715" y="277977"/>
                </a:lnTo>
                <a:lnTo>
                  <a:pt x="2072293" y="274240"/>
                </a:lnTo>
                <a:lnTo>
                  <a:pt x="2079474" y="270477"/>
                </a:lnTo>
                <a:lnTo>
                  <a:pt x="2085862" y="262977"/>
                </a:lnTo>
                <a:lnTo>
                  <a:pt x="2086660" y="262535"/>
                </a:lnTo>
                <a:lnTo>
                  <a:pt x="2099624" y="255476"/>
                </a:lnTo>
                <a:lnTo>
                  <a:pt x="2101026" y="254544"/>
                </a:lnTo>
                <a:lnTo>
                  <a:pt x="2113469" y="247976"/>
                </a:lnTo>
                <a:lnTo>
                  <a:pt x="2115392" y="245909"/>
                </a:lnTo>
                <a:lnTo>
                  <a:pt x="2125752" y="240476"/>
                </a:lnTo>
                <a:lnTo>
                  <a:pt x="2129759" y="233044"/>
                </a:lnTo>
                <a:lnTo>
                  <a:pt x="2129891" y="232975"/>
                </a:lnTo>
                <a:lnTo>
                  <a:pt x="2142943" y="225475"/>
                </a:lnTo>
                <a:lnTo>
                  <a:pt x="2144125" y="224778"/>
                </a:lnTo>
                <a:lnTo>
                  <a:pt x="2156889" y="217975"/>
                </a:lnTo>
                <a:lnTo>
                  <a:pt x="2158492" y="216671"/>
                </a:lnTo>
                <a:lnTo>
                  <a:pt x="2170282" y="210475"/>
                </a:lnTo>
                <a:lnTo>
                  <a:pt x="2172858" y="206744"/>
                </a:lnTo>
                <a:lnTo>
                  <a:pt x="2180052" y="202974"/>
                </a:lnTo>
                <a:lnTo>
                  <a:pt x="2186428" y="195474"/>
                </a:lnTo>
                <a:lnTo>
                  <a:pt x="2187224" y="195033"/>
                </a:lnTo>
                <a:lnTo>
                  <a:pt x="2200189" y="187974"/>
                </a:lnTo>
                <a:lnTo>
                  <a:pt x="2201591" y="187042"/>
                </a:lnTo>
                <a:lnTo>
                  <a:pt x="2214035" y="180474"/>
                </a:lnTo>
                <a:lnTo>
                  <a:pt x="2215957" y="178409"/>
                </a:lnTo>
                <a:lnTo>
                  <a:pt x="2226322" y="172973"/>
                </a:lnTo>
                <a:lnTo>
                  <a:pt x="2230324" y="165557"/>
                </a:lnTo>
                <a:lnTo>
                  <a:pt x="2230485" y="165473"/>
                </a:lnTo>
                <a:lnTo>
                  <a:pt x="2243508" y="157972"/>
                </a:lnTo>
                <a:lnTo>
                  <a:pt x="2244690" y="157276"/>
                </a:lnTo>
                <a:lnTo>
                  <a:pt x="2257454" y="150472"/>
                </a:lnTo>
                <a:lnTo>
                  <a:pt x="2259056" y="149170"/>
                </a:lnTo>
                <a:lnTo>
                  <a:pt x="2270850" y="142972"/>
                </a:lnTo>
                <a:lnTo>
                  <a:pt x="2273423" y="139248"/>
                </a:lnTo>
                <a:lnTo>
                  <a:pt x="2280630" y="135472"/>
                </a:lnTo>
                <a:lnTo>
                  <a:pt x="2286995" y="127971"/>
                </a:lnTo>
                <a:lnTo>
                  <a:pt x="2287789" y="127532"/>
                </a:lnTo>
                <a:lnTo>
                  <a:pt x="2300755" y="120471"/>
                </a:lnTo>
                <a:lnTo>
                  <a:pt x="2302155" y="119541"/>
                </a:lnTo>
                <a:lnTo>
                  <a:pt x="2314601" y="112971"/>
                </a:lnTo>
                <a:lnTo>
                  <a:pt x="2316522" y="110910"/>
                </a:lnTo>
                <a:lnTo>
                  <a:pt x="2326893" y="105470"/>
                </a:lnTo>
                <a:lnTo>
                  <a:pt x="2330888" y="98071"/>
                </a:lnTo>
                <a:lnTo>
                  <a:pt x="2331080" y="97970"/>
                </a:lnTo>
                <a:lnTo>
                  <a:pt x="2344074" y="90470"/>
                </a:lnTo>
                <a:lnTo>
                  <a:pt x="2345255" y="89774"/>
                </a:lnTo>
                <a:lnTo>
                  <a:pt x="2358019" y="82970"/>
                </a:lnTo>
                <a:lnTo>
                  <a:pt x="2359621" y="81668"/>
                </a:lnTo>
                <a:lnTo>
                  <a:pt x="2371417" y="75469"/>
                </a:lnTo>
                <a:lnTo>
                  <a:pt x="2373988" y="71753"/>
                </a:lnTo>
                <a:lnTo>
                  <a:pt x="2381208" y="67969"/>
                </a:lnTo>
                <a:lnTo>
                  <a:pt x="2387561" y="60469"/>
                </a:lnTo>
                <a:lnTo>
                  <a:pt x="2388354" y="60030"/>
                </a:lnTo>
                <a:lnTo>
                  <a:pt x="2401320" y="52968"/>
                </a:lnTo>
                <a:lnTo>
                  <a:pt x="2402720" y="52039"/>
                </a:lnTo>
                <a:lnTo>
                  <a:pt x="2415167" y="45468"/>
                </a:lnTo>
                <a:lnTo>
                  <a:pt x="2417087" y="43411"/>
                </a:lnTo>
                <a:lnTo>
                  <a:pt x="2427464" y="37968"/>
                </a:lnTo>
                <a:lnTo>
                  <a:pt x="2431453" y="30584"/>
                </a:lnTo>
                <a:lnTo>
                  <a:pt x="2431675" y="30467"/>
                </a:lnTo>
                <a:lnTo>
                  <a:pt x="2444640" y="22967"/>
                </a:lnTo>
                <a:lnTo>
                  <a:pt x="2445819" y="22272"/>
                </a:lnTo>
                <a:lnTo>
                  <a:pt x="2458585" y="15467"/>
                </a:lnTo>
                <a:lnTo>
                  <a:pt x="2460186" y="14167"/>
                </a:lnTo>
                <a:lnTo>
                  <a:pt x="2471985" y="7967"/>
                </a:lnTo>
                <a:lnTo>
                  <a:pt x="2474552" y="4257"/>
                </a:lnTo>
                <a:lnTo>
                  <a:pt x="2474552" y="466"/>
                </a:lnTo>
                <a:lnTo>
                  <a:pt x="2474552" y="0"/>
                </a:lnTo>
                <a:lnTo>
                  <a:pt x="2473672" y="466"/>
                </a:lnTo>
                <a:lnTo>
                  <a:pt x="2468097" y="7967"/>
                </a:lnTo>
                <a:lnTo>
                  <a:pt x="2460186" y="12124"/>
                </a:lnTo>
                <a:lnTo>
                  <a:pt x="2456068" y="15467"/>
                </a:lnTo>
                <a:lnTo>
                  <a:pt x="2445819" y="20931"/>
                </a:lnTo>
                <a:lnTo>
                  <a:pt x="2442362" y="22967"/>
                </a:lnTo>
                <a:lnTo>
                  <a:pt x="2431453" y="29183"/>
                </a:lnTo>
                <a:lnTo>
                  <a:pt x="2429062" y="30467"/>
                </a:lnTo>
                <a:lnTo>
                  <a:pt x="2421455" y="37968"/>
                </a:lnTo>
                <a:lnTo>
                  <a:pt x="2417087" y="40259"/>
                </a:lnTo>
                <a:lnTo>
                  <a:pt x="2412228" y="45468"/>
                </a:lnTo>
                <a:lnTo>
                  <a:pt x="2402720" y="50487"/>
                </a:lnTo>
                <a:lnTo>
                  <a:pt x="2398983" y="52968"/>
                </a:lnTo>
                <a:lnTo>
                  <a:pt x="2388354" y="58757"/>
                </a:lnTo>
                <a:lnTo>
                  <a:pt x="2385262" y="60469"/>
                </a:lnTo>
                <a:lnTo>
                  <a:pt x="2373988" y="67499"/>
                </a:lnTo>
                <a:lnTo>
                  <a:pt x="2373101" y="67969"/>
                </a:lnTo>
                <a:lnTo>
                  <a:pt x="2367526" y="75469"/>
                </a:lnTo>
                <a:lnTo>
                  <a:pt x="2359621" y="79623"/>
                </a:lnTo>
                <a:lnTo>
                  <a:pt x="2355502" y="82970"/>
                </a:lnTo>
                <a:lnTo>
                  <a:pt x="2345255" y="88432"/>
                </a:lnTo>
                <a:lnTo>
                  <a:pt x="2341796" y="90470"/>
                </a:lnTo>
                <a:lnTo>
                  <a:pt x="2330888" y="96684"/>
                </a:lnTo>
                <a:lnTo>
                  <a:pt x="2328495" y="97970"/>
                </a:lnTo>
                <a:lnTo>
                  <a:pt x="2320875" y="105470"/>
                </a:lnTo>
                <a:lnTo>
                  <a:pt x="2316522" y="107754"/>
                </a:lnTo>
                <a:lnTo>
                  <a:pt x="2311660" y="112971"/>
                </a:lnTo>
                <a:lnTo>
                  <a:pt x="2302155" y="117988"/>
                </a:lnTo>
                <a:lnTo>
                  <a:pt x="2298418" y="120471"/>
                </a:lnTo>
                <a:lnTo>
                  <a:pt x="2287789" y="126259"/>
                </a:lnTo>
                <a:lnTo>
                  <a:pt x="2284696" y="127971"/>
                </a:lnTo>
                <a:lnTo>
                  <a:pt x="2273423" y="134999"/>
                </a:lnTo>
                <a:lnTo>
                  <a:pt x="2272530" y="135472"/>
                </a:lnTo>
                <a:lnTo>
                  <a:pt x="2266954" y="142972"/>
                </a:lnTo>
                <a:lnTo>
                  <a:pt x="2259056" y="147122"/>
                </a:lnTo>
                <a:lnTo>
                  <a:pt x="2254936" y="150472"/>
                </a:lnTo>
                <a:lnTo>
                  <a:pt x="2244690" y="155934"/>
                </a:lnTo>
                <a:lnTo>
                  <a:pt x="2241231" y="157972"/>
                </a:lnTo>
                <a:lnTo>
                  <a:pt x="2230324" y="164185"/>
                </a:lnTo>
                <a:lnTo>
                  <a:pt x="2227927" y="165473"/>
                </a:lnTo>
                <a:lnTo>
                  <a:pt x="2220296" y="172973"/>
                </a:lnTo>
                <a:lnTo>
                  <a:pt x="2215957" y="175248"/>
                </a:lnTo>
                <a:lnTo>
                  <a:pt x="2211092" y="180474"/>
                </a:lnTo>
                <a:lnTo>
                  <a:pt x="2201591" y="185489"/>
                </a:lnTo>
                <a:lnTo>
                  <a:pt x="2197852" y="187974"/>
                </a:lnTo>
                <a:lnTo>
                  <a:pt x="2187224" y="193760"/>
                </a:lnTo>
                <a:lnTo>
                  <a:pt x="2184130" y="195474"/>
                </a:lnTo>
                <a:lnTo>
                  <a:pt x="2172858" y="202498"/>
                </a:lnTo>
                <a:lnTo>
                  <a:pt x="2171959" y="202974"/>
                </a:lnTo>
                <a:lnTo>
                  <a:pt x="2166383" y="210475"/>
                </a:lnTo>
                <a:lnTo>
                  <a:pt x="2158492" y="214621"/>
                </a:lnTo>
                <a:lnTo>
                  <a:pt x="2154370" y="217975"/>
                </a:lnTo>
                <a:lnTo>
                  <a:pt x="2144125" y="223436"/>
                </a:lnTo>
                <a:lnTo>
                  <a:pt x="2140665" y="225475"/>
                </a:lnTo>
                <a:lnTo>
                  <a:pt x="2129759" y="231686"/>
                </a:lnTo>
                <a:lnTo>
                  <a:pt x="2127359" y="232975"/>
                </a:lnTo>
                <a:lnTo>
                  <a:pt x="2119716" y="240476"/>
                </a:lnTo>
                <a:lnTo>
                  <a:pt x="2115392" y="242743"/>
                </a:lnTo>
                <a:lnTo>
                  <a:pt x="2110525" y="247976"/>
                </a:lnTo>
                <a:lnTo>
                  <a:pt x="2101026" y="252990"/>
                </a:lnTo>
                <a:lnTo>
                  <a:pt x="2097286" y="255476"/>
                </a:lnTo>
                <a:lnTo>
                  <a:pt x="2086660" y="261262"/>
                </a:lnTo>
                <a:lnTo>
                  <a:pt x="2083564" y="262977"/>
                </a:lnTo>
                <a:lnTo>
                  <a:pt x="2072293" y="269997"/>
                </a:lnTo>
                <a:lnTo>
                  <a:pt x="2071388" y="270477"/>
                </a:lnTo>
                <a:lnTo>
                  <a:pt x="2065811" y="277977"/>
                </a:lnTo>
                <a:lnTo>
                  <a:pt x="2057927" y="282120"/>
                </a:lnTo>
                <a:lnTo>
                  <a:pt x="2053804" y="285478"/>
                </a:lnTo>
                <a:lnTo>
                  <a:pt x="2043561" y="290937"/>
                </a:lnTo>
                <a:lnTo>
                  <a:pt x="2040100" y="292978"/>
                </a:lnTo>
                <a:lnTo>
                  <a:pt x="2029194" y="299187"/>
                </a:lnTo>
                <a:lnTo>
                  <a:pt x="2026792" y="300478"/>
                </a:lnTo>
                <a:lnTo>
                  <a:pt x="2019136" y="307978"/>
                </a:lnTo>
                <a:lnTo>
                  <a:pt x="2014828" y="310238"/>
                </a:lnTo>
                <a:lnTo>
                  <a:pt x="2009957" y="315479"/>
                </a:lnTo>
                <a:lnTo>
                  <a:pt x="2000462" y="320491"/>
                </a:lnTo>
                <a:lnTo>
                  <a:pt x="1996721" y="322979"/>
                </a:lnTo>
                <a:lnTo>
                  <a:pt x="1986095" y="328764"/>
                </a:lnTo>
                <a:lnTo>
                  <a:pt x="1982998" y="330479"/>
                </a:lnTo>
                <a:lnTo>
                  <a:pt x="1971729" y="337496"/>
                </a:lnTo>
                <a:lnTo>
                  <a:pt x="1970817" y="337980"/>
                </a:lnTo>
                <a:lnTo>
                  <a:pt x="1965240" y="345480"/>
                </a:lnTo>
                <a:lnTo>
                  <a:pt x="1957362" y="349619"/>
                </a:lnTo>
                <a:lnTo>
                  <a:pt x="1953237" y="352980"/>
                </a:lnTo>
                <a:lnTo>
                  <a:pt x="1942996" y="358439"/>
                </a:lnTo>
                <a:lnTo>
                  <a:pt x="1939534" y="360481"/>
                </a:lnTo>
                <a:lnTo>
                  <a:pt x="1928630" y="366688"/>
                </a:lnTo>
                <a:lnTo>
                  <a:pt x="1926224" y="367981"/>
                </a:lnTo>
                <a:lnTo>
                  <a:pt x="1918556" y="375481"/>
                </a:lnTo>
                <a:lnTo>
                  <a:pt x="1914263" y="377733"/>
                </a:lnTo>
                <a:lnTo>
                  <a:pt x="1909389" y="382981"/>
                </a:lnTo>
                <a:lnTo>
                  <a:pt x="1899897" y="387992"/>
                </a:lnTo>
                <a:lnTo>
                  <a:pt x="1896155" y="390482"/>
                </a:lnTo>
                <a:lnTo>
                  <a:pt x="1885530" y="396265"/>
                </a:lnTo>
                <a:lnTo>
                  <a:pt x="1882431" y="397982"/>
                </a:lnTo>
                <a:lnTo>
                  <a:pt x="1871164" y="404996"/>
                </a:lnTo>
                <a:lnTo>
                  <a:pt x="1870246" y="405482"/>
                </a:lnTo>
                <a:lnTo>
                  <a:pt x="1864668" y="412983"/>
                </a:lnTo>
                <a:lnTo>
                  <a:pt x="1856798" y="417119"/>
                </a:lnTo>
                <a:lnTo>
                  <a:pt x="1852671" y="420483"/>
                </a:lnTo>
                <a:lnTo>
                  <a:pt x="1842431" y="425941"/>
                </a:lnTo>
                <a:lnTo>
                  <a:pt x="1838969" y="427983"/>
                </a:lnTo>
                <a:lnTo>
                  <a:pt x="1828065" y="434189"/>
                </a:lnTo>
                <a:lnTo>
                  <a:pt x="1825657" y="435483"/>
                </a:lnTo>
                <a:lnTo>
                  <a:pt x="1817976" y="442984"/>
                </a:lnTo>
                <a:lnTo>
                  <a:pt x="1813699" y="445227"/>
                </a:lnTo>
                <a:lnTo>
                  <a:pt x="1808821" y="450484"/>
                </a:lnTo>
                <a:lnTo>
                  <a:pt x="1799332" y="455493"/>
                </a:lnTo>
                <a:lnTo>
                  <a:pt x="1795590" y="457984"/>
                </a:lnTo>
                <a:lnTo>
                  <a:pt x="1784966" y="463767"/>
                </a:lnTo>
                <a:lnTo>
                  <a:pt x="1781865" y="465485"/>
                </a:lnTo>
                <a:lnTo>
                  <a:pt x="1770599" y="472495"/>
                </a:lnTo>
                <a:lnTo>
                  <a:pt x="1769675" y="472985"/>
                </a:lnTo>
                <a:lnTo>
                  <a:pt x="1764096" y="480485"/>
                </a:lnTo>
                <a:lnTo>
                  <a:pt x="1756233" y="484618"/>
                </a:lnTo>
                <a:lnTo>
                  <a:pt x="1752105" y="487986"/>
                </a:lnTo>
                <a:lnTo>
                  <a:pt x="1741867" y="493442"/>
                </a:lnTo>
                <a:lnTo>
                  <a:pt x="1738403" y="495486"/>
                </a:lnTo>
                <a:lnTo>
                  <a:pt x="1727500" y="501690"/>
                </a:lnTo>
                <a:lnTo>
                  <a:pt x="1725089" y="502986"/>
                </a:lnTo>
                <a:lnTo>
                  <a:pt x="1717396" y="510487"/>
                </a:lnTo>
                <a:lnTo>
                  <a:pt x="1713134" y="512722"/>
                </a:lnTo>
                <a:lnTo>
                  <a:pt x="1708253" y="517987"/>
                </a:lnTo>
                <a:lnTo>
                  <a:pt x="1698767" y="522994"/>
                </a:lnTo>
                <a:lnTo>
                  <a:pt x="1695024" y="525487"/>
                </a:lnTo>
                <a:lnTo>
                  <a:pt x="1684401" y="531269"/>
                </a:lnTo>
                <a:lnTo>
                  <a:pt x="1681299" y="532987"/>
                </a:lnTo>
                <a:lnTo>
                  <a:pt x="1670035" y="539994"/>
                </a:lnTo>
                <a:lnTo>
                  <a:pt x="1669104" y="540488"/>
                </a:lnTo>
                <a:lnTo>
                  <a:pt x="1663525" y="547988"/>
                </a:lnTo>
                <a:lnTo>
                  <a:pt x="1655668" y="552117"/>
                </a:lnTo>
                <a:lnTo>
                  <a:pt x="1651539" y="555488"/>
                </a:lnTo>
                <a:lnTo>
                  <a:pt x="1641302" y="560944"/>
                </a:lnTo>
                <a:lnTo>
                  <a:pt x="1637838" y="562989"/>
                </a:lnTo>
                <a:lnTo>
                  <a:pt x="1626936" y="569191"/>
                </a:lnTo>
                <a:lnTo>
                  <a:pt x="1624521" y="570489"/>
                </a:lnTo>
                <a:lnTo>
                  <a:pt x="1616816" y="577989"/>
                </a:lnTo>
                <a:lnTo>
                  <a:pt x="1612569" y="580216"/>
                </a:lnTo>
                <a:lnTo>
                  <a:pt x="1607685" y="585489"/>
                </a:lnTo>
                <a:lnTo>
                  <a:pt x="1598203" y="590495"/>
                </a:lnTo>
                <a:lnTo>
                  <a:pt x="1594459" y="592990"/>
                </a:lnTo>
                <a:lnTo>
                  <a:pt x="1583837" y="598771"/>
                </a:lnTo>
                <a:lnTo>
                  <a:pt x="1580733" y="600490"/>
                </a:lnTo>
                <a:lnTo>
                  <a:pt x="1569470" y="607494"/>
                </a:lnTo>
                <a:lnTo>
                  <a:pt x="1568533" y="607990"/>
                </a:lnTo>
                <a:lnTo>
                  <a:pt x="1562953" y="615491"/>
                </a:lnTo>
                <a:lnTo>
                  <a:pt x="1555104" y="619616"/>
                </a:lnTo>
                <a:lnTo>
                  <a:pt x="1550973" y="622991"/>
                </a:lnTo>
                <a:lnTo>
                  <a:pt x="1540737" y="628445"/>
                </a:lnTo>
                <a:lnTo>
                  <a:pt x="1537272" y="630491"/>
                </a:lnTo>
                <a:lnTo>
                  <a:pt x="1526371" y="636693"/>
                </a:lnTo>
                <a:lnTo>
                  <a:pt x="1523954" y="637991"/>
                </a:lnTo>
                <a:lnTo>
                  <a:pt x="1516239" y="645492"/>
                </a:lnTo>
                <a:lnTo>
                  <a:pt x="1512004" y="647742"/>
                </a:lnTo>
                <a:lnTo>
                  <a:pt x="1506863" y="652992"/>
                </a:lnTo>
                <a:lnTo>
                  <a:pt x="1497638" y="658226"/>
                </a:lnTo>
                <a:lnTo>
                  <a:pt x="1494399" y="660492"/>
                </a:lnTo>
                <a:lnTo>
                  <a:pt x="1488288" y="667993"/>
                </a:lnTo>
                <a:lnTo>
                  <a:pt x="1483272" y="670892"/>
                </a:lnTo>
                <a:lnTo>
                  <a:pt x="1479580" y="675493"/>
                </a:lnTo>
                <a:lnTo>
                  <a:pt x="1470861" y="682993"/>
                </a:lnTo>
                <a:lnTo>
                  <a:pt x="1468905" y="684110"/>
                </a:lnTo>
                <a:lnTo>
                  <a:pt x="1464735" y="690494"/>
                </a:lnTo>
                <a:lnTo>
                  <a:pt x="1454539" y="697493"/>
                </a:lnTo>
                <a:lnTo>
                  <a:pt x="1453804" y="697994"/>
                </a:lnTo>
                <a:lnTo>
                  <a:pt x="1449777" y="705494"/>
                </a:lnTo>
                <a:lnTo>
                  <a:pt x="1440173" y="711669"/>
                </a:lnTo>
                <a:lnTo>
                  <a:pt x="1438395" y="712995"/>
                </a:lnTo>
                <a:lnTo>
                  <a:pt x="1434602" y="720495"/>
                </a:lnTo>
                <a:lnTo>
                  <a:pt x="1425806" y="725894"/>
                </a:lnTo>
                <a:lnTo>
                  <a:pt x="1423297" y="727995"/>
                </a:lnTo>
                <a:lnTo>
                  <a:pt x="1419066" y="735495"/>
                </a:lnTo>
                <a:lnTo>
                  <a:pt x="1411440" y="740030"/>
                </a:lnTo>
                <a:lnTo>
                  <a:pt x="1408383" y="742996"/>
                </a:lnTo>
                <a:lnTo>
                  <a:pt x="1402962" y="750496"/>
                </a:lnTo>
                <a:lnTo>
                  <a:pt x="1397073" y="753922"/>
                </a:lnTo>
                <a:lnTo>
                  <a:pt x="1393554" y="757996"/>
                </a:lnTo>
                <a:lnTo>
                  <a:pt x="1385981" y="765497"/>
                </a:lnTo>
                <a:lnTo>
                  <a:pt x="1382707" y="767374"/>
                </a:lnTo>
                <a:lnTo>
                  <a:pt x="1378728" y="772997"/>
                </a:lnTo>
                <a:lnTo>
                  <a:pt x="1368341" y="780352"/>
                </a:lnTo>
                <a:lnTo>
                  <a:pt x="1368123" y="780497"/>
                </a:lnTo>
                <a:lnTo>
                  <a:pt x="1363823" y="787997"/>
                </a:lnTo>
                <a:lnTo>
                  <a:pt x="1353974" y="794474"/>
                </a:lnTo>
                <a:lnTo>
                  <a:pt x="1352549" y="795498"/>
                </a:lnTo>
                <a:lnTo>
                  <a:pt x="1348805" y="802998"/>
                </a:lnTo>
                <a:lnTo>
                  <a:pt x="1340606" y="810498"/>
                </a:lnTo>
                <a:lnTo>
                  <a:pt x="1339608" y="811214"/>
                </a:lnTo>
                <a:lnTo>
                  <a:pt x="1336491" y="817999"/>
                </a:lnTo>
                <a:lnTo>
                  <a:pt x="1334049" y="825499"/>
                </a:lnTo>
                <a:lnTo>
                  <a:pt x="1326104" y="832999"/>
                </a:lnTo>
                <a:lnTo>
                  <a:pt x="1325242" y="838308"/>
                </a:lnTo>
                <a:lnTo>
                  <a:pt x="1325103" y="840500"/>
                </a:lnTo>
                <a:lnTo>
                  <a:pt x="1325242" y="840844"/>
                </a:lnTo>
                <a:lnTo>
                  <a:pt x="1330519" y="848000"/>
                </a:lnTo>
                <a:lnTo>
                  <a:pt x="1333601" y="855500"/>
                </a:lnTo>
                <a:lnTo>
                  <a:pt x="1335485" y="863000"/>
                </a:lnTo>
                <a:lnTo>
                  <a:pt x="1337023" y="870501"/>
                </a:lnTo>
                <a:lnTo>
                  <a:pt x="1338909" y="878001"/>
                </a:lnTo>
                <a:lnTo>
                  <a:pt x="1339608" y="879881"/>
                </a:lnTo>
                <a:lnTo>
                  <a:pt x="1343887" y="885501"/>
                </a:lnTo>
                <a:lnTo>
                  <a:pt x="1347409" y="893002"/>
                </a:lnTo>
                <a:lnTo>
                  <a:pt x="1349478" y="900502"/>
                </a:lnTo>
                <a:lnTo>
                  <a:pt x="1351033" y="908002"/>
                </a:lnTo>
                <a:lnTo>
                  <a:pt x="1352776" y="915503"/>
                </a:lnTo>
                <a:lnTo>
                  <a:pt x="1353974" y="919010"/>
                </a:lnTo>
                <a:lnTo>
                  <a:pt x="1357103" y="923003"/>
                </a:lnTo>
                <a:lnTo>
                  <a:pt x="1361143" y="930503"/>
                </a:lnTo>
                <a:lnTo>
                  <a:pt x="1363446" y="938003"/>
                </a:lnTo>
                <a:lnTo>
                  <a:pt x="1365053" y="945504"/>
                </a:lnTo>
                <a:lnTo>
                  <a:pt x="1366691" y="953004"/>
                </a:lnTo>
                <a:lnTo>
                  <a:pt x="1368341" y="958266"/>
                </a:lnTo>
                <a:lnTo>
                  <a:pt x="1370139" y="960504"/>
                </a:lnTo>
                <a:lnTo>
                  <a:pt x="1374790" y="968005"/>
                </a:lnTo>
                <a:lnTo>
                  <a:pt x="1377378" y="975505"/>
                </a:lnTo>
                <a:lnTo>
                  <a:pt x="1379074" y="983005"/>
                </a:lnTo>
                <a:lnTo>
                  <a:pt x="1380646" y="990506"/>
                </a:lnTo>
                <a:lnTo>
                  <a:pt x="1382707" y="997690"/>
                </a:lnTo>
                <a:lnTo>
                  <a:pt x="1382966" y="998006"/>
                </a:lnTo>
                <a:lnTo>
                  <a:pt x="1388333" y="1005506"/>
                </a:lnTo>
                <a:lnTo>
                  <a:pt x="1391266" y="1013006"/>
                </a:lnTo>
                <a:lnTo>
                  <a:pt x="1393089" y="1020507"/>
                </a:lnTo>
                <a:lnTo>
                  <a:pt x="1394630" y="1028007"/>
                </a:lnTo>
                <a:lnTo>
                  <a:pt x="1396582" y="1035507"/>
                </a:lnTo>
                <a:lnTo>
                  <a:pt x="1397073" y="1036787"/>
                </a:lnTo>
                <a:lnTo>
                  <a:pt x="1401754" y="1043008"/>
                </a:lnTo>
                <a:lnTo>
                  <a:pt x="1405098" y="1050508"/>
                </a:lnTo>
                <a:lnTo>
                  <a:pt x="1407091" y="1058008"/>
                </a:lnTo>
                <a:lnTo>
                  <a:pt x="1408634" y="1065509"/>
                </a:lnTo>
                <a:lnTo>
                  <a:pt x="1410427" y="1073009"/>
                </a:lnTo>
                <a:lnTo>
                  <a:pt x="1411440" y="1075876"/>
                </a:lnTo>
                <a:lnTo>
                  <a:pt x="1415032" y="1080509"/>
                </a:lnTo>
                <a:lnTo>
                  <a:pt x="1418862" y="1088009"/>
                </a:lnTo>
                <a:lnTo>
                  <a:pt x="1421069" y="1095510"/>
                </a:lnTo>
                <a:lnTo>
                  <a:pt x="1422651" y="1103010"/>
                </a:lnTo>
                <a:lnTo>
                  <a:pt x="1424325" y="1110510"/>
                </a:lnTo>
                <a:lnTo>
                  <a:pt x="1425806" y="1115078"/>
                </a:lnTo>
                <a:lnTo>
                  <a:pt x="1428140" y="1118011"/>
                </a:lnTo>
                <a:lnTo>
                  <a:pt x="1432544" y="1125511"/>
                </a:lnTo>
                <a:lnTo>
                  <a:pt x="1435016" y="1133011"/>
                </a:lnTo>
                <a:lnTo>
                  <a:pt x="1436424" y="1140511"/>
                </a:lnTo>
                <a:lnTo>
                  <a:pt x="1437438" y="1148012"/>
                </a:lnTo>
                <a:lnTo>
                  <a:pt x="1438555" y="1155512"/>
                </a:lnTo>
                <a:lnTo>
                  <a:pt x="1439967" y="1163012"/>
                </a:lnTo>
                <a:lnTo>
                  <a:pt x="1440173" y="1163859"/>
                </a:lnTo>
                <a:lnTo>
                  <a:pt x="1443630" y="1170513"/>
                </a:lnTo>
                <a:lnTo>
                  <a:pt x="1446360" y="1178013"/>
                </a:lnTo>
                <a:lnTo>
                  <a:pt x="1448248" y="1185513"/>
                </a:lnTo>
                <a:lnTo>
                  <a:pt x="1440173" y="1189757"/>
                </a:lnTo>
                <a:lnTo>
                  <a:pt x="1432664" y="1185513"/>
                </a:lnTo>
                <a:lnTo>
                  <a:pt x="1432487" y="1178013"/>
                </a:lnTo>
                <a:lnTo>
                  <a:pt x="1425806" y="1176675"/>
                </a:lnTo>
                <a:lnTo>
                  <a:pt x="1415272" y="1170513"/>
                </a:lnTo>
                <a:lnTo>
                  <a:pt x="1411791" y="1163012"/>
                </a:lnTo>
                <a:lnTo>
                  <a:pt x="1411440" y="1162848"/>
                </a:lnTo>
                <a:lnTo>
                  <a:pt x="1400686" y="1155512"/>
                </a:lnTo>
                <a:lnTo>
                  <a:pt x="1397073" y="1151391"/>
                </a:lnTo>
                <a:lnTo>
                  <a:pt x="1390686" y="1148012"/>
                </a:lnTo>
                <a:lnTo>
                  <a:pt x="1386154" y="1140511"/>
                </a:lnTo>
                <a:lnTo>
                  <a:pt x="1382707" y="1137897"/>
                </a:lnTo>
                <a:lnTo>
                  <a:pt x="1373564" y="1133011"/>
                </a:lnTo>
                <a:lnTo>
                  <a:pt x="1371471" y="1125511"/>
                </a:lnTo>
                <a:lnTo>
                  <a:pt x="1368341" y="1123558"/>
                </a:lnTo>
                <a:lnTo>
                  <a:pt x="1358236" y="1118011"/>
                </a:lnTo>
                <a:lnTo>
                  <a:pt x="1356574" y="1110510"/>
                </a:lnTo>
                <a:lnTo>
                  <a:pt x="1353974" y="1109002"/>
                </a:lnTo>
                <a:lnTo>
                  <a:pt x="1343551" y="1103010"/>
                </a:lnTo>
                <a:lnTo>
                  <a:pt x="1341369" y="1095510"/>
                </a:lnTo>
                <a:lnTo>
                  <a:pt x="1339608" y="1094531"/>
                </a:lnTo>
                <a:lnTo>
                  <a:pt x="1329001" y="1088009"/>
                </a:lnTo>
                <a:lnTo>
                  <a:pt x="1325464" y="1080509"/>
                </a:lnTo>
                <a:lnTo>
                  <a:pt x="1325242" y="1080388"/>
                </a:lnTo>
                <a:lnTo>
                  <a:pt x="1314516" y="1073009"/>
                </a:lnTo>
                <a:lnTo>
                  <a:pt x="1310875" y="1067907"/>
                </a:lnTo>
                <a:lnTo>
                  <a:pt x="1306348" y="1065509"/>
                </a:lnTo>
                <a:lnTo>
                  <a:pt x="1300050" y="1058008"/>
                </a:lnTo>
                <a:lnTo>
                  <a:pt x="1296509" y="1054435"/>
                </a:lnTo>
                <a:lnTo>
                  <a:pt x="1289131" y="1050508"/>
                </a:lnTo>
                <a:lnTo>
                  <a:pt x="1285566" y="1043008"/>
                </a:lnTo>
                <a:lnTo>
                  <a:pt x="1282143" y="1040299"/>
                </a:lnTo>
                <a:lnTo>
                  <a:pt x="1273212" y="1035507"/>
                </a:lnTo>
                <a:lnTo>
                  <a:pt x="1271017" y="1028007"/>
                </a:lnTo>
                <a:lnTo>
                  <a:pt x="1267776" y="1025831"/>
                </a:lnTo>
                <a:lnTo>
                  <a:pt x="1258000" y="1020507"/>
                </a:lnTo>
                <a:lnTo>
                  <a:pt x="1256335" y="1013006"/>
                </a:lnTo>
                <a:lnTo>
                  <a:pt x="1253410" y="1011235"/>
                </a:lnTo>
                <a:lnTo>
                  <a:pt x="1243169" y="1005506"/>
                </a:lnTo>
                <a:lnTo>
                  <a:pt x="1241399" y="998006"/>
                </a:lnTo>
                <a:lnTo>
                  <a:pt x="1239043" y="996664"/>
                </a:lnTo>
                <a:lnTo>
                  <a:pt x="1228543" y="990506"/>
                </a:lnTo>
                <a:lnTo>
                  <a:pt x="1225990" y="983005"/>
                </a:lnTo>
                <a:lnTo>
                  <a:pt x="1224677" y="982282"/>
                </a:lnTo>
                <a:lnTo>
                  <a:pt x="1214023" y="975505"/>
                </a:lnTo>
                <a:lnTo>
                  <a:pt x="1210311" y="968819"/>
                </a:lnTo>
                <a:lnTo>
                  <a:pt x="1208771" y="968005"/>
                </a:lnTo>
                <a:lnTo>
                  <a:pt x="1199549" y="960504"/>
                </a:lnTo>
                <a:lnTo>
                  <a:pt x="1195944" y="956056"/>
                </a:lnTo>
                <a:lnTo>
                  <a:pt x="1190192" y="953004"/>
                </a:lnTo>
                <a:lnTo>
                  <a:pt x="1185081" y="945504"/>
                </a:lnTo>
                <a:lnTo>
                  <a:pt x="1181578" y="942295"/>
                </a:lnTo>
                <a:lnTo>
                  <a:pt x="1173533" y="938003"/>
                </a:lnTo>
                <a:lnTo>
                  <a:pt x="1170580" y="930503"/>
                </a:lnTo>
                <a:lnTo>
                  <a:pt x="1167211" y="928011"/>
                </a:lnTo>
                <a:lnTo>
                  <a:pt x="1157918" y="923003"/>
                </a:lnTo>
                <a:lnTo>
                  <a:pt x="1155993" y="915503"/>
                </a:lnTo>
                <a:lnTo>
                  <a:pt x="1152845" y="913478"/>
                </a:lnTo>
                <a:lnTo>
                  <a:pt x="1142870" y="908002"/>
                </a:lnTo>
                <a:lnTo>
                  <a:pt x="1141238" y="900502"/>
                </a:lnTo>
                <a:lnTo>
                  <a:pt x="1138479" y="898873"/>
                </a:lnTo>
                <a:lnTo>
                  <a:pt x="1128071" y="893002"/>
                </a:lnTo>
                <a:lnTo>
                  <a:pt x="1124112" y="890706"/>
                </a:lnTo>
                <a:lnTo>
                  <a:pt x="1114098" y="885501"/>
                </a:lnTo>
                <a:lnTo>
                  <a:pt x="1109746" y="883534"/>
                </a:lnTo>
                <a:lnTo>
                  <a:pt x="1098523" y="878001"/>
                </a:lnTo>
                <a:lnTo>
                  <a:pt x="1095380" y="876471"/>
                </a:lnTo>
                <a:lnTo>
                  <a:pt x="1084563" y="870501"/>
                </a:lnTo>
                <a:lnTo>
                  <a:pt x="1081013" y="867862"/>
                </a:lnTo>
                <a:lnTo>
                  <a:pt x="1071805" y="863000"/>
                </a:lnTo>
                <a:lnTo>
                  <a:pt x="1069784" y="855500"/>
                </a:lnTo>
                <a:lnTo>
                  <a:pt x="1066647" y="853725"/>
                </a:lnTo>
                <a:lnTo>
                  <a:pt x="1056158" y="848000"/>
                </a:lnTo>
                <a:lnTo>
                  <a:pt x="1053427" y="840500"/>
                </a:lnTo>
                <a:lnTo>
                  <a:pt x="1052280" y="839890"/>
                </a:lnTo>
                <a:lnTo>
                  <a:pt x="1040893" y="832999"/>
                </a:lnTo>
                <a:lnTo>
                  <a:pt x="1037914" y="831464"/>
                </a:lnTo>
                <a:lnTo>
                  <a:pt x="1023548" y="827101"/>
                </a:lnTo>
                <a:lnTo>
                  <a:pt x="1020474" y="825499"/>
                </a:lnTo>
                <a:lnTo>
                  <a:pt x="1009181" y="823099"/>
                </a:lnTo>
                <a:lnTo>
                  <a:pt x="999353" y="817999"/>
                </a:lnTo>
                <a:lnTo>
                  <a:pt x="994815" y="816085"/>
                </a:lnTo>
                <a:lnTo>
                  <a:pt x="983716" y="810498"/>
                </a:lnTo>
                <a:lnTo>
                  <a:pt x="980449" y="808848"/>
                </a:lnTo>
                <a:lnTo>
                  <a:pt x="966082" y="807871"/>
                </a:lnTo>
                <a:lnTo>
                  <a:pt x="955325" y="802998"/>
                </a:lnTo>
                <a:lnTo>
                  <a:pt x="951716" y="801709"/>
                </a:lnTo>
                <a:lnTo>
                  <a:pt x="937349" y="801056"/>
                </a:lnTo>
                <a:lnTo>
                  <a:pt x="922983" y="798923"/>
                </a:lnTo>
                <a:lnTo>
                  <a:pt x="915890" y="795498"/>
                </a:lnTo>
                <a:lnTo>
                  <a:pt x="908617" y="793815"/>
                </a:lnTo>
                <a:lnTo>
                  <a:pt x="895237" y="787997"/>
                </a:lnTo>
                <a:lnTo>
                  <a:pt x="894250" y="787475"/>
                </a:lnTo>
                <a:lnTo>
                  <a:pt x="883293" y="780497"/>
                </a:lnTo>
                <a:lnTo>
                  <a:pt x="879884" y="778414"/>
                </a:lnTo>
                <a:lnTo>
                  <a:pt x="869753" y="772997"/>
                </a:lnTo>
                <a:lnTo>
                  <a:pt x="865517" y="767347"/>
                </a:lnTo>
                <a:lnTo>
                  <a:pt x="861992" y="765497"/>
                </a:lnTo>
                <a:lnTo>
                  <a:pt x="854434" y="757996"/>
                </a:lnTo>
                <a:lnTo>
                  <a:pt x="851151" y="755607"/>
                </a:lnTo>
                <a:lnTo>
                  <a:pt x="841764" y="750496"/>
                </a:lnTo>
                <a:lnTo>
                  <a:pt x="839779" y="742996"/>
                </a:lnTo>
                <a:lnTo>
                  <a:pt x="836785" y="741084"/>
                </a:lnTo>
                <a:lnTo>
                  <a:pt x="826764" y="735495"/>
                </a:lnTo>
                <a:lnTo>
                  <a:pt x="824905" y="727995"/>
                </a:lnTo>
                <a:lnTo>
                  <a:pt x="822418" y="726530"/>
                </a:lnTo>
                <a:lnTo>
                  <a:pt x="812041" y="720495"/>
                </a:lnTo>
                <a:lnTo>
                  <a:pt x="809626" y="712995"/>
                </a:lnTo>
                <a:lnTo>
                  <a:pt x="808052" y="712110"/>
                </a:lnTo>
                <a:lnTo>
                  <a:pt x="797464" y="705494"/>
                </a:lnTo>
                <a:lnTo>
                  <a:pt x="793686" y="698114"/>
                </a:lnTo>
                <a:lnTo>
                  <a:pt x="793459" y="697994"/>
                </a:lnTo>
                <a:lnTo>
                  <a:pt x="782956" y="690494"/>
                </a:lnTo>
                <a:lnTo>
                  <a:pt x="779319" y="685638"/>
                </a:lnTo>
                <a:lnTo>
                  <a:pt x="774350" y="682993"/>
                </a:lnTo>
                <a:lnTo>
                  <a:pt x="768466" y="675493"/>
                </a:lnTo>
                <a:lnTo>
                  <a:pt x="764953" y="672052"/>
                </a:lnTo>
                <a:lnTo>
                  <a:pt x="757372" y="667993"/>
                </a:lnTo>
                <a:lnTo>
                  <a:pt x="753947" y="660492"/>
                </a:lnTo>
                <a:lnTo>
                  <a:pt x="750586" y="657874"/>
                </a:lnTo>
                <a:lnTo>
                  <a:pt x="741565" y="652992"/>
                </a:lnTo>
                <a:lnTo>
                  <a:pt x="739345" y="645492"/>
                </a:lnTo>
                <a:lnTo>
                  <a:pt x="736220" y="643407"/>
                </a:lnTo>
                <a:lnTo>
                  <a:pt x="731885" y="645492"/>
                </a:lnTo>
                <a:lnTo>
                  <a:pt x="724184" y="652992"/>
                </a:lnTo>
                <a:lnTo>
                  <a:pt x="721854" y="654536"/>
                </a:lnTo>
                <a:lnTo>
                  <a:pt x="718993" y="660492"/>
                </a:lnTo>
                <a:lnTo>
                  <a:pt x="718367" y="667993"/>
                </a:lnTo>
                <a:lnTo>
                  <a:pt x="718200" y="675493"/>
                </a:lnTo>
                <a:lnTo>
                  <a:pt x="717760" y="682993"/>
                </a:lnTo>
                <a:lnTo>
                  <a:pt x="715127" y="690494"/>
                </a:lnTo>
                <a:lnTo>
                  <a:pt x="707487" y="696128"/>
                </a:lnTo>
                <a:lnTo>
                  <a:pt x="705886" y="697994"/>
                </a:lnTo>
                <a:lnTo>
                  <a:pt x="704212" y="705494"/>
                </a:lnTo>
                <a:lnTo>
                  <a:pt x="703930" y="712995"/>
                </a:lnTo>
                <a:lnTo>
                  <a:pt x="703826" y="720495"/>
                </a:lnTo>
                <a:lnTo>
                  <a:pt x="703597" y="727995"/>
                </a:lnTo>
                <a:lnTo>
                  <a:pt x="702833" y="735495"/>
                </a:lnTo>
                <a:lnTo>
                  <a:pt x="700120" y="742996"/>
                </a:lnTo>
                <a:lnTo>
                  <a:pt x="693121" y="749380"/>
                </a:lnTo>
                <a:lnTo>
                  <a:pt x="692367" y="750496"/>
                </a:lnTo>
                <a:lnTo>
                  <a:pt x="690314" y="757996"/>
                </a:lnTo>
                <a:lnTo>
                  <a:pt x="689740" y="765497"/>
                </a:lnTo>
                <a:lnTo>
                  <a:pt x="689565" y="772997"/>
                </a:lnTo>
                <a:lnTo>
                  <a:pt x="689456" y="780497"/>
                </a:lnTo>
                <a:lnTo>
                  <a:pt x="689210" y="787997"/>
                </a:lnTo>
                <a:lnTo>
                  <a:pt x="685958" y="795498"/>
                </a:lnTo>
                <a:lnTo>
                  <a:pt x="678755" y="799714"/>
                </a:lnTo>
                <a:lnTo>
                  <a:pt x="675778" y="802998"/>
                </a:lnTo>
                <a:lnTo>
                  <a:pt x="675173" y="810498"/>
                </a:lnTo>
                <a:lnTo>
                  <a:pt x="674719" y="817999"/>
                </a:lnTo>
                <a:lnTo>
                  <a:pt x="667324" y="825499"/>
                </a:lnTo>
                <a:lnTo>
                  <a:pt x="664388" y="827167"/>
                </a:lnTo>
                <a:lnTo>
                  <a:pt x="661075" y="832999"/>
                </a:lnTo>
                <a:lnTo>
                  <a:pt x="660757" y="840500"/>
                </a:lnTo>
                <a:lnTo>
                  <a:pt x="659818" y="848000"/>
                </a:lnTo>
                <a:lnTo>
                  <a:pt x="650022" y="854555"/>
                </a:lnTo>
                <a:lnTo>
                  <a:pt x="648679" y="855500"/>
                </a:lnTo>
                <a:lnTo>
                  <a:pt x="646551" y="863000"/>
                </a:lnTo>
                <a:lnTo>
                  <a:pt x="646315" y="870501"/>
                </a:lnTo>
                <a:lnTo>
                  <a:pt x="644281" y="878001"/>
                </a:lnTo>
                <a:lnTo>
                  <a:pt x="635655" y="883230"/>
                </a:lnTo>
                <a:lnTo>
                  <a:pt x="633088" y="885501"/>
                </a:lnTo>
                <a:lnTo>
                  <a:pt x="632107" y="893002"/>
                </a:lnTo>
                <a:lnTo>
                  <a:pt x="631799" y="900502"/>
                </a:lnTo>
                <a:lnTo>
                  <a:pt x="627346" y="908002"/>
                </a:lnTo>
                <a:lnTo>
                  <a:pt x="621289" y="911500"/>
                </a:lnTo>
                <a:lnTo>
                  <a:pt x="618163" y="915503"/>
                </a:lnTo>
                <a:lnTo>
                  <a:pt x="617691" y="923003"/>
                </a:lnTo>
                <a:lnTo>
                  <a:pt x="617110" y="930503"/>
                </a:lnTo>
                <a:lnTo>
                  <a:pt x="609605" y="938003"/>
                </a:lnTo>
                <a:lnTo>
                  <a:pt x="606923" y="939637"/>
                </a:lnTo>
                <a:lnTo>
                  <a:pt x="603823" y="945504"/>
                </a:lnTo>
                <a:lnTo>
                  <a:pt x="603369" y="953004"/>
                </a:lnTo>
                <a:lnTo>
                  <a:pt x="603208" y="960504"/>
                </a:lnTo>
                <a:lnTo>
                  <a:pt x="602085" y="968005"/>
                </a:lnTo>
                <a:lnTo>
                  <a:pt x="592556" y="975199"/>
                </a:lnTo>
                <a:lnTo>
                  <a:pt x="592166" y="975505"/>
                </a:lnTo>
                <a:lnTo>
                  <a:pt x="589293" y="983005"/>
                </a:lnTo>
                <a:lnTo>
                  <a:pt x="588979" y="990506"/>
                </a:lnTo>
                <a:lnTo>
                  <a:pt x="588776" y="998006"/>
                </a:lnTo>
                <a:lnTo>
                  <a:pt x="587103" y="1005506"/>
                </a:lnTo>
                <a:lnTo>
                  <a:pt x="578190" y="1011726"/>
                </a:lnTo>
                <a:lnTo>
                  <a:pt x="576741" y="1013006"/>
                </a:lnTo>
                <a:lnTo>
                  <a:pt x="574816" y="1020507"/>
                </a:lnTo>
                <a:lnTo>
                  <a:pt x="574592" y="1028007"/>
                </a:lnTo>
                <a:lnTo>
                  <a:pt x="574314" y="1035507"/>
                </a:lnTo>
                <a:lnTo>
                  <a:pt x="571817" y="1043008"/>
                </a:lnTo>
                <a:lnTo>
                  <a:pt x="563823" y="1048280"/>
                </a:lnTo>
                <a:lnTo>
                  <a:pt x="561666" y="1050508"/>
                </a:lnTo>
                <a:lnTo>
                  <a:pt x="560376" y="1058008"/>
                </a:lnTo>
                <a:lnTo>
                  <a:pt x="560203" y="1065509"/>
                </a:lnTo>
                <a:lnTo>
                  <a:pt x="559805" y="1073009"/>
                </a:lnTo>
                <a:lnTo>
                  <a:pt x="556076" y="1080509"/>
                </a:lnTo>
                <a:lnTo>
                  <a:pt x="549457" y="1084100"/>
                </a:lnTo>
                <a:lnTo>
                  <a:pt x="546056" y="1088009"/>
                </a:lnTo>
                <a:lnTo>
                  <a:pt x="545859" y="1095510"/>
                </a:lnTo>
                <a:lnTo>
                  <a:pt x="544621" y="1103010"/>
                </a:lnTo>
                <a:lnTo>
                  <a:pt x="535091" y="1108060"/>
                </a:lnTo>
                <a:lnTo>
                  <a:pt x="531619" y="1110510"/>
                </a:lnTo>
                <a:lnTo>
                  <a:pt x="531492" y="1118011"/>
                </a:lnTo>
                <a:lnTo>
                  <a:pt x="529510" y="1125511"/>
                </a:lnTo>
                <a:lnTo>
                  <a:pt x="520724" y="1130147"/>
                </a:lnTo>
                <a:lnTo>
                  <a:pt x="517207" y="1133011"/>
                </a:lnTo>
                <a:lnTo>
                  <a:pt x="517121" y="1140511"/>
                </a:lnTo>
                <a:lnTo>
                  <a:pt x="513954" y="1148012"/>
                </a:lnTo>
                <a:lnTo>
                  <a:pt x="506358" y="1152010"/>
                </a:lnTo>
                <a:lnTo>
                  <a:pt x="502813" y="1155512"/>
                </a:lnTo>
                <a:lnTo>
                  <a:pt x="502747" y="1163012"/>
                </a:lnTo>
                <a:lnTo>
                  <a:pt x="497686" y="1170513"/>
                </a:lnTo>
                <a:lnTo>
                  <a:pt x="491992" y="1173507"/>
                </a:lnTo>
                <a:lnTo>
                  <a:pt x="488432" y="1178013"/>
                </a:lnTo>
                <a:lnTo>
                  <a:pt x="488369" y="1185513"/>
                </a:lnTo>
                <a:lnTo>
                  <a:pt x="483348" y="1193014"/>
                </a:lnTo>
                <a:lnTo>
                  <a:pt x="477625" y="1196034"/>
                </a:lnTo>
                <a:lnTo>
                  <a:pt x="474082" y="1200514"/>
                </a:lnTo>
                <a:lnTo>
                  <a:pt x="474012" y="1208014"/>
                </a:lnTo>
                <a:lnTo>
                  <a:pt x="470653" y="1215515"/>
                </a:lnTo>
                <a:lnTo>
                  <a:pt x="463259" y="1219425"/>
                </a:lnTo>
                <a:lnTo>
                  <a:pt x="459740" y="1223015"/>
                </a:lnTo>
                <a:lnTo>
                  <a:pt x="459653" y="1230515"/>
                </a:lnTo>
                <a:lnTo>
                  <a:pt x="457405" y="1238015"/>
                </a:lnTo>
                <a:lnTo>
                  <a:pt x="448892" y="1242533"/>
                </a:lnTo>
                <a:lnTo>
                  <a:pt x="445409" y="1245516"/>
                </a:lnTo>
                <a:lnTo>
                  <a:pt x="445298" y="1253016"/>
                </a:lnTo>
                <a:lnTo>
                  <a:pt x="445033" y="1260516"/>
                </a:lnTo>
                <a:lnTo>
                  <a:pt x="434526" y="1267004"/>
                </a:lnTo>
                <a:lnTo>
                  <a:pt x="432743" y="1268017"/>
                </a:lnTo>
                <a:lnTo>
                  <a:pt x="430957" y="1275517"/>
                </a:lnTo>
                <a:lnTo>
                  <a:pt x="430927" y="1283017"/>
                </a:lnTo>
                <a:lnTo>
                  <a:pt x="430311" y="1290517"/>
                </a:lnTo>
                <a:lnTo>
                  <a:pt x="420160" y="1296271"/>
                </a:lnTo>
                <a:lnTo>
                  <a:pt x="417344" y="1298018"/>
                </a:lnTo>
                <a:lnTo>
                  <a:pt x="416577" y="1305518"/>
                </a:lnTo>
                <a:lnTo>
                  <a:pt x="416550" y="1313018"/>
                </a:lnTo>
                <a:lnTo>
                  <a:pt x="415116" y="1320519"/>
                </a:lnTo>
                <a:lnTo>
                  <a:pt x="405793" y="1325600"/>
                </a:lnTo>
                <a:lnTo>
                  <a:pt x="402535" y="1328019"/>
                </a:lnTo>
                <a:lnTo>
                  <a:pt x="402205" y="1335519"/>
                </a:lnTo>
                <a:lnTo>
                  <a:pt x="402160" y="1343020"/>
                </a:lnTo>
                <a:lnTo>
                  <a:pt x="398820" y="1350520"/>
                </a:lnTo>
                <a:lnTo>
                  <a:pt x="391427" y="1354481"/>
                </a:lnTo>
                <a:lnTo>
                  <a:pt x="387978" y="1358020"/>
                </a:lnTo>
                <a:lnTo>
                  <a:pt x="387836" y="1365520"/>
                </a:lnTo>
                <a:lnTo>
                  <a:pt x="387737" y="1373021"/>
                </a:lnTo>
                <a:lnTo>
                  <a:pt x="379959" y="1380521"/>
                </a:lnTo>
                <a:lnTo>
                  <a:pt x="377060" y="1382062"/>
                </a:lnTo>
                <a:lnTo>
                  <a:pt x="373530" y="1388021"/>
                </a:lnTo>
                <a:lnTo>
                  <a:pt x="373467" y="1395522"/>
                </a:lnTo>
                <a:lnTo>
                  <a:pt x="373240" y="1403022"/>
                </a:lnTo>
                <a:lnTo>
                  <a:pt x="362694" y="1409689"/>
                </a:lnTo>
                <a:lnTo>
                  <a:pt x="361212" y="1410522"/>
                </a:lnTo>
                <a:lnTo>
                  <a:pt x="359129" y="1418022"/>
                </a:lnTo>
                <a:lnTo>
                  <a:pt x="359096" y="1425523"/>
                </a:lnTo>
                <a:lnTo>
                  <a:pt x="358568" y="1433023"/>
                </a:lnTo>
                <a:lnTo>
                  <a:pt x="348328" y="1438892"/>
                </a:lnTo>
                <a:lnTo>
                  <a:pt x="345642" y="1440523"/>
                </a:lnTo>
                <a:lnTo>
                  <a:pt x="344747" y="1448024"/>
                </a:lnTo>
                <a:lnTo>
                  <a:pt x="344721" y="1455524"/>
                </a:lnTo>
                <a:lnTo>
                  <a:pt x="343492" y="1463024"/>
                </a:lnTo>
                <a:lnTo>
                  <a:pt x="333961" y="1468245"/>
                </a:lnTo>
                <a:lnTo>
                  <a:pt x="330759" y="1470525"/>
                </a:lnTo>
                <a:lnTo>
                  <a:pt x="330374" y="1478025"/>
                </a:lnTo>
                <a:lnTo>
                  <a:pt x="330334" y="1485525"/>
                </a:lnTo>
                <a:lnTo>
                  <a:pt x="327471" y="1493026"/>
                </a:lnTo>
                <a:lnTo>
                  <a:pt x="319595" y="1497254"/>
                </a:lnTo>
                <a:lnTo>
                  <a:pt x="316170" y="1500526"/>
                </a:lnTo>
                <a:lnTo>
                  <a:pt x="316004" y="1508026"/>
                </a:lnTo>
                <a:lnTo>
                  <a:pt x="315919" y="1515526"/>
                </a:lnTo>
                <a:lnTo>
                  <a:pt x="309251" y="1523027"/>
                </a:lnTo>
                <a:lnTo>
                  <a:pt x="305229" y="1525167"/>
                </a:lnTo>
                <a:lnTo>
                  <a:pt x="301709" y="1530527"/>
                </a:lnTo>
                <a:lnTo>
                  <a:pt x="301636" y="1538027"/>
                </a:lnTo>
                <a:lnTo>
                  <a:pt x="301440" y="1545528"/>
                </a:lnTo>
                <a:lnTo>
                  <a:pt x="290862" y="1552397"/>
                </a:lnTo>
                <a:lnTo>
                  <a:pt x="289731" y="1553028"/>
                </a:lnTo>
                <a:lnTo>
                  <a:pt x="287301" y="1560528"/>
                </a:lnTo>
                <a:lnTo>
                  <a:pt x="287265" y="1568028"/>
                </a:lnTo>
                <a:lnTo>
                  <a:pt x="286813" y="1575529"/>
                </a:lnTo>
                <a:lnTo>
                  <a:pt x="276496" y="1581518"/>
                </a:lnTo>
                <a:lnTo>
                  <a:pt x="273961" y="1583029"/>
                </a:lnTo>
                <a:lnTo>
                  <a:pt x="272917" y="1590529"/>
                </a:lnTo>
                <a:lnTo>
                  <a:pt x="272891" y="1598030"/>
                </a:lnTo>
                <a:lnTo>
                  <a:pt x="271837" y="1605530"/>
                </a:lnTo>
                <a:lnTo>
                  <a:pt x="262130" y="1610878"/>
                </a:lnTo>
                <a:lnTo>
                  <a:pt x="258991" y="1613030"/>
                </a:lnTo>
                <a:lnTo>
                  <a:pt x="258543" y="1620531"/>
                </a:lnTo>
                <a:lnTo>
                  <a:pt x="258507" y="1628031"/>
                </a:lnTo>
                <a:lnTo>
                  <a:pt x="256053" y="1635531"/>
                </a:lnTo>
                <a:lnTo>
                  <a:pt x="247763" y="1639993"/>
                </a:lnTo>
                <a:lnTo>
                  <a:pt x="244366" y="1643031"/>
                </a:lnTo>
                <a:lnTo>
                  <a:pt x="244173" y="1650532"/>
                </a:lnTo>
                <a:lnTo>
                  <a:pt x="244099" y="1658032"/>
                </a:lnTo>
                <a:lnTo>
                  <a:pt x="238383" y="1665532"/>
                </a:lnTo>
                <a:lnTo>
                  <a:pt x="233397" y="1668189"/>
                </a:lnTo>
                <a:lnTo>
                  <a:pt x="229889" y="1673033"/>
                </a:lnTo>
                <a:lnTo>
                  <a:pt x="229804" y="1680533"/>
                </a:lnTo>
                <a:lnTo>
                  <a:pt x="229637" y="1688033"/>
                </a:lnTo>
                <a:lnTo>
                  <a:pt x="219030" y="1695134"/>
                </a:lnTo>
                <a:lnTo>
                  <a:pt x="218309" y="1695533"/>
                </a:lnTo>
                <a:lnTo>
                  <a:pt x="215475" y="1703034"/>
                </a:lnTo>
                <a:lnTo>
                  <a:pt x="215434" y="1710534"/>
                </a:lnTo>
                <a:lnTo>
                  <a:pt x="215046" y="1718034"/>
                </a:lnTo>
                <a:lnTo>
                  <a:pt x="204664" y="1724151"/>
                </a:lnTo>
                <a:lnTo>
                  <a:pt x="202305" y="1725535"/>
                </a:lnTo>
                <a:lnTo>
                  <a:pt x="201088" y="1733035"/>
                </a:lnTo>
                <a:lnTo>
                  <a:pt x="201061" y="1740535"/>
                </a:lnTo>
                <a:lnTo>
                  <a:pt x="200158" y="1748036"/>
                </a:lnTo>
                <a:lnTo>
                  <a:pt x="190298" y="1753504"/>
                </a:lnTo>
                <a:lnTo>
                  <a:pt x="187235" y="1755536"/>
                </a:lnTo>
                <a:lnTo>
                  <a:pt x="186712" y="1763036"/>
                </a:lnTo>
                <a:lnTo>
                  <a:pt x="186680" y="1770536"/>
                </a:lnTo>
                <a:lnTo>
                  <a:pt x="184575" y="1778037"/>
                </a:lnTo>
                <a:lnTo>
                  <a:pt x="175931" y="1782703"/>
                </a:lnTo>
                <a:lnTo>
                  <a:pt x="172567" y="1785537"/>
                </a:lnTo>
                <a:lnTo>
                  <a:pt x="172342" y="1793037"/>
                </a:lnTo>
                <a:lnTo>
                  <a:pt x="172278" y="1800538"/>
                </a:lnTo>
                <a:lnTo>
                  <a:pt x="167377" y="1808038"/>
                </a:lnTo>
                <a:lnTo>
                  <a:pt x="161565" y="1811138"/>
                </a:lnTo>
                <a:lnTo>
                  <a:pt x="158071" y="1815538"/>
                </a:lnTo>
                <a:lnTo>
                  <a:pt x="157973" y="1823039"/>
                </a:lnTo>
                <a:lnTo>
                  <a:pt x="157829" y="1830539"/>
                </a:lnTo>
                <a:lnTo>
                  <a:pt x="147199" y="1837905"/>
                </a:lnTo>
                <a:lnTo>
                  <a:pt x="146955" y="1838039"/>
                </a:lnTo>
                <a:lnTo>
                  <a:pt x="143649" y="1845539"/>
                </a:lnTo>
                <a:lnTo>
                  <a:pt x="143603" y="1853040"/>
                </a:lnTo>
                <a:lnTo>
                  <a:pt x="143270" y="1860540"/>
                </a:lnTo>
                <a:lnTo>
                  <a:pt x="132832" y="1866795"/>
                </a:lnTo>
                <a:lnTo>
                  <a:pt x="130678" y="1868040"/>
                </a:lnTo>
                <a:lnTo>
                  <a:pt x="129258" y="1875541"/>
                </a:lnTo>
                <a:lnTo>
                  <a:pt x="129231" y="1883041"/>
                </a:lnTo>
                <a:lnTo>
                  <a:pt x="128456" y="1890541"/>
                </a:lnTo>
                <a:lnTo>
                  <a:pt x="118466" y="1896126"/>
                </a:lnTo>
                <a:lnTo>
                  <a:pt x="115491" y="1898042"/>
                </a:lnTo>
                <a:lnTo>
                  <a:pt x="114882" y="1905542"/>
                </a:lnTo>
                <a:lnTo>
                  <a:pt x="114851" y="1913042"/>
                </a:lnTo>
                <a:lnTo>
                  <a:pt x="113048" y="1920542"/>
                </a:lnTo>
                <a:lnTo>
                  <a:pt x="104099" y="1925389"/>
                </a:lnTo>
                <a:lnTo>
                  <a:pt x="100773" y="1928043"/>
                </a:lnTo>
                <a:lnTo>
                  <a:pt x="100510" y="1935543"/>
                </a:lnTo>
                <a:lnTo>
                  <a:pt x="100455" y="1943043"/>
                </a:lnTo>
                <a:lnTo>
                  <a:pt x="96253" y="1950544"/>
                </a:lnTo>
                <a:lnTo>
                  <a:pt x="89733" y="1954027"/>
                </a:lnTo>
                <a:lnTo>
                  <a:pt x="86255" y="1958044"/>
                </a:lnTo>
                <a:lnTo>
                  <a:pt x="86141" y="1965544"/>
                </a:lnTo>
                <a:lnTo>
                  <a:pt x="86017" y="1973045"/>
                </a:lnTo>
                <a:lnTo>
                  <a:pt x="76231" y="1980545"/>
                </a:lnTo>
                <a:lnTo>
                  <a:pt x="75367" y="1981004"/>
                </a:lnTo>
                <a:lnTo>
                  <a:pt x="71824" y="1988045"/>
                </a:lnTo>
                <a:lnTo>
                  <a:pt x="71772" y="1995545"/>
                </a:lnTo>
                <a:lnTo>
                  <a:pt x="71486" y="2003046"/>
                </a:lnTo>
                <a:lnTo>
                  <a:pt x="61000" y="2009452"/>
                </a:lnTo>
                <a:lnTo>
                  <a:pt x="59085" y="2010546"/>
                </a:lnTo>
                <a:lnTo>
                  <a:pt x="57429" y="2018046"/>
                </a:lnTo>
                <a:lnTo>
                  <a:pt x="57400" y="2025547"/>
                </a:lnTo>
                <a:lnTo>
                  <a:pt x="56736" y="2033047"/>
                </a:lnTo>
                <a:lnTo>
                  <a:pt x="46634" y="2038745"/>
                </a:lnTo>
                <a:lnTo>
                  <a:pt x="43762" y="2040547"/>
                </a:lnTo>
                <a:lnTo>
                  <a:pt x="43051" y="2048047"/>
                </a:lnTo>
                <a:lnTo>
                  <a:pt x="43023" y="2055548"/>
                </a:lnTo>
                <a:lnTo>
                  <a:pt x="41476" y="2063048"/>
                </a:lnTo>
                <a:lnTo>
                  <a:pt x="32267" y="2068056"/>
                </a:lnTo>
                <a:lnTo>
                  <a:pt x="28985" y="2070548"/>
                </a:lnTo>
                <a:lnTo>
                  <a:pt x="28679" y="2078049"/>
                </a:lnTo>
                <a:lnTo>
                  <a:pt x="28630" y="2085549"/>
                </a:lnTo>
                <a:lnTo>
                  <a:pt x="25028" y="2093049"/>
                </a:lnTo>
                <a:lnTo>
                  <a:pt x="17901" y="2096864"/>
                </a:lnTo>
                <a:lnTo>
                  <a:pt x="14442" y="2100550"/>
                </a:lnTo>
                <a:lnTo>
                  <a:pt x="14310" y="2108050"/>
                </a:lnTo>
                <a:lnTo>
                  <a:pt x="14203" y="2115550"/>
                </a:lnTo>
                <a:lnTo>
                  <a:pt x="5813" y="2123050"/>
                </a:lnTo>
                <a:lnTo>
                  <a:pt x="3535" y="2124261"/>
                </a:lnTo>
                <a:lnTo>
                  <a:pt x="0" y="2130551"/>
                </a:lnTo>
                <a:lnTo>
                  <a:pt x="2166" y="2130551"/>
                </a:lnTo>
                <a:lnTo>
                  <a:pt x="3535" y="2128116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7A90EA-E379-4651-8BF1-59A5EBA7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45" y="3499592"/>
            <a:ext cx="2472386" cy="2126293"/>
          </a:xfrm>
          <a:custGeom xmlns:a="http://schemas.openxmlformats.org/drawingml/2006/main">
            <a:pathLst>
              <a:path w="2472386" h="2126293">
                <a:moveTo>
                  <a:pt x="1368" y="2126293"/>
                </a:moveTo>
                <a:lnTo>
                  <a:pt x="15735" y="2126293"/>
                </a:lnTo>
                <a:lnTo>
                  <a:pt x="30101" y="2126293"/>
                </a:lnTo>
                <a:lnTo>
                  <a:pt x="44467" y="2126293"/>
                </a:lnTo>
                <a:lnTo>
                  <a:pt x="58834" y="2126293"/>
                </a:lnTo>
                <a:lnTo>
                  <a:pt x="73200" y="2126293"/>
                </a:lnTo>
                <a:lnTo>
                  <a:pt x="87567" y="2126293"/>
                </a:lnTo>
                <a:lnTo>
                  <a:pt x="101933" y="2126293"/>
                </a:lnTo>
                <a:lnTo>
                  <a:pt x="116299" y="2126293"/>
                </a:lnTo>
                <a:lnTo>
                  <a:pt x="130666" y="2126293"/>
                </a:lnTo>
                <a:lnTo>
                  <a:pt x="145032" y="2126293"/>
                </a:lnTo>
                <a:lnTo>
                  <a:pt x="159399" y="2126293"/>
                </a:lnTo>
                <a:lnTo>
                  <a:pt x="173765" y="2126293"/>
                </a:lnTo>
                <a:lnTo>
                  <a:pt x="188131" y="2126293"/>
                </a:lnTo>
                <a:lnTo>
                  <a:pt x="202498" y="2126293"/>
                </a:lnTo>
                <a:lnTo>
                  <a:pt x="216864" y="2126293"/>
                </a:lnTo>
                <a:lnTo>
                  <a:pt x="231230" y="2126293"/>
                </a:lnTo>
                <a:lnTo>
                  <a:pt x="245597" y="2126293"/>
                </a:lnTo>
                <a:lnTo>
                  <a:pt x="259963" y="2126293"/>
                </a:lnTo>
                <a:lnTo>
                  <a:pt x="274329" y="2126293"/>
                </a:lnTo>
                <a:lnTo>
                  <a:pt x="288696" y="2126293"/>
                </a:lnTo>
                <a:lnTo>
                  <a:pt x="303062" y="2126293"/>
                </a:lnTo>
                <a:lnTo>
                  <a:pt x="317429" y="2126293"/>
                </a:lnTo>
                <a:lnTo>
                  <a:pt x="331795" y="2126293"/>
                </a:lnTo>
                <a:lnTo>
                  <a:pt x="346161" y="2126293"/>
                </a:lnTo>
                <a:lnTo>
                  <a:pt x="360528" y="2126293"/>
                </a:lnTo>
                <a:lnTo>
                  <a:pt x="374894" y="2126293"/>
                </a:lnTo>
                <a:lnTo>
                  <a:pt x="389261" y="2126293"/>
                </a:lnTo>
                <a:lnTo>
                  <a:pt x="403627" y="2126293"/>
                </a:lnTo>
                <a:lnTo>
                  <a:pt x="417993" y="2126293"/>
                </a:lnTo>
                <a:lnTo>
                  <a:pt x="432360" y="2126293"/>
                </a:lnTo>
                <a:lnTo>
                  <a:pt x="446726" y="2126293"/>
                </a:lnTo>
                <a:lnTo>
                  <a:pt x="461092" y="2126293"/>
                </a:lnTo>
                <a:lnTo>
                  <a:pt x="475459" y="2126293"/>
                </a:lnTo>
                <a:lnTo>
                  <a:pt x="489825" y="2126293"/>
                </a:lnTo>
                <a:lnTo>
                  <a:pt x="504192" y="2126293"/>
                </a:lnTo>
                <a:lnTo>
                  <a:pt x="518558" y="2126293"/>
                </a:lnTo>
                <a:lnTo>
                  <a:pt x="532924" y="2126293"/>
                </a:lnTo>
                <a:lnTo>
                  <a:pt x="547291" y="2126293"/>
                </a:lnTo>
                <a:lnTo>
                  <a:pt x="561657" y="2126293"/>
                </a:lnTo>
                <a:lnTo>
                  <a:pt x="576023" y="2126293"/>
                </a:lnTo>
                <a:lnTo>
                  <a:pt x="590390" y="2126293"/>
                </a:lnTo>
                <a:lnTo>
                  <a:pt x="604756" y="2126293"/>
                </a:lnTo>
                <a:lnTo>
                  <a:pt x="619123" y="2126293"/>
                </a:lnTo>
                <a:lnTo>
                  <a:pt x="633489" y="2126293"/>
                </a:lnTo>
                <a:lnTo>
                  <a:pt x="647855" y="2126293"/>
                </a:lnTo>
                <a:lnTo>
                  <a:pt x="662222" y="2126293"/>
                </a:lnTo>
                <a:lnTo>
                  <a:pt x="676588" y="2126293"/>
                </a:lnTo>
                <a:lnTo>
                  <a:pt x="690955" y="2126293"/>
                </a:lnTo>
                <a:lnTo>
                  <a:pt x="705321" y="2126293"/>
                </a:lnTo>
                <a:lnTo>
                  <a:pt x="719687" y="2126293"/>
                </a:lnTo>
                <a:lnTo>
                  <a:pt x="734054" y="2126293"/>
                </a:lnTo>
                <a:lnTo>
                  <a:pt x="748420" y="2126293"/>
                </a:lnTo>
                <a:lnTo>
                  <a:pt x="762786" y="2126293"/>
                </a:lnTo>
                <a:lnTo>
                  <a:pt x="777153" y="2126293"/>
                </a:lnTo>
                <a:lnTo>
                  <a:pt x="791519" y="2126293"/>
                </a:lnTo>
                <a:lnTo>
                  <a:pt x="805886" y="2126293"/>
                </a:lnTo>
                <a:lnTo>
                  <a:pt x="820252" y="2126293"/>
                </a:lnTo>
                <a:lnTo>
                  <a:pt x="834618" y="2126293"/>
                </a:lnTo>
                <a:lnTo>
                  <a:pt x="848985" y="2126293"/>
                </a:lnTo>
                <a:lnTo>
                  <a:pt x="863351" y="2126293"/>
                </a:lnTo>
                <a:lnTo>
                  <a:pt x="877717" y="2126293"/>
                </a:lnTo>
                <a:lnTo>
                  <a:pt x="892084" y="2126293"/>
                </a:lnTo>
                <a:lnTo>
                  <a:pt x="906450" y="2126293"/>
                </a:lnTo>
                <a:lnTo>
                  <a:pt x="920817" y="2126293"/>
                </a:lnTo>
                <a:lnTo>
                  <a:pt x="935183" y="2126293"/>
                </a:lnTo>
                <a:lnTo>
                  <a:pt x="949549" y="2126293"/>
                </a:lnTo>
                <a:lnTo>
                  <a:pt x="963916" y="2126293"/>
                </a:lnTo>
                <a:lnTo>
                  <a:pt x="978282" y="2126293"/>
                </a:lnTo>
                <a:lnTo>
                  <a:pt x="992649" y="2126293"/>
                </a:lnTo>
                <a:lnTo>
                  <a:pt x="1007015" y="2126293"/>
                </a:lnTo>
                <a:lnTo>
                  <a:pt x="1021381" y="2126293"/>
                </a:lnTo>
                <a:lnTo>
                  <a:pt x="1035748" y="2126293"/>
                </a:lnTo>
                <a:lnTo>
                  <a:pt x="1050114" y="2126293"/>
                </a:lnTo>
                <a:lnTo>
                  <a:pt x="1064480" y="2126293"/>
                </a:lnTo>
                <a:lnTo>
                  <a:pt x="1078847" y="2126293"/>
                </a:lnTo>
                <a:lnTo>
                  <a:pt x="1093213" y="2126293"/>
                </a:lnTo>
                <a:lnTo>
                  <a:pt x="1107580" y="2126293"/>
                </a:lnTo>
                <a:lnTo>
                  <a:pt x="1121946" y="2126293"/>
                </a:lnTo>
                <a:lnTo>
                  <a:pt x="1136312" y="2126293"/>
                </a:lnTo>
                <a:lnTo>
                  <a:pt x="1150679" y="2126293"/>
                </a:lnTo>
                <a:lnTo>
                  <a:pt x="1165045" y="2126293"/>
                </a:lnTo>
                <a:lnTo>
                  <a:pt x="1179411" y="2126293"/>
                </a:lnTo>
                <a:lnTo>
                  <a:pt x="1193778" y="2126293"/>
                </a:lnTo>
                <a:lnTo>
                  <a:pt x="1208144" y="2126293"/>
                </a:lnTo>
                <a:lnTo>
                  <a:pt x="1222511" y="2126293"/>
                </a:lnTo>
                <a:lnTo>
                  <a:pt x="1236877" y="2126293"/>
                </a:lnTo>
                <a:lnTo>
                  <a:pt x="1251243" y="2126293"/>
                </a:lnTo>
                <a:lnTo>
                  <a:pt x="1265610" y="2126293"/>
                </a:lnTo>
                <a:lnTo>
                  <a:pt x="1279976" y="2126293"/>
                </a:lnTo>
                <a:lnTo>
                  <a:pt x="1294343" y="2126293"/>
                </a:lnTo>
                <a:lnTo>
                  <a:pt x="1308709" y="2126293"/>
                </a:lnTo>
                <a:lnTo>
                  <a:pt x="1323075" y="2126293"/>
                </a:lnTo>
                <a:lnTo>
                  <a:pt x="1337442" y="2126293"/>
                </a:lnTo>
                <a:lnTo>
                  <a:pt x="1351808" y="2126293"/>
                </a:lnTo>
                <a:lnTo>
                  <a:pt x="1366174" y="2126293"/>
                </a:lnTo>
                <a:lnTo>
                  <a:pt x="1380541" y="2126293"/>
                </a:lnTo>
                <a:lnTo>
                  <a:pt x="1394907" y="2126293"/>
                </a:lnTo>
                <a:lnTo>
                  <a:pt x="1409274" y="2126293"/>
                </a:lnTo>
                <a:lnTo>
                  <a:pt x="1423640" y="2126293"/>
                </a:lnTo>
                <a:lnTo>
                  <a:pt x="1438006" y="2126293"/>
                </a:lnTo>
                <a:lnTo>
                  <a:pt x="1452373" y="2126293"/>
                </a:lnTo>
                <a:lnTo>
                  <a:pt x="1466739" y="2126293"/>
                </a:lnTo>
                <a:lnTo>
                  <a:pt x="1481105" y="2126293"/>
                </a:lnTo>
                <a:lnTo>
                  <a:pt x="1495472" y="2126293"/>
                </a:lnTo>
                <a:lnTo>
                  <a:pt x="1509838" y="2126293"/>
                </a:lnTo>
                <a:lnTo>
                  <a:pt x="1524204" y="2126293"/>
                </a:lnTo>
                <a:lnTo>
                  <a:pt x="1538571" y="2126293"/>
                </a:lnTo>
                <a:lnTo>
                  <a:pt x="1552937" y="2126293"/>
                </a:lnTo>
                <a:lnTo>
                  <a:pt x="1567304" y="2126293"/>
                </a:lnTo>
                <a:lnTo>
                  <a:pt x="1581670" y="2126293"/>
                </a:lnTo>
                <a:lnTo>
                  <a:pt x="1596037" y="2126293"/>
                </a:lnTo>
                <a:lnTo>
                  <a:pt x="1610403" y="2126293"/>
                </a:lnTo>
                <a:lnTo>
                  <a:pt x="1624769" y="2126293"/>
                </a:lnTo>
                <a:lnTo>
                  <a:pt x="1639136" y="2126293"/>
                </a:lnTo>
                <a:lnTo>
                  <a:pt x="1653502" y="2126293"/>
                </a:lnTo>
                <a:lnTo>
                  <a:pt x="1667868" y="2126293"/>
                </a:lnTo>
                <a:lnTo>
                  <a:pt x="1682235" y="2126293"/>
                </a:lnTo>
                <a:lnTo>
                  <a:pt x="1696601" y="2126293"/>
                </a:lnTo>
                <a:lnTo>
                  <a:pt x="1710967" y="2126293"/>
                </a:lnTo>
                <a:lnTo>
                  <a:pt x="1725334" y="2126293"/>
                </a:lnTo>
                <a:lnTo>
                  <a:pt x="1739700" y="2126293"/>
                </a:lnTo>
                <a:lnTo>
                  <a:pt x="1754067" y="2126293"/>
                </a:lnTo>
                <a:lnTo>
                  <a:pt x="1768433" y="2126293"/>
                </a:lnTo>
                <a:lnTo>
                  <a:pt x="1782800" y="2126293"/>
                </a:lnTo>
                <a:lnTo>
                  <a:pt x="1797166" y="2126293"/>
                </a:lnTo>
                <a:lnTo>
                  <a:pt x="1811532" y="2126293"/>
                </a:lnTo>
                <a:lnTo>
                  <a:pt x="1825899" y="2126293"/>
                </a:lnTo>
                <a:lnTo>
                  <a:pt x="1840265" y="2126293"/>
                </a:lnTo>
                <a:lnTo>
                  <a:pt x="1854631" y="2126293"/>
                </a:lnTo>
                <a:lnTo>
                  <a:pt x="1868998" y="2126293"/>
                </a:lnTo>
                <a:lnTo>
                  <a:pt x="1883364" y="2126293"/>
                </a:lnTo>
                <a:lnTo>
                  <a:pt x="1897730" y="2126293"/>
                </a:lnTo>
                <a:lnTo>
                  <a:pt x="1912097" y="2126293"/>
                </a:lnTo>
                <a:lnTo>
                  <a:pt x="1926463" y="2126293"/>
                </a:lnTo>
                <a:lnTo>
                  <a:pt x="1940830" y="2126293"/>
                </a:lnTo>
                <a:lnTo>
                  <a:pt x="1955196" y="2126293"/>
                </a:lnTo>
                <a:lnTo>
                  <a:pt x="1969562" y="2126293"/>
                </a:lnTo>
                <a:lnTo>
                  <a:pt x="1983929" y="2126293"/>
                </a:lnTo>
                <a:lnTo>
                  <a:pt x="1998295" y="2126293"/>
                </a:lnTo>
                <a:lnTo>
                  <a:pt x="2012662" y="2126293"/>
                </a:lnTo>
                <a:lnTo>
                  <a:pt x="2027028" y="2126293"/>
                </a:lnTo>
                <a:lnTo>
                  <a:pt x="2041394" y="2126293"/>
                </a:lnTo>
                <a:lnTo>
                  <a:pt x="2055761" y="2126293"/>
                </a:lnTo>
                <a:lnTo>
                  <a:pt x="2070127" y="2126293"/>
                </a:lnTo>
                <a:lnTo>
                  <a:pt x="2084493" y="2126293"/>
                </a:lnTo>
                <a:lnTo>
                  <a:pt x="2098860" y="2126293"/>
                </a:lnTo>
                <a:lnTo>
                  <a:pt x="2113226" y="2126293"/>
                </a:lnTo>
                <a:lnTo>
                  <a:pt x="2127593" y="2126293"/>
                </a:lnTo>
                <a:lnTo>
                  <a:pt x="2141959" y="2126293"/>
                </a:lnTo>
                <a:lnTo>
                  <a:pt x="2156325" y="2126293"/>
                </a:lnTo>
                <a:lnTo>
                  <a:pt x="2170692" y="2126293"/>
                </a:lnTo>
                <a:lnTo>
                  <a:pt x="2185058" y="2126293"/>
                </a:lnTo>
                <a:lnTo>
                  <a:pt x="2199425" y="2126293"/>
                </a:lnTo>
                <a:lnTo>
                  <a:pt x="2213791" y="2126293"/>
                </a:lnTo>
                <a:lnTo>
                  <a:pt x="2228157" y="2126293"/>
                </a:lnTo>
                <a:lnTo>
                  <a:pt x="2242524" y="2126293"/>
                </a:lnTo>
                <a:lnTo>
                  <a:pt x="2256890" y="2126293"/>
                </a:lnTo>
                <a:lnTo>
                  <a:pt x="2271256" y="2126293"/>
                </a:lnTo>
                <a:lnTo>
                  <a:pt x="2285623" y="2126293"/>
                </a:lnTo>
                <a:lnTo>
                  <a:pt x="2299989" y="2126293"/>
                </a:lnTo>
                <a:lnTo>
                  <a:pt x="2314355" y="2126293"/>
                </a:lnTo>
                <a:lnTo>
                  <a:pt x="2328722" y="2126293"/>
                </a:lnTo>
                <a:lnTo>
                  <a:pt x="2343088" y="2126293"/>
                </a:lnTo>
                <a:lnTo>
                  <a:pt x="2357455" y="2126293"/>
                </a:lnTo>
                <a:lnTo>
                  <a:pt x="2371821" y="2126293"/>
                </a:lnTo>
                <a:lnTo>
                  <a:pt x="2386188" y="2126293"/>
                </a:lnTo>
                <a:lnTo>
                  <a:pt x="2400554" y="2126293"/>
                </a:lnTo>
                <a:lnTo>
                  <a:pt x="2414920" y="2126293"/>
                </a:lnTo>
                <a:lnTo>
                  <a:pt x="2429287" y="2126293"/>
                </a:lnTo>
                <a:lnTo>
                  <a:pt x="2443653" y="2126293"/>
                </a:lnTo>
                <a:lnTo>
                  <a:pt x="2458019" y="2126293"/>
                </a:lnTo>
                <a:lnTo>
                  <a:pt x="2472386" y="2126293"/>
                </a:lnTo>
                <a:lnTo>
                  <a:pt x="2472386" y="2118793"/>
                </a:lnTo>
                <a:lnTo>
                  <a:pt x="2472386" y="2111293"/>
                </a:lnTo>
                <a:lnTo>
                  <a:pt x="2472386" y="2103793"/>
                </a:lnTo>
                <a:lnTo>
                  <a:pt x="2472386" y="2096292"/>
                </a:lnTo>
                <a:lnTo>
                  <a:pt x="2472386" y="2088792"/>
                </a:lnTo>
                <a:lnTo>
                  <a:pt x="2472386" y="2081292"/>
                </a:lnTo>
                <a:lnTo>
                  <a:pt x="2472386" y="2073791"/>
                </a:lnTo>
                <a:lnTo>
                  <a:pt x="2472386" y="2066291"/>
                </a:lnTo>
                <a:lnTo>
                  <a:pt x="2472386" y="2058791"/>
                </a:lnTo>
                <a:lnTo>
                  <a:pt x="2472386" y="2051290"/>
                </a:lnTo>
                <a:lnTo>
                  <a:pt x="2472386" y="2043790"/>
                </a:lnTo>
                <a:lnTo>
                  <a:pt x="2472386" y="2036290"/>
                </a:lnTo>
                <a:lnTo>
                  <a:pt x="2472386" y="2028790"/>
                </a:lnTo>
                <a:lnTo>
                  <a:pt x="2472386" y="2021289"/>
                </a:lnTo>
                <a:lnTo>
                  <a:pt x="2472386" y="2013789"/>
                </a:lnTo>
                <a:lnTo>
                  <a:pt x="2472386" y="2006289"/>
                </a:lnTo>
                <a:lnTo>
                  <a:pt x="2472386" y="1998788"/>
                </a:lnTo>
                <a:lnTo>
                  <a:pt x="2472386" y="1991288"/>
                </a:lnTo>
                <a:lnTo>
                  <a:pt x="2472386" y="1983788"/>
                </a:lnTo>
                <a:lnTo>
                  <a:pt x="2472386" y="1976287"/>
                </a:lnTo>
                <a:lnTo>
                  <a:pt x="2472386" y="1968787"/>
                </a:lnTo>
                <a:lnTo>
                  <a:pt x="2472386" y="1961287"/>
                </a:lnTo>
                <a:lnTo>
                  <a:pt x="2472386" y="1953787"/>
                </a:lnTo>
                <a:lnTo>
                  <a:pt x="2472386" y="1946286"/>
                </a:lnTo>
                <a:lnTo>
                  <a:pt x="2472386" y="1938786"/>
                </a:lnTo>
                <a:lnTo>
                  <a:pt x="2472386" y="1931286"/>
                </a:lnTo>
                <a:lnTo>
                  <a:pt x="2472386" y="1923785"/>
                </a:lnTo>
                <a:lnTo>
                  <a:pt x="2472386" y="1916285"/>
                </a:lnTo>
                <a:lnTo>
                  <a:pt x="2472386" y="1908785"/>
                </a:lnTo>
                <a:lnTo>
                  <a:pt x="2472386" y="1901284"/>
                </a:lnTo>
                <a:lnTo>
                  <a:pt x="2472386" y="1893784"/>
                </a:lnTo>
                <a:lnTo>
                  <a:pt x="2472386" y="1886284"/>
                </a:lnTo>
                <a:lnTo>
                  <a:pt x="2472386" y="1878784"/>
                </a:lnTo>
                <a:lnTo>
                  <a:pt x="2472386" y="1871283"/>
                </a:lnTo>
                <a:lnTo>
                  <a:pt x="2472386" y="1863783"/>
                </a:lnTo>
                <a:lnTo>
                  <a:pt x="2472386" y="1856283"/>
                </a:lnTo>
                <a:lnTo>
                  <a:pt x="2472386" y="1848782"/>
                </a:lnTo>
                <a:lnTo>
                  <a:pt x="2472386" y="1841282"/>
                </a:lnTo>
                <a:lnTo>
                  <a:pt x="2472386" y="1833782"/>
                </a:lnTo>
                <a:lnTo>
                  <a:pt x="2472386" y="1826282"/>
                </a:lnTo>
                <a:lnTo>
                  <a:pt x="2472386" y="1818781"/>
                </a:lnTo>
                <a:lnTo>
                  <a:pt x="2472386" y="1811281"/>
                </a:lnTo>
                <a:lnTo>
                  <a:pt x="2472386" y="1803781"/>
                </a:lnTo>
                <a:lnTo>
                  <a:pt x="2472386" y="1796280"/>
                </a:lnTo>
                <a:lnTo>
                  <a:pt x="2472386" y="1788780"/>
                </a:lnTo>
                <a:lnTo>
                  <a:pt x="2472386" y="1781280"/>
                </a:lnTo>
                <a:lnTo>
                  <a:pt x="2472386" y="1773779"/>
                </a:lnTo>
                <a:lnTo>
                  <a:pt x="2472386" y="1766279"/>
                </a:lnTo>
                <a:lnTo>
                  <a:pt x="2472386" y="1758779"/>
                </a:lnTo>
                <a:lnTo>
                  <a:pt x="2472386" y="1751279"/>
                </a:lnTo>
                <a:lnTo>
                  <a:pt x="2472386" y="1743778"/>
                </a:lnTo>
                <a:lnTo>
                  <a:pt x="2472386" y="1736278"/>
                </a:lnTo>
                <a:lnTo>
                  <a:pt x="2472386" y="1728778"/>
                </a:lnTo>
                <a:lnTo>
                  <a:pt x="2472386" y="1721277"/>
                </a:lnTo>
                <a:lnTo>
                  <a:pt x="2472386" y="1713777"/>
                </a:lnTo>
                <a:lnTo>
                  <a:pt x="2472386" y="1706277"/>
                </a:lnTo>
                <a:lnTo>
                  <a:pt x="2472386" y="1698776"/>
                </a:lnTo>
                <a:lnTo>
                  <a:pt x="2472386" y="1691276"/>
                </a:lnTo>
                <a:lnTo>
                  <a:pt x="2472386" y="1683776"/>
                </a:lnTo>
                <a:lnTo>
                  <a:pt x="2472386" y="1676276"/>
                </a:lnTo>
                <a:lnTo>
                  <a:pt x="2472386" y="1668775"/>
                </a:lnTo>
                <a:lnTo>
                  <a:pt x="2472386" y="1661275"/>
                </a:lnTo>
                <a:lnTo>
                  <a:pt x="2472386" y="1653775"/>
                </a:lnTo>
                <a:lnTo>
                  <a:pt x="2472386" y="1646274"/>
                </a:lnTo>
                <a:lnTo>
                  <a:pt x="2472386" y="1638774"/>
                </a:lnTo>
                <a:lnTo>
                  <a:pt x="2472386" y="1631274"/>
                </a:lnTo>
                <a:lnTo>
                  <a:pt x="2472386" y="1623773"/>
                </a:lnTo>
                <a:lnTo>
                  <a:pt x="2472386" y="1616273"/>
                </a:lnTo>
                <a:lnTo>
                  <a:pt x="2472386" y="1608773"/>
                </a:lnTo>
                <a:lnTo>
                  <a:pt x="2472386" y="1601273"/>
                </a:lnTo>
                <a:lnTo>
                  <a:pt x="2472386" y="1593772"/>
                </a:lnTo>
                <a:lnTo>
                  <a:pt x="2472386" y="1586272"/>
                </a:lnTo>
                <a:lnTo>
                  <a:pt x="2472386" y="1578772"/>
                </a:lnTo>
                <a:lnTo>
                  <a:pt x="2472386" y="1571271"/>
                </a:lnTo>
                <a:lnTo>
                  <a:pt x="2472386" y="1563771"/>
                </a:lnTo>
                <a:lnTo>
                  <a:pt x="2472386" y="1556271"/>
                </a:lnTo>
                <a:lnTo>
                  <a:pt x="2472386" y="1548770"/>
                </a:lnTo>
                <a:lnTo>
                  <a:pt x="2472386" y="1541270"/>
                </a:lnTo>
                <a:lnTo>
                  <a:pt x="2472386" y="1533770"/>
                </a:lnTo>
                <a:lnTo>
                  <a:pt x="2472386" y="1526270"/>
                </a:lnTo>
                <a:lnTo>
                  <a:pt x="2472386" y="1518769"/>
                </a:lnTo>
                <a:lnTo>
                  <a:pt x="2472386" y="1511269"/>
                </a:lnTo>
                <a:lnTo>
                  <a:pt x="2472386" y="1503769"/>
                </a:lnTo>
                <a:lnTo>
                  <a:pt x="2472386" y="1496268"/>
                </a:lnTo>
                <a:lnTo>
                  <a:pt x="2472386" y="1488768"/>
                </a:lnTo>
                <a:lnTo>
                  <a:pt x="2472386" y="1481268"/>
                </a:lnTo>
                <a:lnTo>
                  <a:pt x="2472386" y="1473768"/>
                </a:lnTo>
                <a:lnTo>
                  <a:pt x="2472386" y="1466267"/>
                </a:lnTo>
                <a:lnTo>
                  <a:pt x="2472386" y="1458767"/>
                </a:lnTo>
                <a:lnTo>
                  <a:pt x="2472386" y="1451267"/>
                </a:lnTo>
                <a:lnTo>
                  <a:pt x="2472386" y="1443766"/>
                </a:lnTo>
                <a:lnTo>
                  <a:pt x="2472386" y="1436266"/>
                </a:lnTo>
                <a:lnTo>
                  <a:pt x="2472386" y="1428766"/>
                </a:lnTo>
                <a:lnTo>
                  <a:pt x="2472386" y="1421265"/>
                </a:lnTo>
                <a:lnTo>
                  <a:pt x="2472386" y="1413765"/>
                </a:lnTo>
                <a:lnTo>
                  <a:pt x="2472386" y="1406265"/>
                </a:lnTo>
                <a:lnTo>
                  <a:pt x="2472386" y="1398765"/>
                </a:lnTo>
                <a:lnTo>
                  <a:pt x="2472386" y="1391264"/>
                </a:lnTo>
                <a:lnTo>
                  <a:pt x="2472386" y="1383764"/>
                </a:lnTo>
                <a:lnTo>
                  <a:pt x="2472386" y="1376264"/>
                </a:lnTo>
                <a:lnTo>
                  <a:pt x="2472386" y="1368763"/>
                </a:lnTo>
                <a:lnTo>
                  <a:pt x="2472386" y="1361263"/>
                </a:lnTo>
                <a:lnTo>
                  <a:pt x="2472386" y="1353763"/>
                </a:lnTo>
                <a:lnTo>
                  <a:pt x="2472386" y="1346262"/>
                </a:lnTo>
                <a:lnTo>
                  <a:pt x="2472386" y="1338762"/>
                </a:lnTo>
                <a:lnTo>
                  <a:pt x="2472386" y="1331262"/>
                </a:lnTo>
                <a:lnTo>
                  <a:pt x="2472386" y="1323762"/>
                </a:lnTo>
                <a:lnTo>
                  <a:pt x="2472386" y="1316261"/>
                </a:lnTo>
                <a:lnTo>
                  <a:pt x="2472386" y="1308761"/>
                </a:lnTo>
                <a:lnTo>
                  <a:pt x="2472386" y="1301261"/>
                </a:lnTo>
                <a:lnTo>
                  <a:pt x="2472386" y="1293760"/>
                </a:lnTo>
                <a:lnTo>
                  <a:pt x="2472386" y="1286260"/>
                </a:lnTo>
                <a:lnTo>
                  <a:pt x="2472386" y="1278760"/>
                </a:lnTo>
                <a:lnTo>
                  <a:pt x="2472386" y="1271260"/>
                </a:lnTo>
                <a:lnTo>
                  <a:pt x="2472386" y="1263759"/>
                </a:lnTo>
                <a:lnTo>
                  <a:pt x="2472386" y="1256259"/>
                </a:lnTo>
                <a:lnTo>
                  <a:pt x="2472386" y="1248759"/>
                </a:lnTo>
                <a:lnTo>
                  <a:pt x="2472386" y="1241258"/>
                </a:lnTo>
                <a:lnTo>
                  <a:pt x="2472386" y="1233758"/>
                </a:lnTo>
                <a:lnTo>
                  <a:pt x="2472386" y="1226258"/>
                </a:lnTo>
                <a:lnTo>
                  <a:pt x="2472386" y="1218757"/>
                </a:lnTo>
                <a:lnTo>
                  <a:pt x="2472386" y="1211257"/>
                </a:lnTo>
                <a:lnTo>
                  <a:pt x="2472386" y="1203757"/>
                </a:lnTo>
                <a:lnTo>
                  <a:pt x="2472386" y="1196256"/>
                </a:lnTo>
                <a:lnTo>
                  <a:pt x="2472386" y="1188756"/>
                </a:lnTo>
                <a:lnTo>
                  <a:pt x="2472386" y="1181256"/>
                </a:lnTo>
                <a:lnTo>
                  <a:pt x="2472386" y="1173756"/>
                </a:lnTo>
                <a:lnTo>
                  <a:pt x="2472386" y="1166255"/>
                </a:lnTo>
                <a:lnTo>
                  <a:pt x="2472386" y="1158755"/>
                </a:lnTo>
                <a:lnTo>
                  <a:pt x="2472386" y="1151255"/>
                </a:lnTo>
                <a:lnTo>
                  <a:pt x="2472386" y="1143754"/>
                </a:lnTo>
                <a:lnTo>
                  <a:pt x="2472386" y="1136254"/>
                </a:lnTo>
                <a:lnTo>
                  <a:pt x="2472386" y="1128754"/>
                </a:lnTo>
                <a:lnTo>
                  <a:pt x="2472386" y="1121254"/>
                </a:lnTo>
                <a:lnTo>
                  <a:pt x="2472386" y="1113753"/>
                </a:lnTo>
                <a:lnTo>
                  <a:pt x="2472386" y="1106253"/>
                </a:lnTo>
                <a:lnTo>
                  <a:pt x="2472386" y="1098753"/>
                </a:lnTo>
                <a:lnTo>
                  <a:pt x="2472386" y="1091252"/>
                </a:lnTo>
                <a:lnTo>
                  <a:pt x="2472386" y="1083752"/>
                </a:lnTo>
                <a:lnTo>
                  <a:pt x="2472386" y="1076252"/>
                </a:lnTo>
                <a:lnTo>
                  <a:pt x="2472386" y="1068751"/>
                </a:lnTo>
                <a:lnTo>
                  <a:pt x="2472386" y="1061251"/>
                </a:lnTo>
                <a:lnTo>
                  <a:pt x="2472386" y="1053751"/>
                </a:lnTo>
                <a:lnTo>
                  <a:pt x="2472386" y="1046251"/>
                </a:lnTo>
                <a:lnTo>
                  <a:pt x="2472386" y="1038750"/>
                </a:lnTo>
                <a:lnTo>
                  <a:pt x="2472386" y="1031250"/>
                </a:lnTo>
                <a:lnTo>
                  <a:pt x="2472386" y="1023750"/>
                </a:lnTo>
                <a:lnTo>
                  <a:pt x="2472386" y="1016249"/>
                </a:lnTo>
                <a:lnTo>
                  <a:pt x="2472386" y="1008749"/>
                </a:lnTo>
                <a:lnTo>
                  <a:pt x="2472386" y="1001249"/>
                </a:lnTo>
                <a:lnTo>
                  <a:pt x="2472386" y="993748"/>
                </a:lnTo>
                <a:lnTo>
                  <a:pt x="2472386" y="986248"/>
                </a:lnTo>
                <a:lnTo>
                  <a:pt x="2472386" y="978748"/>
                </a:lnTo>
                <a:lnTo>
                  <a:pt x="2472386" y="971248"/>
                </a:lnTo>
                <a:lnTo>
                  <a:pt x="2472386" y="963747"/>
                </a:lnTo>
                <a:lnTo>
                  <a:pt x="2472386" y="956247"/>
                </a:lnTo>
                <a:lnTo>
                  <a:pt x="2472386" y="948747"/>
                </a:lnTo>
                <a:lnTo>
                  <a:pt x="2472386" y="941246"/>
                </a:lnTo>
                <a:lnTo>
                  <a:pt x="2472386" y="933746"/>
                </a:lnTo>
                <a:lnTo>
                  <a:pt x="2472386" y="926246"/>
                </a:lnTo>
                <a:lnTo>
                  <a:pt x="2472386" y="918745"/>
                </a:lnTo>
                <a:lnTo>
                  <a:pt x="2472386" y="911245"/>
                </a:lnTo>
                <a:lnTo>
                  <a:pt x="2472386" y="903745"/>
                </a:lnTo>
                <a:lnTo>
                  <a:pt x="2472386" y="896245"/>
                </a:lnTo>
                <a:lnTo>
                  <a:pt x="2472386" y="888744"/>
                </a:lnTo>
                <a:lnTo>
                  <a:pt x="2472386" y="881244"/>
                </a:lnTo>
                <a:lnTo>
                  <a:pt x="2472386" y="873744"/>
                </a:lnTo>
                <a:lnTo>
                  <a:pt x="2472386" y="866243"/>
                </a:lnTo>
                <a:lnTo>
                  <a:pt x="2472386" y="858743"/>
                </a:lnTo>
                <a:lnTo>
                  <a:pt x="2472386" y="851243"/>
                </a:lnTo>
                <a:lnTo>
                  <a:pt x="2472386" y="843743"/>
                </a:lnTo>
                <a:lnTo>
                  <a:pt x="2472386" y="836242"/>
                </a:lnTo>
                <a:lnTo>
                  <a:pt x="2472386" y="828742"/>
                </a:lnTo>
                <a:lnTo>
                  <a:pt x="2472386" y="821242"/>
                </a:lnTo>
                <a:lnTo>
                  <a:pt x="2472386" y="813741"/>
                </a:lnTo>
                <a:lnTo>
                  <a:pt x="2472386" y="806241"/>
                </a:lnTo>
                <a:lnTo>
                  <a:pt x="2472386" y="798741"/>
                </a:lnTo>
                <a:lnTo>
                  <a:pt x="2472386" y="791240"/>
                </a:lnTo>
                <a:lnTo>
                  <a:pt x="2472386" y="783740"/>
                </a:lnTo>
                <a:lnTo>
                  <a:pt x="2472386" y="776240"/>
                </a:lnTo>
                <a:lnTo>
                  <a:pt x="2472386" y="768740"/>
                </a:lnTo>
                <a:lnTo>
                  <a:pt x="2472386" y="761239"/>
                </a:lnTo>
                <a:lnTo>
                  <a:pt x="2472386" y="753739"/>
                </a:lnTo>
                <a:lnTo>
                  <a:pt x="2472386" y="746239"/>
                </a:lnTo>
                <a:lnTo>
                  <a:pt x="2472386" y="738738"/>
                </a:lnTo>
                <a:lnTo>
                  <a:pt x="2472386" y="731238"/>
                </a:lnTo>
                <a:lnTo>
                  <a:pt x="2472386" y="723738"/>
                </a:lnTo>
                <a:lnTo>
                  <a:pt x="2472386" y="716237"/>
                </a:lnTo>
                <a:lnTo>
                  <a:pt x="2472386" y="708737"/>
                </a:lnTo>
                <a:lnTo>
                  <a:pt x="2472386" y="701237"/>
                </a:lnTo>
                <a:lnTo>
                  <a:pt x="2472386" y="693737"/>
                </a:lnTo>
                <a:lnTo>
                  <a:pt x="2472386" y="686236"/>
                </a:lnTo>
                <a:lnTo>
                  <a:pt x="2472386" y="678736"/>
                </a:lnTo>
                <a:lnTo>
                  <a:pt x="2472386" y="671236"/>
                </a:lnTo>
                <a:lnTo>
                  <a:pt x="2472386" y="663735"/>
                </a:lnTo>
                <a:lnTo>
                  <a:pt x="2472386" y="656235"/>
                </a:lnTo>
                <a:lnTo>
                  <a:pt x="2472386" y="648735"/>
                </a:lnTo>
                <a:lnTo>
                  <a:pt x="2472386" y="641235"/>
                </a:lnTo>
                <a:lnTo>
                  <a:pt x="2472386" y="633734"/>
                </a:lnTo>
                <a:lnTo>
                  <a:pt x="2472386" y="626234"/>
                </a:lnTo>
                <a:lnTo>
                  <a:pt x="2472386" y="618734"/>
                </a:lnTo>
                <a:lnTo>
                  <a:pt x="2472386" y="611233"/>
                </a:lnTo>
                <a:lnTo>
                  <a:pt x="2472386" y="603733"/>
                </a:lnTo>
                <a:lnTo>
                  <a:pt x="2472386" y="596233"/>
                </a:lnTo>
                <a:lnTo>
                  <a:pt x="2472386" y="588732"/>
                </a:lnTo>
                <a:lnTo>
                  <a:pt x="2472386" y="581232"/>
                </a:lnTo>
                <a:lnTo>
                  <a:pt x="2472386" y="573732"/>
                </a:lnTo>
                <a:lnTo>
                  <a:pt x="2472386" y="566232"/>
                </a:lnTo>
                <a:lnTo>
                  <a:pt x="2472386" y="558731"/>
                </a:lnTo>
                <a:lnTo>
                  <a:pt x="2472386" y="551231"/>
                </a:lnTo>
                <a:lnTo>
                  <a:pt x="2472386" y="543731"/>
                </a:lnTo>
                <a:lnTo>
                  <a:pt x="2472386" y="536230"/>
                </a:lnTo>
                <a:lnTo>
                  <a:pt x="2472386" y="528730"/>
                </a:lnTo>
                <a:lnTo>
                  <a:pt x="2472386" y="521230"/>
                </a:lnTo>
                <a:lnTo>
                  <a:pt x="2472386" y="513729"/>
                </a:lnTo>
                <a:lnTo>
                  <a:pt x="2472386" y="506229"/>
                </a:lnTo>
                <a:lnTo>
                  <a:pt x="2472386" y="498729"/>
                </a:lnTo>
                <a:lnTo>
                  <a:pt x="2472386" y="491229"/>
                </a:lnTo>
                <a:lnTo>
                  <a:pt x="2472386" y="483728"/>
                </a:lnTo>
                <a:lnTo>
                  <a:pt x="2472386" y="476228"/>
                </a:lnTo>
                <a:lnTo>
                  <a:pt x="2472386" y="468728"/>
                </a:lnTo>
                <a:lnTo>
                  <a:pt x="2472386" y="461227"/>
                </a:lnTo>
                <a:lnTo>
                  <a:pt x="2472386" y="453727"/>
                </a:lnTo>
                <a:lnTo>
                  <a:pt x="2472386" y="446227"/>
                </a:lnTo>
                <a:lnTo>
                  <a:pt x="2472386" y="438726"/>
                </a:lnTo>
                <a:lnTo>
                  <a:pt x="2472386" y="431226"/>
                </a:lnTo>
                <a:lnTo>
                  <a:pt x="2472386" y="423726"/>
                </a:lnTo>
                <a:lnTo>
                  <a:pt x="2472386" y="416226"/>
                </a:lnTo>
                <a:lnTo>
                  <a:pt x="2472386" y="408725"/>
                </a:lnTo>
                <a:lnTo>
                  <a:pt x="2472386" y="401225"/>
                </a:lnTo>
                <a:lnTo>
                  <a:pt x="2472386" y="393725"/>
                </a:lnTo>
                <a:lnTo>
                  <a:pt x="2472386" y="386224"/>
                </a:lnTo>
                <a:lnTo>
                  <a:pt x="2472386" y="378724"/>
                </a:lnTo>
                <a:lnTo>
                  <a:pt x="2472386" y="371224"/>
                </a:lnTo>
                <a:lnTo>
                  <a:pt x="2472386" y="363724"/>
                </a:lnTo>
                <a:lnTo>
                  <a:pt x="2472386" y="356223"/>
                </a:lnTo>
                <a:lnTo>
                  <a:pt x="2472386" y="348723"/>
                </a:lnTo>
                <a:lnTo>
                  <a:pt x="2472386" y="341223"/>
                </a:lnTo>
                <a:lnTo>
                  <a:pt x="2472386" y="333722"/>
                </a:lnTo>
                <a:lnTo>
                  <a:pt x="2472386" y="326222"/>
                </a:lnTo>
                <a:lnTo>
                  <a:pt x="2472386" y="318722"/>
                </a:lnTo>
                <a:lnTo>
                  <a:pt x="2472386" y="311221"/>
                </a:lnTo>
                <a:lnTo>
                  <a:pt x="2472386" y="303721"/>
                </a:lnTo>
                <a:lnTo>
                  <a:pt x="2472386" y="296221"/>
                </a:lnTo>
                <a:lnTo>
                  <a:pt x="2472386" y="288720"/>
                </a:lnTo>
                <a:lnTo>
                  <a:pt x="2472386" y="281220"/>
                </a:lnTo>
                <a:lnTo>
                  <a:pt x="2472386" y="273720"/>
                </a:lnTo>
                <a:lnTo>
                  <a:pt x="2472386" y="266220"/>
                </a:lnTo>
                <a:lnTo>
                  <a:pt x="2472386" y="258719"/>
                </a:lnTo>
                <a:lnTo>
                  <a:pt x="2472386" y="251219"/>
                </a:lnTo>
                <a:lnTo>
                  <a:pt x="2472386" y="243719"/>
                </a:lnTo>
                <a:lnTo>
                  <a:pt x="2472386" y="236218"/>
                </a:lnTo>
                <a:lnTo>
                  <a:pt x="2472386" y="228718"/>
                </a:lnTo>
                <a:lnTo>
                  <a:pt x="2472386" y="221218"/>
                </a:lnTo>
                <a:lnTo>
                  <a:pt x="2472386" y="213718"/>
                </a:lnTo>
                <a:lnTo>
                  <a:pt x="2472386" y="206217"/>
                </a:lnTo>
                <a:lnTo>
                  <a:pt x="2472386" y="198717"/>
                </a:lnTo>
                <a:lnTo>
                  <a:pt x="2472386" y="191217"/>
                </a:lnTo>
                <a:lnTo>
                  <a:pt x="2472386" y="183716"/>
                </a:lnTo>
                <a:lnTo>
                  <a:pt x="2472386" y="176216"/>
                </a:lnTo>
                <a:lnTo>
                  <a:pt x="2472386" y="168716"/>
                </a:lnTo>
                <a:lnTo>
                  <a:pt x="2472386" y="161216"/>
                </a:lnTo>
                <a:lnTo>
                  <a:pt x="2472386" y="153715"/>
                </a:lnTo>
                <a:lnTo>
                  <a:pt x="2472386" y="146215"/>
                </a:lnTo>
                <a:lnTo>
                  <a:pt x="2472386" y="138714"/>
                </a:lnTo>
                <a:lnTo>
                  <a:pt x="2472386" y="131214"/>
                </a:lnTo>
                <a:lnTo>
                  <a:pt x="2472386" y="123714"/>
                </a:lnTo>
                <a:lnTo>
                  <a:pt x="2472386" y="116214"/>
                </a:lnTo>
                <a:lnTo>
                  <a:pt x="2472386" y="108713"/>
                </a:lnTo>
                <a:lnTo>
                  <a:pt x="2472386" y="101213"/>
                </a:lnTo>
                <a:lnTo>
                  <a:pt x="2472386" y="93713"/>
                </a:lnTo>
                <a:lnTo>
                  <a:pt x="2472386" y="86212"/>
                </a:lnTo>
                <a:lnTo>
                  <a:pt x="2472386" y="78712"/>
                </a:lnTo>
                <a:lnTo>
                  <a:pt x="2472386" y="71212"/>
                </a:lnTo>
                <a:lnTo>
                  <a:pt x="2472386" y="63712"/>
                </a:lnTo>
                <a:lnTo>
                  <a:pt x="2472386" y="56211"/>
                </a:lnTo>
                <a:lnTo>
                  <a:pt x="2472386" y="48711"/>
                </a:lnTo>
                <a:lnTo>
                  <a:pt x="2472386" y="41211"/>
                </a:lnTo>
                <a:lnTo>
                  <a:pt x="2472386" y="33710"/>
                </a:lnTo>
                <a:lnTo>
                  <a:pt x="2472386" y="26210"/>
                </a:lnTo>
                <a:lnTo>
                  <a:pt x="2472386" y="18710"/>
                </a:lnTo>
                <a:lnTo>
                  <a:pt x="2472386" y="11210"/>
                </a:lnTo>
                <a:lnTo>
                  <a:pt x="2472386" y="3709"/>
                </a:lnTo>
                <a:lnTo>
                  <a:pt x="2472386" y="0"/>
                </a:lnTo>
                <a:lnTo>
                  <a:pt x="2469818" y="3709"/>
                </a:lnTo>
                <a:lnTo>
                  <a:pt x="2458019" y="9910"/>
                </a:lnTo>
                <a:lnTo>
                  <a:pt x="2456419" y="11210"/>
                </a:lnTo>
                <a:lnTo>
                  <a:pt x="2443653" y="18015"/>
                </a:lnTo>
                <a:lnTo>
                  <a:pt x="2442473" y="18710"/>
                </a:lnTo>
                <a:lnTo>
                  <a:pt x="2429508" y="26210"/>
                </a:lnTo>
                <a:lnTo>
                  <a:pt x="2429287" y="26326"/>
                </a:lnTo>
                <a:lnTo>
                  <a:pt x="2425297" y="33710"/>
                </a:lnTo>
                <a:lnTo>
                  <a:pt x="2414920" y="39153"/>
                </a:lnTo>
                <a:lnTo>
                  <a:pt x="2413001" y="41211"/>
                </a:lnTo>
                <a:lnTo>
                  <a:pt x="2400554" y="47781"/>
                </a:lnTo>
                <a:lnTo>
                  <a:pt x="2399154" y="48711"/>
                </a:lnTo>
                <a:lnTo>
                  <a:pt x="2386188" y="55772"/>
                </a:lnTo>
                <a:lnTo>
                  <a:pt x="2385394" y="56211"/>
                </a:lnTo>
                <a:lnTo>
                  <a:pt x="2379042" y="63712"/>
                </a:lnTo>
                <a:lnTo>
                  <a:pt x="2371821" y="67495"/>
                </a:lnTo>
                <a:lnTo>
                  <a:pt x="2369251" y="71212"/>
                </a:lnTo>
                <a:lnTo>
                  <a:pt x="2357455" y="77411"/>
                </a:lnTo>
                <a:lnTo>
                  <a:pt x="2355853" y="78712"/>
                </a:lnTo>
                <a:lnTo>
                  <a:pt x="2343088" y="85517"/>
                </a:lnTo>
                <a:lnTo>
                  <a:pt x="2341908" y="86212"/>
                </a:lnTo>
                <a:lnTo>
                  <a:pt x="2328914" y="93713"/>
                </a:lnTo>
                <a:lnTo>
                  <a:pt x="2328722" y="93813"/>
                </a:lnTo>
                <a:lnTo>
                  <a:pt x="2324727" y="101213"/>
                </a:lnTo>
                <a:lnTo>
                  <a:pt x="2314355" y="106653"/>
                </a:lnTo>
                <a:lnTo>
                  <a:pt x="2312435" y="108713"/>
                </a:lnTo>
                <a:lnTo>
                  <a:pt x="2299989" y="115283"/>
                </a:lnTo>
                <a:lnTo>
                  <a:pt x="2298588" y="116214"/>
                </a:lnTo>
                <a:lnTo>
                  <a:pt x="2285623" y="123274"/>
                </a:lnTo>
                <a:lnTo>
                  <a:pt x="2284828" y="123714"/>
                </a:lnTo>
                <a:lnTo>
                  <a:pt x="2278464" y="131214"/>
                </a:lnTo>
                <a:lnTo>
                  <a:pt x="2271256" y="134991"/>
                </a:lnTo>
                <a:lnTo>
                  <a:pt x="2268683" y="138714"/>
                </a:lnTo>
                <a:lnTo>
                  <a:pt x="2256890" y="144912"/>
                </a:lnTo>
                <a:lnTo>
                  <a:pt x="2255288" y="146215"/>
                </a:lnTo>
                <a:lnTo>
                  <a:pt x="2242524" y="153019"/>
                </a:lnTo>
                <a:lnTo>
                  <a:pt x="2241342" y="153715"/>
                </a:lnTo>
                <a:lnTo>
                  <a:pt x="2228319" y="161216"/>
                </a:lnTo>
                <a:lnTo>
                  <a:pt x="2228157" y="161300"/>
                </a:lnTo>
                <a:lnTo>
                  <a:pt x="2224156" y="168716"/>
                </a:lnTo>
                <a:lnTo>
                  <a:pt x="2213791" y="174152"/>
                </a:lnTo>
                <a:lnTo>
                  <a:pt x="2211869" y="176216"/>
                </a:lnTo>
                <a:lnTo>
                  <a:pt x="2199425" y="182785"/>
                </a:lnTo>
                <a:lnTo>
                  <a:pt x="2198023" y="183716"/>
                </a:lnTo>
                <a:lnTo>
                  <a:pt x="2185058" y="190776"/>
                </a:lnTo>
                <a:lnTo>
                  <a:pt x="2184262" y="191217"/>
                </a:lnTo>
                <a:lnTo>
                  <a:pt x="2177886" y="198717"/>
                </a:lnTo>
                <a:lnTo>
                  <a:pt x="2170692" y="202487"/>
                </a:lnTo>
                <a:lnTo>
                  <a:pt x="2168116" y="206217"/>
                </a:lnTo>
                <a:lnTo>
                  <a:pt x="2156325" y="212413"/>
                </a:lnTo>
                <a:lnTo>
                  <a:pt x="2154722" y="213718"/>
                </a:lnTo>
                <a:lnTo>
                  <a:pt x="2141959" y="220521"/>
                </a:lnTo>
                <a:lnTo>
                  <a:pt x="2140777" y="221218"/>
                </a:lnTo>
                <a:lnTo>
                  <a:pt x="2127724" y="228718"/>
                </a:lnTo>
                <a:lnTo>
                  <a:pt x="2127593" y="228787"/>
                </a:lnTo>
                <a:lnTo>
                  <a:pt x="2123585" y="236218"/>
                </a:lnTo>
                <a:lnTo>
                  <a:pt x="2113226" y="241651"/>
                </a:lnTo>
                <a:lnTo>
                  <a:pt x="2111303" y="243719"/>
                </a:lnTo>
                <a:lnTo>
                  <a:pt x="2098860" y="250287"/>
                </a:lnTo>
                <a:lnTo>
                  <a:pt x="2097458" y="251219"/>
                </a:lnTo>
                <a:lnTo>
                  <a:pt x="2084493" y="258278"/>
                </a:lnTo>
                <a:lnTo>
                  <a:pt x="2083696" y="258719"/>
                </a:lnTo>
                <a:lnTo>
                  <a:pt x="2077307" y="266220"/>
                </a:lnTo>
                <a:lnTo>
                  <a:pt x="2070127" y="269982"/>
                </a:lnTo>
                <a:lnTo>
                  <a:pt x="2067548" y="273720"/>
                </a:lnTo>
                <a:lnTo>
                  <a:pt x="2055761" y="279915"/>
                </a:lnTo>
                <a:lnTo>
                  <a:pt x="2054157" y="281220"/>
                </a:lnTo>
                <a:lnTo>
                  <a:pt x="2041394" y="288023"/>
                </a:lnTo>
                <a:lnTo>
                  <a:pt x="2040211" y="288720"/>
                </a:lnTo>
                <a:lnTo>
                  <a:pt x="2027129" y="296221"/>
                </a:lnTo>
                <a:lnTo>
                  <a:pt x="2027028" y="296274"/>
                </a:lnTo>
                <a:lnTo>
                  <a:pt x="2023015" y="303721"/>
                </a:lnTo>
                <a:lnTo>
                  <a:pt x="2012662" y="309151"/>
                </a:lnTo>
                <a:lnTo>
                  <a:pt x="2010737" y="311221"/>
                </a:lnTo>
                <a:lnTo>
                  <a:pt x="1998295" y="317789"/>
                </a:lnTo>
                <a:lnTo>
                  <a:pt x="1996893" y="318722"/>
                </a:lnTo>
                <a:lnTo>
                  <a:pt x="1983929" y="325779"/>
                </a:lnTo>
                <a:lnTo>
                  <a:pt x="1983129" y="326222"/>
                </a:lnTo>
                <a:lnTo>
                  <a:pt x="1976729" y="333722"/>
                </a:lnTo>
                <a:lnTo>
                  <a:pt x="1969562" y="337478"/>
                </a:lnTo>
                <a:lnTo>
                  <a:pt x="1966981" y="341223"/>
                </a:lnTo>
                <a:lnTo>
                  <a:pt x="1955196" y="347416"/>
                </a:lnTo>
                <a:lnTo>
                  <a:pt x="1953592" y="348723"/>
                </a:lnTo>
                <a:lnTo>
                  <a:pt x="1940830" y="355525"/>
                </a:lnTo>
                <a:lnTo>
                  <a:pt x="1939646" y="356223"/>
                </a:lnTo>
                <a:lnTo>
                  <a:pt x="1926534" y="363724"/>
                </a:lnTo>
                <a:lnTo>
                  <a:pt x="1926463" y="363761"/>
                </a:lnTo>
                <a:lnTo>
                  <a:pt x="1922444" y="371224"/>
                </a:lnTo>
                <a:lnTo>
                  <a:pt x="1912097" y="376650"/>
                </a:lnTo>
                <a:lnTo>
                  <a:pt x="1910171" y="378724"/>
                </a:lnTo>
                <a:lnTo>
                  <a:pt x="1897730" y="385291"/>
                </a:lnTo>
                <a:lnTo>
                  <a:pt x="1896328" y="386224"/>
                </a:lnTo>
                <a:lnTo>
                  <a:pt x="1883364" y="393281"/>
                </a:lnTo>
                <a:lnTo>
                  <a:pt x="1882563" y="393725"/>
                </a:lnTo>
                <a:lnTo>
                  <a:pt x="1876151" y="401225"/>
                </a:lnTo>
                <a:lnTo>
                  <a:pt x="1868998" y="404973"/>
                </a:lnTo>
                <a:lnTo>
                  <a:pt x="1866414" y="408725"/>
                </a:lnTo>
                <a:lnTo>
                  <a:pt x="1854631" y="414917"/>
                </a:lnTo>
                <a:lnTo>
                  <a:pt x="1853026" y="416226"/>
                </a:lnTo>
                <a:lnTo>
                  <a:pt x="1840265" y="423027"/>
                </a:lnTo>
                <a:lnTo>
                  <a:pt x="1839080" y="423726"/>
                </a:lnTo>
                <a:lnTo>
                  <a:pt x="1825939" y="431226"/>
                </a:lnTo>
                <a:lnTo>
                  <a:pt x="1825899" y="431247"/>
                </a:lnTo>
                <a:lnTo>
                  <a:pt x="1821873" y="438726"/>
                </a:lnTo>
                <a:lnTo>
                  <a:pt x="1811532" y="444150"/>
                </a:lnTo>
                <a:lnTo>
                  <a:pt x="1809605" y="446227"/>
                </a:lnTo>
                <a:lnTo>
                  <a:pt x="1797166" y="452793"/>
                </a:lnTo>
                <a:lnTo>
                  <a:pt x="1795762" y="453727"/>
                </a:lnTo>
                <a:lnTo>
                  <a:pt x="1782800" y="460783"/>
                </a:lnTo>
                <a:lnTo>
                  <a:pt x="1781997" y="461227"/>
                </a:lnTo>
                <a:lnTo>
                  <a:pt x="1775573" y="468728"/>
                </a:lnTo>
                <a:lnTo>
                  <a:pt x="1768433" y="472469"/>
                </a:lnTo>
                <a:lnTo>
                  <a:pt x="1765846" y="476228"/>
                </a:lnTo>
                <a:lnTo>
                  <a:pt x="1754067" y="482418"/>
                </a:lnTo>
                <a:lnTo>
                  <a:pt x="1752461" y="483728"/>
                </a:lnTo>
                <a:lnTo>
                  <a:pt x="1739700" y="490529"/>
                </a:lnTo>
                <a:lnTo>
                  <a:pt x="1738515" y="491229"/>
                </a:lnTo>
                <a:lnTo>
                  <a:pt x="1725344" y="498729"/>
                </a:lnTo>
                <a:lnTo>
                  <a:pt x="1725334" y="498734"/>
                </a:lnTo>
                <a:lnTo>
                  <a:pt x="1721302" y="506229"/>
                </a:lnTo>
                <a:lnTo>
                  <a:pt x="1710967" y="511649"/>
                </a:lnTo>
                <a:lnTo>
                  <a:pt x="1709039" y="513729"/>
                </a:lnTo>
                <a:lnTo>
                  <a:pt x="1696601" y="520295"/>
                </a:lnTo>
                <a:lnTo>
                  <a:pt x="1695197" y="521230"/>
                </a:lnTo>
                <a:lnTo>
                  <a:pt x="1682235" y="528285"/>
                </a:lnTo>
                <a:lnTo>
                  <a:pt x="1681431" y="528730"/>
                </a:lnTo>
                <a:lnTo>
                  <a:pt x="1674994" y="536230"/>
                </a:lnTo>
                <a:lnTo>
                  <a:pt x="1667868" y="539964"/>
                </a:lnTo>
                <a:lnTo>
                  <a:pt x="1665279" y="543731"/>
                </a:lnTo>
                <a:lnTo>
                  <a:pt x="1653502" y="549919"/>
                </a:lnTo>
                <a:lnTo>
                  <a:pt x="1651896" y="551231"/>
                </a:lnTo>
                <a:lnTo>
                  <a:pt x="1639136" y="558031"/>
                </a:lnTo>
                <a:lnTo>
                  <a:pt x="1637949" y="558731"/>
                </a:lnTo>
                <a:lnTo>
                  <a:pt x="1624769" y="566230"/>
                </a:lnTo>
                <a:lnTo>
                  <a:pt x="1624767" y="566232"/>
                </a:lnTo>
                <a:lnTo>
                  <a:pt x="1620731" y="573732"/>
                </a:lnTo>
                <a:lnTo>
                  <a:pt x="1610403" y="579149"/>
                </a:lnTo>
                <a:lnTo>
                  <a:pt x="1608473" y="581232"/>
                </a:lnTo>
                <a:lnTo>
                  <a:pt x="1596037" y="587796"/>
                </a:lnTo>
                <a:lnTo>
                  <a:pt x="1594632" y="588732"/>
                </a:lnTo>
                <a:lnTo>
                  <a:pt x="1581670" y="595786"/>
                </a:lnTo>
                <a:lnTo>
                  <a:pt x="1580865" y="596233"/>
                </a:lnTo>
                <a:lnTo>
                  <a:pt x="1574416" y="603733"/>
                </a:lnTo>
                <a:lnTo>
                  <a:pt x="1567304" y="607460"/>
                </a:lnTo>
                <a:lnTo>
                  <a:pt x="1564711" y="611233"/>
                </a:lnTo>
                <a:lnTo>
                  <a:pt x="1552937" y="617420"/>
                </a:lnTo>
                <a:lnTo>
                  <a:pt x="1551330" y="618734"/>
                </a:lnTo>
                <a:lnTo>
                  <a:pt x="1538571" y="625533"/>
                </a:lnTo>
                <a:lnTo>
                  <a:pt x="1537384" y="626234"/>
                </a:lnTo>
                <a:lnTo>
                  <a:pt x="1524204" y="633731"/>
                </a:lnTo>
                <a:lnTo>
                  <a:pt x="1524199" y="633734"/>
                </a:lnTo>
                <a:lnTo>
                  <a:pt x="1520170" y="641235"/>
                </a:lnTo>
                <a:lnTo>
                  <a:pt x="1509838" y="646723"/>
                </a:lnTo>
                <a:lnTo>
                  <a:pt x="1507868" y="648735"/>
                </a:lnTo>
                <a:lnTo>
                  <a:pt x="1495472" y="655768"/>
                </a:lnTo>
                <a:lnTo>
                  <a:pt x="1494804" y="656235"/>
                </a:lnTo>
                <a:lnTo>
                  <a:pt x="1491834" y="663735"/>
                </a:lnTo>
                <a:lnTo>
                  <a:pt x="1481105" y="669938"/>
                </a:lnTo>
                <a:lnTo>
                  <a:pt x="1480064" y="671236"/>
                </a:lnTo>
                <a:lnTo>
                  <a:pt x="1476231" y="678736"/>
                </a:lnTo>
                <a:lnTo>
                  <a:pt x="1466739" y="684154"/>
                </a:lnTo>
                <a:lnTo>
                  <a:pt x="1465379" y="686236"/>
                </a:lnTo>
                <a:lnTo>
                  <a:pt x="1460002" y="693737"/>
                </a:lnTo>
                <a:lnTo>
                  <a:pt x="1452373" y="698055"/>
                </a:lnTo>
                <a:lnTo>
                  <a:pt x="1450692" y="701237"/>
                </a:lnTo>
                <a:lnTo>
                  <a:pt x="1442817" y="708737"/>
                </a:lnTo>
                <a:lnTo>
                  <a:pt x="1438006" y="711445"/>
                </a:lnTo>
                <a:lnTo>
                  <a:pt x="1435947" y="716237"/>
                </a:lnTo>
                <a:lnTo>
                  <a:pt x="1424177" y="723738"/>
                </a:lnTo>
                <a:lnTo>
                  <a:pt x="1423640" y="724039"/>
                </a:lnTo>
                <a:lnTo>
                  <a:pt x="1421077" y="731238"/>
                </a:lnTo>
                <a:lnTo>
                  <a:pt x="1409274" y="738256"/>
                </a:lnTo>
                <a:lnTo>
                  <a:pt x="1408776" y="738738"/>
                </a:lnTo>
                <a:lnTo>
                  <a:pt x="1405992" y="746239"/>
                </a:lnTo>
                <a:lnTo>
                  <a:pt x="1394907" y="752687"/>
                </a:lnTo>
                <a:lnTo>
                  <a:pt x="1393998" y="753739"/>
                </a:lnTo>
                <a:lnTo>
                  <a:pt x="1390564" y="761239"/>
                </a:lnTo>
                <a:lnTo>
                  <a:pt x="1380541" y="766985"/>
                </a:lnTo>
                <a:lnTo>
                  <a:pt x="1379299" y="768740"/>
                </a:lnTo>
                <a:lnTo>
                  <a:pt x="1374606" y="776240"/>
                </a:lnTo>
                <a:lnTo>
                  <a:pt x="1366174" y="781026"/>
                </a:lnTo>
                <a:lnTo>
                  <a:pt x="1364620" y="783740"/>
                </a:lnTo>
                <a:lnTo>
                  <a:pt x="1357833" y="791240"/>
                </a:lnTo>
                <a:lnTo>
                  <a:pt x="1351808" y="794733"/>
                </a:lnTo>
                <a:lnTo>
                  <a:pt x="1349986" y="798741"/>
                </a:lnTo>
                <a:lnTo>
                  <a:pt x="1346597" y="806241"/>
                </a:lnTo>
                <a:lnTo>
                  <a:pt x="1337442" y="812804"/>
                </a:lnTo>
                <a:lnTo>
                  <a:pt x="1337011" y="813741"/>
                </a:lnTo>
                <a:lnTo>
                  <a:pt x="1335478" y="821242"/>
                </a:lnTo>
                <a:lnTo>
                  <a:pt x="1332213" y="828742"/>
                </a:lnTo>
                <a:lnTo>
                  <a:pt x="1331909" y="836242"/>
                </a:lnTo>
                <a:lnTo>
                  <a:pt x="1334264" y="843743"/>
                </a:lnTo>
                <a:lnTo>
                  <a:pt x="1335661" y="851243"/>
                </a:lnTo>
                <a:lnTo>
                  <a:pt x="1336732" y="858743"/>
                </a:lnTo>
                <a:lnTo>
                  <a:pt x="1337442" y="862893"/>
                </a:lnTo>
                <a:lnTo>
                  <a:pt x="1340438" y="866243"/>
                </a:lnTo>
                <a:lnTo>
                  <a:pt x="1345507" y="873744"/>
                </a:lnTo>
                <a:lnTo>
                  <a:pt x="1348206" y="881244"/>
                </a:lnTo>
                <a:lnTo>
                  <a:pt x="1349756" y="888744"/>
                </a:lnTo>
                <a:lnTo>
                  <a:pt x="1350857" y="896245"/>
                </a:lnTo>
                <a:lnTo>
                  <a:pt x="1351808" y="902301"/>
                </a:lnTo>
                <a:lnTo>
                  <a:pt x="1353111" y="903745"/>
                </a:lnTo>
                <a:lnTo>
                  <a:pt x="1358986" y="911245"/>
                </a:lnTo>
                <a:lnTo>
                  <a:pt x="1362091" y="918745"/>
                </a:lnTo>
                <a:lnTo>
                  <a:pt x="1363829" y="926246"/>
                </a:lnTo>
                <a:lnTo>
                  <a:pt x="1364985" y="933746"/>
                </a:lnTo>
                <a:lnTo>
                  <a:pt x="1366083" y="941246"/>
                </a:lnTo>
                <a:lnTo>
                  <a:pt x="1366174" y="941677"/>
                </a:lnTo>
                <a:lnTo>
                  <a:pt x="1372327" y="948747"/>
                </a:lnTo>
                <a:lnTo>
                  <a:pt x="1375907" y="956247"/>
                </a:lnTo>
                <a:lnTo>
                  <a:pt x="1377872" y="963747"/>
                </a:lnTo>
                <a:lnTo>
                  <a:pt x="1379110" y="971248"/>
                </a:lnTo>
                <a:lnTo>
                  <a:pt x="1380180" y="978748"/>
                </a:lnTo>
                <a:lnTo>
                  <a:pt x="1380541" y="980616"/>
                </a:lnTo>
                <a:lnTo>
                  <a:pt x="1385504" y="986248"/>
                </a:lnTo>
                <a:lnTo>
                  <a:pt x="1389642" y="993748"/>
                </a:lnTo>
                <a:lnTo>
                  <a:pt x="1391879" y="1001249"/>
                </a:lnTo>
                <a:lnTo>
                  <a:pt x="1393226" y="1008749"/>
                </a:lnTo>
                <a:lnTo>
                  <a:pt x="1394293" y="1016249"/>
                </a:lnTo>
                <a:lnTo>
                  <a:pt x="1394907" y="1019726"/>
                </a:lnTo>
                <a:lnTo>
                  <a:pt x="1398492" y="1023750"/>
                </a:lnTo>
                <a:lnTo>
                  <a:pt x="1403282" y="1031250"/>
                </a:lnTo>
                <a:lnTo>
                  <a:pt x="1405841" y="1038750"/>
                </a:lnTo>
                <a:lnTo>
                  <a:pt x="1407328" y="1046251"/>
                </a:lnTo>
                <a:lnTo>
                  <a:pt x="1408415" y="1053751"/>
                </a:lnTo>
                <a:lnTo>
                  <a:pt x="1409274" y="1059044"/>
                </a:lnTo>
                <a:lnTo>
                  <a:pt x="1411259" y="1061251"/>
                </a:lnTo>
                <a:lnTo>
                  <a:pt x="1416809" y="1068751"/>
                </a:lnTo>
                <a:lnTo>
                  <a:pt x="1419750" y="1076252"/>
                </a:lnTo>
                <a:lnTo>
                  <a:pt x="1421410" y="1083752"/>
                </a:lnTo>
                <a:lnTo>
                  <a:pt x="1422543" y="1091252"/>
                </a:lnTo>
                <a:lnTo>
                  <a:pt x="1423640" y="1098610"/>
                </a:lnTo>
                <a:lnTo>
                  <a:pt x="1423769" y="1098753"/>
                </a:lnTo>
                <a:lnTo>
                  <a:pt x="1430206" y="1106253"/>
                </a:lnTo>
                <a:lnTo>
                  <a:pt x="1433594" y="1113753"/>
                </a:lnTo>
                <a:lnTo>
                  <a:pt x="1435466" y="1121254"/>
                </a:lnTo>
                <a:lnTo>
                  <a:pt x="1436669" y="1128754"/>
                </a:lnTo>
                <a:lnTo>
                  <a:pt x="1437643" y="1136254"/>
                </a:lnTo>
                <a:lnTo>
                  <a:pt x="1438006" y="1139449"/>
                </a:lnTo>
                <a:lnTo>
                  <a:pt x="1440673" y="1143754"/>
                </a:lnTo>
                <a:lnTo>
                  <a:pt x="1444349" y="1151255"/>
                </a:lnTo>
                <a:lnTo>
                  <a:pt x="1446809" y="1158755"/>
                </a:lnTo>
                <a:lnTo>
                  <a:pt x="1448479" y="1166255"/>
                </a:lnTo>
                <a:lnTo>
                  <a:pt x="1449649" y="1173756"/>
                </a:lnTo>
                <a:lnTo>
                  <a:pt x="1450522" y="1181256"/>
                </a:lnTo>
                <a:lnTo>
                  <a:pt x="1438006" y="1187833"/>
                </a:lnTo>
                <a:lnTo>
                  <a:pt x="1426369" y="1181256"/>
                </a:lnTo>
                <a:lnTo>
                  <a:pt x="1423640" y="1173912"/>
                </a:lnTo>
                <a:lnTo>
                  <a:pt x="1423342" y="1173756"/>
                </a:lnTo>
                <a:lnTo>
                  <a:pt x="1410785" y="1166255"/>
                </a:lnTo>
                <a:lnTo>
                  <a:pt x="1409274" y="1163089"/>
                </a:lnTo>
                <a:lnTo>
                  <a:pt x="1401052" y="1158755"/>
                </a:lnTo>
                <a:lnTo>
                  <a:pt x="1396298" y="1151255"/>
                </a:lnTo>
                <a:lnTo>
                  <a:pt x="1394907" y="1149668"/>
                </a:lnTo>
                <a:lnTo>
                  <a:pt x="1383730" y="1143754"/>
                </a:lnTo>
                <a:lnTo>
                  <a:pt x="1381777" y="1136254"/>
                </a:lnTo>
                <a:lnTo>
                  <a:pt x="1380541" y="1135316"/>
                </a:lnTo>
                <a:lnTo>
                  <a:pt x="1368260" y="1128754"/>
                </a:lnTo>
                <a:lnTo>
                  <a:pt x="1367047" y="1121254"/>
                </a:lnTo>
                <a:lnTo>
                  <a:pt x="1366174" y="1120709"/>
                </a:lnTo>
                <a:lnTo>
                  <a:pt x="1353504" y="1113753"/>
                </a:lnTo>
                <a:lnTo>
                  <a:pt x="1352049" y="1106253"/>
                </a:lnTo>
                <a:lnTo>
                  <a:pt x="1351808" y="1106113"/>
                </a:lnTo>
                <a:lnTo>
                  <a:pt x="1339004" y="1098753"/>
                </a:lnTo>
                <a:lnTo>
                  <a:pt x="1337442" y="1093620"/>
                </a:lnTo>
                <a:lnTo>
                  <a:pt x="1332957" y="1091252"/>
                </a:lnTo>
                <a:lnTo>
                  <a:pt x="1324552" y="1083752"/>
                </a:lnTo>
                <a:lnTo>
                  <a:pt x="1323075" y="1080658"/>
                </a:lnTo>
                <a:lnTo>
                  <a:pt x="1314738" y="1076252"/>
                </a:lnTo>
                <a:lnTo>
                  <a:pt x="1310117" y="1068751"/>
                </a:lnTo>
                <a:lnTo>
                  <a:pt x="1308709" y="1066779"/>
                </a:lnTo>
                <a:lnTo>
                  <a:pt x="1298276" y="1061251"/>
                </a:lnTo>
                <a:lnTo>
                  <a:pt x="1295671" y="1053751"/>
                </a:lnTo>
                <a:lnTo>
                  <a:pt x="1294343" y="1052411"/>
                </a:lnTo>
                <a:lnTo>
                  <a:pt x="1282769" y="1046251"/>
                </a:lnTo>
                <a:lnTo>
                  <a:pt x="1281184" y="1038750"/>
                </a:lnTo>
                <a:lnTo>
                  <a:pt x="1279976" y="1037794"/>
                </a:lnTo>
                <a:lnTo>
                  <a:pt x="1267780" y="1031250"/>
                </a:lnTo>
                <a:lnTo>
                  <a:pt x="1266611" y="1023750"/>
                </a:lnTo>
                <a:lnTo>
                  <a:pt x="1265610" y="1023077"/>
                </a:lnTo>
                <a:lnTo>
                  <a:pt x="1253073" y="1016249"/>
                </a:lnTo>
                <a:lnTo>
                  <a:pt x="1251872" y="1008749"/>
                </a:lnTo>
                <a:lnTo>
                  <a:pt x="1251243" y="1008368"/>
                </a:lnTo>
                <a:lnTo>
                  <a:pt x="1238517" y="1001249"/>
                </a:lnTo>
                <a:lnTo>
                  <a:pt x="1236877" y="993984"/>
                </a:lnTo>
                <a:lnTo>
                  <a:pt x="1236431" y="993748"/>
                </a:lnTo>
                <a:lnTo>
                  <a:pt x="1224038" y="986248"/>
                </a:lnTo>
                <a:lnTo>
                  <a:pt x="1222511" y="981990"/>
                </a:lnTo>
                <a:lnTo>
                  <a:pt x="1216371" y="978748"/>
                </a:lnTo>
                <a:lnTo>
                  <a:pt x="1209596" y="971248"/>
                </a:lnTo>
                <a:lnTo>
                  <a:pt x="1208144" y="968633"/>
                </a:lnTo>
                <a:lnTo>
                  <a:pt x="1198907" y="963747"/>
                </a:lnTo>
                <a:lnTo>
                  <a:pt x="1195160" y="956247"/>
                </a:lnTo>
                <a:lnTo>
                  <a:pt x="1193778" y="954542"/>
                </a:lnTo>
                <a:lnTo>
                  <a:pt x="1182855" y="948747"/>
                </a:lnTo>
                <a:lnTo>
                  <a:pt x="1180703" y="941246"/>
                </a:lnTo>
                <a:lnTo>
                  <a:pt x="1179411" y="940063"/>
                </a:lnTo>
                <a:lnTo>
                  <a:pt x="1167570" y="933746"/>
                </a:lnTo>
                <a:lnTo>
                  <a:pt x="1166192" y="926246"/>
                </a:lnTo>
                <a:lnTo>
                  <a:pt x="1165045" y="925397"/>
                </a:lnTo>
                <a:lnTo>
                  <a:pt x="1152703" y="918745"/>
                </a:lnTo>
                <a:lnTo>
                  <a:pt x="1151571" y="911245"/>
                </a:lnTo>
                <a:lnTo>
                  <a:pt x="1150679" y="910671"/>
                </a:lnTo>
                <a:lnTo>
                  <a:pt x="1138061" y="903745"/>
                </a:lnTo>
                <a:lnTo>
                  <a:pt x="1136743" y="896245"/>
                </a:lnTo>
                <a:lnTo>
                  <a:pt x="1136312" y="895990"/>
                </a:lnTo>
                <a:lnTo>
                  <a:pt x="1123469" y="888744"/>
                </a:lnTo>
                <a:lnTo>
                  <a:pt x="1121946" y="887861"/>
                </a:lnTo>
                <a:lnTo>
                  <a:pt x="1109212" y="881244"/>
                </a:lnTo>
                <a:lnTo>
                  <a:pt x="1107580" y="880506"/>
                </a:lnTo>
                <a:lnTo>
                  <a:pt x="1093863" y="873744"/>
                </a:lnTo>
                <a:lnTo>
                  <a:pt x="1093213" y="873427"/>
                </a:lnTo>
                <a:lnTo>
                  <a:pt x="1080197" y="866243"/>
                </a:lnTo>
                <a:lnTo>
                  <a:pt x="1078847" y="865240"/>
                </a:lnTo>
                <a:lnTo>
                  <a:pt x="1066542" y="858743"/>
                </a:lnTo>
                <a:lnTo>
                  <a:pt x="1065367" y="851243"/>
                </a:lnTo>
                <a:lnTo>
                  <a:pt x="1064480" y="850741"/>
                </a:lnTo>
                <a:lnTo>
                  <a:pt x="1051657" y="843743"/>
                </a:lnTo>
                <a:lnTo>
                  <a:pt x="1050114" y="839703"/>
                </a:lnTo>
                <a:lnTo>
                  <a:pt x="1043513" y="836242"/>
                </a:lnTo>
                <a:lnTo>
                  <a:pt x="1036402" y="828742"/>
                </a:lnTo>
                <a:lnTo>
                  <a:pt x="1035748" y="828405"/>
                </a:lnTo>
                <a:lnTo>
                  <a:pt x="1021381" y="826384"/>
                </a:lnTo>
                <a:lnTo>
                  <a:pt x="1011512" y="821242"/>
                </a:lnTo>
                <a:lnTo>
                  <a:pt x="1007015" y="820286"/>
                </a:lnTo>
                <a:lnTo>
                  <a:pt x="994403" y="813741"/>
                </a:lnTo>
                <a:lnTo>
                  <a:pt x="992649" y="813001"/>
                </a:lnTo>
                <a:lnTo>
                  <a:pt x="979219" y="806241"/>
                </a:lnTo>
                <a:lnTo>
                  <a:pt x="978282" y="805768"/>
                </a:lnTo>
                <a:lnTo>
                  <a:pt x="963916" y="805193"/>
                </a:lnTo>
                <a:lnTo>
                  <a:pt x="949670" y="798741"/>
                </a:lnTo>
                <a:lnTo>
                  <a:pt x="949549" y="798698"/>
                </a:lnTo>
                <a:lnTo>
                  <a:pt x="935183" y="797985"/>
                </a:lnTo>
                <a:lnTo>
                  <a:pt x="920817" y="797113"/>
                </a:lnTo>
                <a:lnTo>
                  <a:pt x="908656" y="791240"/>
                </a:lnTo>
                <a:lnTo>
                  <a:pt x="906450" y="790730"/>
                </a:lnTo>
                <a:lnTo>
                  <a:pt x="892084" y="787416"/>
                </a:lnTo>
                <a:lnTo>
                  <a:pt x="885077" y="783740"/>
                </a:lnTo>
                <a:lnTo>
                  <a:pt x="878885" y="776240"/>
                </a:lnTo>
                <a:lnTo>
                  <a:pt x="877717" y="775526"/>
                </a:lnTo>
                <a:lnTo>
                  <a:pt x="865024" y="768740"/>
                </a:lnTo>
                <a:lnTo>
                  <a:pt x="863351" y="766508"/>
                </a:lnTo>
                <a:lnTo>
                  <a:pt x="853316" y="761239"/>
                </a:lnTo>
                <a:lnTo>
                  <a:pt x="850026" y="753739"/>
                </a:lnTo>
                <a:lnTo>
                  <a:pt x="848985" y="752981"/>
                </a:lnTo>
                <a:lnTo>
                  <a:pt x="836602" y="746239"/>
                </a:lnTo>
                <a:lnTo>
                  <a:pt x="835324" y="738738"/>
                </a:lnTo>
                <a:lnTo>
                  <a:pt x="834618" y="738288"/>
                </a:lnTo>
                <a:lnTo>
                  <a:pt x="821977" y="731238"/>
                </a:lnTo>
                <a:lnTo>
                  <a:pt x="820354" y="723738"/>
                </a:lnTo>
                <a:lnTo>
                  <a:pt x="820252" y="723677"/>
                </a:lnTo>
                <a:lnTo>
                  <a:pt x="807459" y="716237"/>
                </a:lnTo>
                <a:lnTo>
                  <a:pt x="805886" y="711527"/>
                </a:lnTo>
                <a:lnTo>
                  <a:pt x="800617" y="708737"/>
                </a:lnTo>
                <a:lnTo>
                  <a:pt x="792992" y="701237"/>
                </a:lnTo>
                <a:lnTo>
                  <a:pt x="791519" y="698359"/>
                </a:lnTo>
                <a:lnTo>
                  <a:pt x="782806" y="693737"/>
                </a:lnTo>
                <a:lnTo>
                  <a:pt x="778540" y="686236"/>
                </a:lnTo>
                <a:lnTo>
                  <a:pt x="777153" y="684384"/>
                </a:lnTo>
                <a:lnTo>
                  <a:pt x="766542" y="678736"/>
                </a:lnTo>
                <a:lnTo>
                  <a:pt x="764071" y="671236"/>
                </a:lnTo>
                <a:lnTo>
                  <a:pt x="762786" y="669977"/>
                </a:lnTo>
                <a:lnTo>
                  <a:pt x="751129" y="663735"/>
                </a:lnTo>
                <a:lnTo>
                  <a:pt x="749548" y="656235"/>
                </a:lnTo>
                <a:lnTo>
                  <a:pt x="748420" y="655356"/>
                </a:lnTo>
                <a:lnTo>
                  <a:pt x="736185" y="648735"/>
                </a:lnTo>
                <a:lnTo>
                  <a:pt x="734912" y="641235"/>
                </a:lnTo>
                <a:lnTo>
                  <a:pt x="734054" y="640662"/>
                </a:lnTo>
                <a:lnTo>
                  <a:pt x="732862" y="641235"/>
                </a:lnTo>
                <a:lnTo>
                  <a:pt x="729255" y="648735"/>
                </a:lnTo>
                <a:lnTo>
                  <a:pt x="719687" y="655073"/>
                </a:lnTo>
                <a:lnTo>
                  <a:pt x="719129" y="656235"/>
                </a:lnTo>
                <a:lnTo>
                  <a:pt x="718388" y="663735"/>
                </a:lnTo>
                <a:lnTo>
                  <a:pt x="718241" y="671236"/>
                </a:lnTo>
                <a:lnTo>
                  <a:pt x="718052" y="678736"/>
                </a:lnTo>
                <a:lnTo>
                  <a:pt x="716997" y="686236"/>
                </a:lnTo>
                <a:lnTo>
                  <a:pt x="710477" y="693737"/>
                </a:lnTo>
                <a:lnTo>
                  <a:pt x="705321" y="697042"/>
                </a:lnTo>
                <a:lnTo>
                  <a:pt x="704268" y="701237"/>
                </a:lnTo>
                <a:lnTo>
                  <a:pt x="703945" y="708737"/>
                </a:lnTo>
                <a:lnTo>
                  <a:pt x="703870" y="716237"/>
                </a:lnTo>
                <a:lnTo>
                  <a:pt x="703769" y="723738"/>
                </a:lnTo>
                <a:lnTo>
                  <a:pt x="703461" y="731238"/>
                </a:lnTo>
                <a:lnTo>
                  <a:pt x="702374" y="738738"/>
                </a:lnTo>
                <a:lnTo>
                  <a:pt x="698430" y="746239"/>
                </a:lnTo>
                <a:lnTo>
                  <a:pt x="690955" y="752030"/>
                </a:lnTo>
                <a:lnTo>
                  <a:pt x="690461" y="753739"/>
                </a:lnTo>
                <a:lnTo>
                  <a:pt x="689777" y="761239"/>
                </a:lnTo>
                <a:lnTo>
                  <a:pt x="689581" y="768740"/>
                </a:lnTo>
                <a:lnTo>
                  <a:pt x="689502" y="776240"/>
                </a:lnTo>
                <a:lnTo>
                  <a:pt x="689394" y="783740"/>
                </a:lnTo>
                <a:lnTo>
                  <a:pt x="688090" y="791240"/>
                </a:lnTo>
                <a:lnTo>
                  <a:pt x="676588" y="797972"/>
                </a:lnTo>
                <a:lnTo>
                  <a:pt x="675891" y="798741"/>
                </a:lnTo>
                <a:lnTo>
                  <a:pt x="675184" y="806241"/>
                </a:lnTo>
                <a:lnTo>
                  <a:pt x="674976" y="813741"/>
                </a:lnTo>
                <a:lnTo>
                  <a:pt x="672016" y="821242"/>
                </a:lnTo>
                <a:lnTo>
                  <a:pt x="662222" y="826805"/>
                </a:lnTo>
                <a:lnTo>
                  <a:pt x="661121" y="828742"/>
                </a:lnTo>
                <a:lnTo>
                  <a:pt x="660782" y="836242"/>
                </a:lnTo>
                <a:lnTo>
                  <a:pt x="660395" y="843743"/>
                </a:lnTo>
                <a:lnTo>
                  <a:pt x="653903" y="851243"/>
                </a:lnTo>
                <a:lnTo>
                  <a:pt x="647855" y="854631"/>
                </a:lnTo>
                <a:lnTo>
                  <a:pt x="646570" y="858743"/>
                </a:lnTo>
                <a:lnTo>
                  <a:pt x="646379" y="866243"/>
                </a:lnTo>
                <a:lnTo>
                  <a:pt x="645560" y="873744"/>
                </a:lnTo>
                <a:lnTo>
                  <a:pt x="633489" y="881061"/>
                </a:lnTo>
                <a:lnTo>
                  <a:pt x="633282" y="881244"/>
                </a:lnTo>
                <a:lnTo>
                  <a:pt x="632117" y="888744"/>
                </a:lnTo>
                <a:lnTo>
                  <a:pt x="631949" y="896245"/>
                </a:lnTo>
                <a:lnTo>
                  <a:pt x="630166" y="903745"/>
                </a:lnTo>
                <a:lnTo>
                  <a:pt x="619123" y="910123"/>
                </a:lnTo>
                <a:lnTo>
                  <a:pt x="618246" y="911245"/>
                </a:lnTo>
                <a:lnTo>
                  <a:pt x="617705" y="918745"/>
                </a:lnTo>
                <a:lnTo>
                  <a:pt x="617452" y="926246"/>
                </a:lnTo>
                <a:lnTo>
                  <a:pt x="614449" y="933746"/>
                </a:lnTo>
                <a:lnTo>
                  <a:pt x="604756" y="939647"/>
                </a:lnTo>
                <a:lnTo>
                  <a:pt x="603911" y="941246"/>
                </a:lnTo>
                <a:lnTo>
                  <a:pt x="603376" y="948747"/>
                </a:lnTo>
                <a:lnTo>
                  <a:pt x="603275" y="956247"/>
                </a:lnTo>
                <a:lnTo>
                  <a:pt x="602822" y="963747"/>
                </a:lnTo>
                <a:lnTo>
                  <a:pt x="598485" y="971248"/>
                </a:lnTo>
                <a:lnTo>
                  <a:pt x="590390" y="976104"/>
                </a:lnTo>
                <a:lnTo>
                  <a:pt x="589349" y="978748"/>
                </a:lnTo>
                <a:lnTo>
                  <a:pt x="588986" y="986248"/>
                </a:lnTo>
                <a:lnTo>
                  <a:pt x="588881" y="993748"/>
                </a:lnTo>
                <a:lnTo>
                  <a:pt x="588209" y="1001249"/>
                </a:lnTo>
                <a:lnTo>
                  <a:pt x="581731" y="1008749"/>
                </a:lnTo>
                <a:lnTo>
                  <a:pt x="576023" y="1012140"/>
                </a:lnTo>
                <a:lnTo>
                  <a:pt x="574851" y="1016249"/>
                </a:lnTo>
                <a:lnTo>
                  <a:pt x="574603" y="1023750"/>
                </a:lnTo>
                <a:lnTo>
                  <a:pt x="574475" y="1031250"/>
                </a:lnTo>
                <a:lnTo>
                  <a:pt x="573475" y="1038750"/>
                </a:lnTo>
                <a:lnTo>
                  <a:pt x="563799" y="1046251"/>
                </a:lnTo>
                <a:lnTo>
                  <a:pt x="561657" y="1047514"/>
                </a:lnTo>
                <a:lnTo>
                  <a:pt x="560396" y="1053751"/>
                </a:lnTo>
                <a:lnTo>
                  <a:pt x="560221" y="1061251"/>
                </a:lnTo>
                <a:lnTo>
                  <a:pt x="560051" y="1068751"/>
                </a:lnTo>
                <a:lnTo>
                  <a:pt x="558558" y="1076252"/>
                </a:lnTo>
                <a:lnTo>
                  <a:pt x="547291" y="1082364"/>
                </a:lnTo>
                <a:lnTo>
                  <a:pt x="546083" y="1083752"/>
                </a:lnTo>
                <a:lnTo>
                  <a:pt x="545852" y="1091252"/>
                </a:lnTo>
                <a:lnTo>
                  <a:pt x="545356" y="1098753"/>
                </a:lnTo>
                <a:lnTo>
                  <a:pt x="532924" y="1105340"/>
                </a:lnTo>
                <a:lnTo>
                  <a:pt x="531631" y="1106253"/>
                </a:lnTo>
                <a:lnTo>
                  <a:pt x="531485" y="1113753"/>
                </a:lnTo>
                <a:lnTo>
                  <a:pt x="530692" y="1121254"/>
                </a:lnTo>
                <a:lnTo>
                  <a:pt x="518558" y="1127657"/>
                </a:lnTo>
                <a:lnTo>
                  <a:pt x="517211" y="1128754"/>
                </a:lnTo>
                <a:lnTo>
                  <a:pt x="517117" y="1136254"/>
                </a:lnTo>
                <a:lnTo>
                  <a:pt x="515850" y="1143754"/>
                </a:lnTo>
                <a:lnTo>
                  <a:pt x="504192" y="1149891"/>
                </a:lnTo>
                <a:lnTo>
                  <a:pt x="502811" y="1151255"/>
                </a:lnTo>
                <a:lnTo>
                  <a:pt x="502747" y="1158755"/>
                </a:lnTo>
                <a:lnTo>
                  <a:pt x="500723" y="1166255"/>
                </a:lnTo>
                <a:lnTo>
                  <a:pt x="489825" y="1171986"/>
                </a:lnTo>
                <a:lnTo>
                  <a:pt x="488428" y="1173756"/>
                </a:lnTo>
                <a:lnTo>
                  <a:pt x="488376" y="1181256"/>
                </a:lnTo>
                <a:lnTo>
                  <a:pt x="486368" y="1188756"/>
                </a:lnTo>
                <a:lnTo>
                  <a:pt x="475459" y="1194514"/>
                </a:lnTo>
                <a:lnTo>
                  <a:pt x="474081" y="1196256"/>
                </a:lnTo>
                <a:lnTo>
                  <a:pt x="474014" y="1203757"/>
                </a:lnTo>
                <a:lnTo>
                  <a:pt x="472670" y="1211257"/>
                </a:lnTo>
                <a:lnTo>
                  <a:pt x="461092" y="1217381"/>
                </a:lnTo>
                <a:lnTo>
                  <a:pt x="459743" y="1218757"/>
                </a:lnTo>
                <a:lnTo>
                  <a:pt x="459651" y="1226258"/>
                </a:lnTo>
                <a:lnTo>
                  <a:pt x="458751" y="1233758"/>
                </a:lnTo>
                <a:lnTo>
                  <a:pt x="446726" y="1240140"/>
                </a:lnTo>
                <a:lnTo>
                  <a:pt x="445420" y="1241258"/>
                </a:lnTo>
                <a:lnTo>
                  <a:pt x="445289" y="1248759"/>
                </a:lnTo>
                <a:lnTo>
                  <a:pt x="445183" y="1256259"/>
                </a:lnTo>
                <a:lnTo>
                  <a:pt x="436730" y="1263759"/>
                </a:lnTo>
                <a:lnTo>
                  <a:pt x="432360" y="1266075"/>
                </a:lnTo>
                <a:lnTo>
                  <a:pt x="430950" y="1271260"/>
                </a:lnTo>
                <a:lnTo>
                  <a:pt x="430920" y="1278760"/>
                </a:lnTo>
                <a:lnTo>
                  <a:pt x="430674" y="1286260"/>
                </a:lnTo>
                <a:lnTo>
                  <a:pt x="417993" y="1293447"/>
                </a:lnTo>
                <a:lnTo>
                  <a:pt x="417488" y="1293760"/>
                </a:lnTo>
                <a:lnTo>
                  <a:pt x="416568" y="1301261"/>
                </a:lnTo>
                <a:lnTo>
                  <a:pt x="416550" y="1308761"/>
                </a:lnTo>
                <a:lnTo>
                  <a:pt x="415976" y="1316261"/>
                </a:lnTo>
                <a:lnTo>
                  <a:pt x="403627" y="1322992"/>
                </a:lnTo>
                <a:lnTo>
                  <a:pt x="402590" y="1323762"/>
                </a:lnTo>
                <a:lnTo>
                  <a:pt x="402195" y="1331262"/>
                </a:lnTo>
                <a:lnTo>
                  <a:pt x="402173" y="1338762"/>
                </a:lnTo>
                <a:lnTo>
                  <a:pt x="400838" y="1346262"/>
                </a:lnTo>
                <a:lnTo>
                  <a:pt x="389261" y="1352464"/>
                </a:lnTo>
                <a:lnTo>
                  <a:pt x="387996" y="1353763"/>
                </a:lnTo>
                <a:lnTo>
                  <a:pt x="387826" y="1361263"/>
                </a:lnTo>
                <a:lnTo>
                  <a:pt x="387785" y="1368763"/>
                </a:lnTo>
                <a:lnTo>
                  <a:pt x="384674" y="1376264"/>
                </a:lnTo>
                <a:lnTo>
                  <a:pt x="374894" y="1381463"/>
                </a:lnTo>
                <a:lnTo>
                  <a:pt x="373531" y="1383764"/>
                </a:lnTo>
                <a:lnTo>
                  <a:pt x="373457" y="1391264"/>
                </a:lnTo>
                <a:lnTo>
                  <a:pt x="373366" y="1398765"/>
                </a:lnTo>
                <a:lnTo>
                  <a:pt x="366119" y="1406265"/>
                </a:lnTo>
                <a:lnTo>
                  <a:pt x="360528" y="1409228"/>
                </a:lnTo>
                <a:lnTo>
                  <a:pt x="359123" y="1413765"/>
                </a:lnTo>
                <a:lnTo>
                  <a:pt x="359089" y="1421265"/>
                </a:lnTo>
                <a:lnTo>
                  <a:pt x="358877" y="1428766"/>
                </a:lnTo>
                <a:lnTo>
                  <a:pt x="346161" y="1436054"/>
                </a:lnTo>
                <a:lnTo>
                  <a:pt x="345812" y="1436266"/>
                </a:lnTo>
                <a:lnTo>
                  <a:pt x="344738" y="1443766"/>
                </a:lnTo>
                <a:lnTo>
                  <a:pt x="344719" y="1451267"/>
                </a:lnTo>
                <a:lnTo>
                  <a:pt x="344227" y="1458767"/>
                </a:lnTo>
                <a:lnTo>
                  <a:pt x="331795" y="1465577"/>
                </a:lnTo>
                <a:lnTo>
                  <a:pt x="330825" y="1466267"/>
                </a:lnTo>
                <a:lnTo>
                  <a:pt x="330364" y="1473768"/>
                </a:lnTo>
                <a:lnTo>
                  <a:pt x="330344" y="1481268"/>
                </a:lnTo>
                <a:lnTo>
                  <a:pt x="329199" y="1488768"/>
                </a:lnTo>
                <a:lnTo>
                  <a:pt x="317429" y="1495087"/>
                </a:lnTo>
                <a:lnTo>
                  <a:pt x="316192" y="1496268"/>
                </a:lnTo>
                <a:lnTo>
                  <a:pt x="315994" y="1503769"/>
                </a:lnTo>
                <a:lnTo>
                  <a:pt x="315958" y="1511269"/>
                </a:lnTo>
                <a:lnTo>
                  <a:pt x="313291" y="1518769"/>
                </a:lnTo>
                <a:lnTo>
                  <a:pt x="303062" y="1524213"/>
                </a:lnTo>
                <a:lnTo>
                  <a:pt x="301712" y="1526270"/>
                </a:lnTo>
                <a:lnTo>
                  <a:pt x="301626" y="1533770"/>
                </a:lnTo>
                <a:lnTo>
                  <a:pt x="301547" y="1541270"/>
                </a:lnTo>
                <a:lnTo>
                  <a:pt x="295334" y="1548770"/>
                </a:lnTo>
                <a:lnTo>
                  <a:pt x="288696" y="1552290"/>
                </a:lnTo>
                <a:lnTo>
                  <a:pt x="287296" y="1556271"/>
                </a:lnTo>
                <a:lnTo>
                  <a:pt x="287257" y="1563771"/>
                </a:lnTo>
                <a:lnTo>
                  <a:pt x="287076" y="1571271"/>
                </a:lnTo>
                <a:lnTo>
                  <a:pt x="274329" y="1578671"/>
                </a:lnTo>
                <a:lnTo>
                  <a:pt x="274161" y="1578772"/>
                </a:lnTo>
                <a:lnTo>
                  <a:pt x="272909" y="1586272"/>
                </a:lnTo>
                <a:lnTo>
                  <a:pt x="272888" y="1593772"/>
                </a:lnTo>
                <a:lnTo>
                  <a:pt x="272466" y="1601273"/>
                </a:lnTo>
                <a:lnTo>
                  <a:pt x="259963" y="1608161"/>
                </a:lnTo>
                <a:lnTo>
                  <a:pt x="259071" y="1608773"/>
                </a:lnTo>
                <a:lnTo>
                  <a:pt x="258533" y="1616273"/>
                </a:lnTo>
                <a:lnTo>
                  <a:pt x="258514" y="1623773"/>
                </a:lnTo>
                <a:lnTo>
                  <a:pt x="257532" y="1631274"/>
                </a:lnTo>
                <a:lnTo>
                  <a:pt x="245597" y="1637698"/>
                </a:lnTo>
                <a:lnTo>
                  <a:pt x="244394" y="1638774"/>
                </a:lnTo>
                <a:lnTo>
                  <a:pt x="244163" y="1646274"/>
                </a:lnTo>
                <a:lnTo>
                  <a:pt x="244131" y="1653775"/>
                </a:lnTo>
                <a:lnTo>
                  <a:pt x="241845" y="1661275"/>
                </a:lnTo>
                <a:lnTo>
                  <a:pt x="231230" y="1666930"/>
                </a:lnTo>
                <a:lnTo>
                  <a:pt x="229894" y="1668775"/>
                </a:lnTo>
                <a:lnTo>
                  <a:pt x="229794" y="1676276"/>
                </a:lnTo>
                <a:lnTo>
                  <a:pt x="229726" y="1683776"/>
                </a:lnTo>
                <a:lnTo>
                  <a:pt x="224400" y="1691276"/>
                </a:lnTo>
                <a:lnTo>
                  <a:pt x="216864" y="1695274"/>
                </a:lnTo>
                <a:lnTo>
                  <a:pt x="215470" y="1698776"/>
                </a:lnTo>
                <a:lnTo>
                  <a:pt x="215426" y="1706277"/>
                </a:lnTo>
                <a:lnTo>
                  <a:pt x="215270" y="1713777"/>
                </a:lnTo>
                <a:lnTo>
                  <a:pt x="202864" y="1721277"/>
                </a:lnTo>
                <a:lnTo>
                  <a:pt x="202498" y="1721471"/>
                </a:lnTo>
                <a:lnTo>
                  <a:pt x="201079" y="1728778"/>
                </a:lnTo>
                <a:lnTo>
                  <a:pt x="201057" y="1736278"/>
                </a:lnTo>
                <a:lnTo>
                  <a:pt x="200695" y="1743778"/>
                </a:lnTo>
                <a:lnTo>
                  <a:pt x="188131" y="1750747"/>
                </a:lnTo>
                <a:lnTo>
                  <a:pt x="187329" y="1751279"/>
                </a:lnTo>
                <a:lnTo>
                  <a:pt x="186702" y="1758779"/>
                </a:lnTo>
                <a:lnTo>
                  <a:pt x="186684" y="1766279"/>
                </a:lnTo>
                <a:lnTo>
                  <a:pt x="185842" y="1773779"/>
                </a:lnTo>
                <a:lnTo>
                  <a:pt x="173765" y="1780299"/>
                </a:lnTo>
                <a:lnTo>
                  <a:pt x="172601" y="1781280"/>
                </a:lnTo>
                <a:lnTo>
                  <a:pt x="172331" y="1788780"/>
                </a:lnTo>
                <a:lnTo>
                  <a:pt x="172303" y="1796280"/>
                </a:lnTo>
                <a:lnTo>
                  <a:pt x="170343" y="1803781"/>
                </a:lnTo>
                <a:lnTo>
                  <a:pt x="159399" y="1809619"/>
                </a:lnTo>
                <a:lnTo>
                  <a:pt x="158079" y="1811281"/>
                </a:lnTo>
                <a:lnTo>
                  <a:pt x="157963" y="1818781"/>
                </a:lnTo>
                <a:lnTo>
                  <a:pt x="157904" y="1826282"/>
                </a:lnTo>
                <a:lnTo>
                  <a:pt x="153338" y="1833782"/>
                </a:lnTo>
                <a:lnTo>
                  <a:pt x="145032" y="1838190"/>
                </a:lnTo>
                <a:lnTo>
                  <a:pt x="143646" y="1841282"/>
                </a:lnTo>
                <a:lnTo>
                  <a:pt x="143594" y="1848782"/>
                </a:lnTo>
                <a:lnTo>
                  <a:pt x="143461" y="1856283"/>
                </a:lnTo>
                <a:lnTo>
                  <a:pt x="132825" y="1863783"/>
                </a:lnTo>
                <a:lnTo>
                  <a:pt x="130666" y="1864926"/>
                </a:lnTo>
                <a:lnTo>
                  <a:pt x="129251" y="1871283"/>
                </a:lnTo>
                <a:lnTo>
                  <a:pt x="129225" y="1878784"/>
                </a:lnTo>
                <a:lnTo>
                  <a:pt x="128915" y="1886284"/>
                </a:lnTo>
                <a:lnTo>
                  <a:pt x="116299" y="1893336"/>
                </a:lnTo>
                <a:lnTo>
                  <a:pt x="115603" y="1893784"/>
                </a:lnTo>
                <a:lnTo>
                  <a:pt x="114872" y="1901284"/>
                </a:lnTo>
                <a:lnTo>
                  <a:pt x="114854" y="1908785"/>
                </a:lnTo>
                <a:lnTo>
                  <a:pt x="114132" y="1916285"/>
                </a:lnTo>
                <a:lnTo>
                  <a:pt x="101933" y="1922893"/>
                </a:lnTo>
                <a:lnTo>
                  <a:pt x="100814" y="1923785"/>
                </a:lnTo>
                <a:lnTo>
                  <a:pt x="100500" y="1931286"/>
                </a:lnTo>
                <a:lnTo>
                  <a:pt x="100475" y="1938786"/>
                </a:lnTo>
                <a:lnTo>
                  <a:pt x="98794" y="1946286"/>
                </a:lnTo>
                <a:lnTo>
                  <a:pt x="87567" y="1952285"/>
                </a:lnTo>
                <a:lnTo>
                  <a:pt x="86266" y="1953787"/>
                </a:lnTo>
                <a:lnTo>
                  <a:pt x="86131" y="1961287"/>
                </a:lnTo>
                <a:lnTo>
                  <a:pt x="86080" y="1968787"/>
                </a:lnTo>
                <a:lnTo>
                  <a:pt x="82166" y="1976287"/>
                </a:lnTo>
                <a:lnTo>
                  <a:pt x="73200" y="1981049"/>
                </a:lnTo>
                <a:lnTo>
                  <a:pt x="71822" y="1983788"/>
                </a:lnTo>
                <a:lnTo>
                  <a:pt x="71763" y="1991288"/>
                </a:lnTo>
                <a:lnTo>
                  <a:pt x="71648" y="1998788"/>
                </a:lnTo>
                <a:lnTo>
                  <a:pt x="62530" y="2006289"/>
                </a:lnTo>
                <a:lnTo>
                  <a:pt x="58834" y="2008246"/>
                </a:lnTo>
                <a:lnTo>
                  <a:pt x="57422" y="2013789"/>
                </a:lnTo>
                <a:lnTo>
                  <a:pt x="57394" y="2021289"/>
                </a:lnTo>
                <a:lnTo>
                  <a:pt x="57128" y="2028790"/>
                </a:lnTo>
                <a:lnTo>
                  <a:pt x="44467" y="2035930"/>
                </a:lnTo>
                <a:lnTo>
                  <a:pt x="43894" y="2036290"/>
                </a:lnTo>
                <a:lnTo>
                  <a:pt x="43041" y="2043790"/>
                </a:lnTo>
                <a:lnTo>
                  <a:pt x="43023" y="2051290"/>
                </a:lnTo>
                <a:lnTo>
                  <a:pt x="42404" y="2058791"/>
                </a:lnTo>
                <a:lnTo>
                  <a:pt x="30101" y="2065482"/>
                </a:lnTo>
                <a:lnTo>
                  <a:pt x="29035" y="2066291"/>
                </a:lnTo>
                <a:lnTo>
                  <a:pt x="28669" y="2073791"/>
                </a:lnTo>
                <a:lnTo>
                  <a:pt x="28646" y="2081292"/>
                </a:lnTo>
                <a:lnTo>
                  <a:pt x="27205" y="2088792"/>
                </a:lnTo>
                <a:lnTo>
                  <a:pt x="15735" y="2094931"/>
                </a:lnTo>
                <a:lnTo>
                  <a:pt x="14457" y="2096292"/>
                </a:lnTo>
                <a:lnTo>
                  <a:pt x="14300" y="2103793"/>
                </a:lnTo>
                <a:lnTo>
                  <a:pt x="14256" y="2111293"/>
                </a:lnTo>
                <a:lnTo>
                  <a:pt x="10900" y="2118793"/>
                </a:lnTo>
                <a:lnTo>
                  <a:pt x="1368" y="2123859"/>
                </a:lnTo>
                <a:lnTo>
                  <a:pt x="0" y="2126293"/>
                </a:lnTo>
                <a:lnTo>
                  <a:pt x="1368" y="2126293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A450A-5900-44F7-8019-C9A5143E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151" y="453586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3C6A6-85D4-4C76-9DF8-82CD7B64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151" y="453586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51A2F1-19D7-4B26-9388-2D73FB9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0" y="453530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0226E-8C1E-49FA-ACCB-59F6D042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90" y="453530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F8D8C-C1E4-4CBA-B026-D163DF1C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26" y="413755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4A5B6-7472-420B-965B-81455767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26" y="41375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69C31-837B-43D2-9FCD-F4EF0043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73" y="420791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95A97-FFB7-4077-823E-578A6465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373" y="420791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0507A-A856-452D-8E7D-148C53C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34" y="431432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EAA24-A362-4A2B-A992-89A374A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34" y="431432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88551-47E4-48F9-A0EC-21FFBAA9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100" y="396476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81770-1556-4287-BF6D-128986FC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100" y="39647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1AA74-33F2-4741-9D07-4DA5AC5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81" y="401147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BB864-534B-4EC0-8BA6-1C1E6FE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81" y="401147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8418F-1F3C-44CF-9830-EB2B37AB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81" y="360994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58600-91AE-4C92-BA34-F065215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81" y="360994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1E0AE-46CE-4771-810C-6666F9F2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018" y="440397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3AE47-9821-4945-8929-636F911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018" y="440397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62E6D-103B-4098-9DEE-B9FB784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99" y="491777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B8934-5EBF-47D5-9C6B-5EEFAA6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299" y="491777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77593-E709-42A5-B3D6-F62321D2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8" y="422909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08966-34A5-4988-AC1C-693B57D9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8" y="422909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7CCD6-70F0-48AB-800B-6D323ED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84" y="434537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265CC-D424-4A21-B06B-2B2D2F1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84" y="434537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A8DA1-A18F-43D4-A5C4-DE9C3348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350" y="434283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67D2D-F9E7-4C3A-89D5-E6A3A07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350" y="434283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99086-F6C2-46A4-9655-4C8A01E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651" y="391728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DA001-C0A5-43CE-ABA6-5731A5B4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651" y="391728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1B72E-956A-4F47-83C7-C699FD35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51" y="453435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D37B5-951D-43EF-AA86-95F4541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51" y="453435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65A53-4C55-43AB-A580-390E00D1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898" y="434713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B47C3-F87D-48B5-9214-876E65AB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898" y="434713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913A2-36B0-4F9D-ADD7-E30498C1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02" y="509773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61D84-A77B-44FD-89C7-DF45C5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102" y="509773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5CAB5-F543-4508-A495-35EFC50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164" y="466209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4367D-F2E6-4475-8F38-64B8C93A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164" y="466209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56D8E-AD54-4CF6-9A9C-97FE8E1B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380" y="400476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B3D2B-389D-4B10-A092-6D6DA1FD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380" y="400476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4C102-759A-4838-BBEC-EE19BCB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05" y="486229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935AC-AABF-411D-835C-26BDBDB3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05" y="486229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885E3-B6E0-4EB8-BD3F-28B54BE2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25" y="417732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45386-A364-49D5-9813-F73F2AA5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025" y="417732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C835B-86CE-4E9D-8020-FED5C12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59" y="351335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169CC-FEC5-43CC-994C-79BE29CD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59" y="351335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FF346-1F57-4041-90BA-31AF8379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946" y="435018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2101A-794F-4B6B-A6B7-93C8C4F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946" y="435018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3CC5F-EF7E-498E-AC97-FFA532A1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45" y="370209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A49F0-EDD7-484D-94C4-2624C31D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45" y="370209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C8DFD-A32A-448D-B894-1E804917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00" y="373500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C5985-1802-4944-A232-897FB63E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00" y="373500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9FE11-163E-452A-B051-37F64A18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602" y="487543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5F934-822C-45CD-AB6E-87135BFB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602" y="487543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9A32D-C21A-46D5-8271-4504D1CD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24" y="432565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9C86B-3A33-48C8-96CE-061B1B0F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24" y="432565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D3E22-E3E4-4182-A4D0-F0362F2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61" y="449391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990EA-96ED-4A85-BE70-3AA0C0F5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561" y="449391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EAFB7-FA73-4C8D-AAF3-3884109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759" y="401484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AA4C6-DFD4-4E87-84F5-4393EC8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759" y="401484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26148-E121-4DD1-B252-8CB83F5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769" y="508535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B6082-6527-40AE-8665-A271E71A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769" y="508535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1775A-4C95-4BFE-8951-3158A829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72" y="442729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B243E-62DE-446F-8AFE-3138907E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672" y="442729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DE516-E7E1-4F44-ADDF-851721DC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86" y="447901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A06E8-ED78-45EF-9D51-285B738E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86" y="447901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F18E4-3AE6-4B6E-B788-23A122F6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01" y="446369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5378B-3365-4A8D-AB9A-1AA3E81E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01" y="446369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5E401-F6C6-4E8B-87EE-171FB301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26" y="425499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6B8F1-88EF-47B7-82CD-1ADBF137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26" y="425499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4BF69-E8C6-430B-9A59-60850E8A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087" y="505456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4B41D-1549-49BA-9D09-7DE4BB6C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087" y="505456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9E1DC-169B-48B0-9876-6A516D78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666" y="343337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E7CA6B-04CE-48E1-8F65-CF4BDA1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666" y="343337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10D9E6-533A-4C18-9AC7-D656E0CE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49" y="396584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AE7359-35CC-4057-883E-B38F361B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249" y="396584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22FFE-8AE3-4F54-9E8F-C16741EC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93" y="354933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9484BA-3E60-46DF-9642-6F0D62F2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93" y="354933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ABF0A-8AEC-4057-BABB-D2D0E323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72" y="399497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576FE-0E64-4887-981A-6CA45D1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72" y="399497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9E48D-0356-44B2-A381-68B13706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017" y="384467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5D3DB-1221-440D-AD1F-20E33B2E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017" y="384467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58411-ABE2-4426-A185-7678590F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950" y="509453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9F832-262A-4486-9D27-74CD688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950" y="509453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0C807-CF4A-40D7-9C5F-7E887A93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97" y="439382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B5D53-1901-474E-B2D3-8B34B502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97" y="439382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6E773-5AFB-42B9-8FC2-0BD3F622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425" y="453276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C4D9E-3901-4977-8A47-C61C4C22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425" y="453276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75E2A-C184-4587-AA6C-00DC60B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40" y="407587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2B84D-ECC4-4BC5-B7F9-6615BBE4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40" y="407587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B2CF2-D832-4E4C-B536-C0DDA75F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797" y="390547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6C268-A14B-47B4-99B3-558EA542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797" y="390547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81C99-45C0-4D91-A9A5-81E2C2EC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41" y="465812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5D0D4-25DA-4B3D-922B-25E26CC3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41" y="465812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8CDFD5-F946-4DC8-B13C-084D3EDC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656" y="464385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AEB09-C8D9-47BD-91F2-74938D91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656" y="464385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839675-D2B8-48E5-A559-5263A3C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955" y="472824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DD1F3-203D-49E0-88D3-FCDF6BA0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955" y="472824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25654-5824-4B00-B38C-1A15FFC8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62" y="429424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C199E-17FE-420B-A73C-3B04B0B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62" y="429424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F5C61-22C0-4535-BE1C-BAD48D09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69" y="482863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697D8-52B0-45E0-B60D-A5B08621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869" y="482863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BFEAA-CDE9-4A8B-99A7-C4557B84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80" y="367230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47FFD-2B1B-4F19-92EB-A5F21520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480" y="367230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40A78-759F-45B1-B45F-B364A962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138" y="356263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8EEA3-BC0E-4AB6-80F0-D5F692C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138" y="356263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FBD63-9AD5-41C2-8A66-73DC468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87" y="385526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06C6F-2668-412C-822C-E418C794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87" y="38552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73227-1291-4F34-A31C-F5B0149D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073" y="485339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16DC2-99F6-49D0-8B9A-68BFEADE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073" y="485339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36AAB-91C2-4DA3-8A50-F92781A3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872" y="460802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B5149-F312-4347-8E60-84B0FCD5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872" y="460802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C6785-1503-4306-B806-873726CA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611" y="489007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285A3-E4F0-4F67-9FFE-A6415B91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611" y="489007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2A67F-C93C-4850-A1CD-0689C767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90" y="468314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56E44-AC1F-48FD-8505-0508700D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90" y="468314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97DE8-0156-42A0-817E-91B642F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893" y="461431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2F703-1869-4CB6-9C4D-E9835DA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893" y="461431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1818B-A6BB-406F-8ED1-5F5D2AA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90" y="366580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2EDB6-E28B-4653-96AA-849347AE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90" y="366580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8B94A-0745-457C-B8BE-5BA4B10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157" y="472185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03F5B-BFD6-4844-9F6E-BE2896C9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157" y="472185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801F9-9ABA-4C34-8360-17D13C6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90" y="505901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53D3B-FDB8-4A4C-AA0F-8D012FE1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90" y="505901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3F262-B7D8-4CA1-97E9-97583498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407" y="517861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6EB79-7D29-4C96-9DB0-BD715ECB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407" y="517861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0CD0C-3CBC-40E9-BFF9-FFA4BD25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006" y="367093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9F066-2191-46A5-9A18-AB30B695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006" y="367093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9165D-02CC-4366-91DA-8AE48DA4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40" y="517742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141AA6-1485-422D-A914-F8B7BA9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40" y="517742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9596D-56F1-4C8B-95F4-65AA26E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406" y="481805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D3EFD-6E2F-4AC4-B5EF-60849AF4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406" y="48180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C63C5-AC92-472F-A82C-338790F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902" y="491303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FFB55-9304-4F23-A9D8-7E565E29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902" y="491303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70129-A6F9-46E1-8E79-A2FB9420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752" y="484466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4B888-4027-4A4B-BC4B-0B3F38E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752" y="484466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711D8-5950-43DA-A0B0-EF56FE96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763" y="479954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6A932-11D3-48E8-A7CA-A2F051B9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763" y="479954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19F538-1577-45E9-8BD4-BF3039B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0" y="351199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4F4F5-5671-49B2-80C1-AD0BEFD8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0" y="351199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C3344-1860-4DB7-806E-6E8C93D7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6" y="363840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B2AC2-3F2F-4D0A-9493-94EF7780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6" y="363840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F0C0C-4355-459B-842B-2F740161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28" y="361974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A9A21-4CA3-4638-8268-F423CE2E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28" y="361974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A9763-7DEC-4B0D-AAE9-7B251EE6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50" y="500052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F61C9-008D-4FB2-97E2-3010653A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50" y="500052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13E38-CBF9-4CF8-8524-CD979FE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725" y="512743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54D5D-3405-4C24-BD0B-6263D17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725" y="512743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72E8B-E8FC-4519-91EB-6D2BFCF2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23" y="332933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43A64-E5FD-40B1-BE18-540A0506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23" y="332933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FE024-6882-4A2D-B4EE-61F1F5B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617" y="383428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E379D-F843-4744-B84D-510E8CD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617" y="383428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93A49-09A4-433E-AD26-6B38CE90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40" y="479536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0AE77-48D5-4050-B79B-96FECA58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40" y="47953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A49ED-2328-4663-9E36-C6EC247E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8" y="396138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CAC96-C894-4EB5-AB77-C57C3DBB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48" y="396138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DD143-39BA-4542-BDC9-944B0DBB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49" y="538937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BF448-DF18-4A69-878A-49BB336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49" y="538937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ACE16-A0E8-461D-9D8A-D534271D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658" y="510176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F71FE-7C16-4EF8-AF11-F52B18CA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658" y="510176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E8273-F62B-46FD-BBCC-5E2A879D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962" y="480257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928D1-C8B0-4B9F-824A-5F003B1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962" y="480257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6CAB0-8E00-4CD9-A661-24475A36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15" y="501735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8B309-F97A-4CF4-BD53-1EB06754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615" y="501735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0D594-E852-415B-A0AB-EA41EB4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70" y="523028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C221E-0C18-43FB-85C3-2F710F1D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70" y="523028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699E5-52D9-4E47-AFFA-75D71D0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31" y="362257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74B94-05D3-4C65-8461-987AE655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31" y="362257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E6762-40A5-4A18-9DE4-5DE2ECBB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564" y="363255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32C0D-0C19-4284-B8C6-A262E5B1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564" y="36325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3BA7C-B378-4A37-BAED-86DEC54F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974" y="526212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94D17-D123-4E7F-A9BB-C4F52C4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974" y="526212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F4587-D755-4546-8AF4-67AEC88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93" y="398317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27E1E-153E-483D-9086-3C129F53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93" y="398317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4537E-65B7-4274-814D-498389C5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91" y="380365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8DC76-1AC2-4C2B-A28F-40B8E2FB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91" y="380365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96CE4-DAB3-4896-93DB-BB08904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338" y="461066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C74E1-DE96-4809-B6F5-E0765CB0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338" y="461066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BC87A-4F43-4B8B-AB6D-4D31F5B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516" y="372885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082DD-2A0A-449A-AEF3-B4B073D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516" y="372885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FEC55-0BC9-4CA8-BC28-048FBC63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53" y="517496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5A849-7486-4493-A60C-9092BC9C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853" y="517496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DFFD2-EAA1-4F1D-832C-4DD59E54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" y="346590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12F9F-CA53-4029-A518-4200115F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" y="346590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32AE5-0A69-4468-9A67-8B80E069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21" y="462571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1270A-D86E-4420-AA59-91AFEF8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21" y="462571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1B369-806C-44A3-BDB3-ADF8318E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54" y="469485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3F1B52-3A78-4F4C-939C-EA92ACDD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54" y="469485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55394-66F0-44A8-875E-6158D732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16" y="357256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D4F2C-812B-41A9-9C98-89B67F98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16" y="357256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A18AF-CA62-4EF2-AF35-24AA99F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18" y="336025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C5BF7-9725-4065-AB75-B2E891D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18" y="33602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9E18B-F9C7-450D-BB9B-EBD7B670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688" y="487135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D8D31-E343-4BE0-A30F-3C38E67E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688" y="487135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CDB21-0A7A-427A-81DF-A29A17B3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71" y="377045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C91C0-EB8B-439B-8F37-BABB5D7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71" y="377045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FF2FB-C431-40C4-8916-CF043F7B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4" y="361812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94198-E1CF-4C85-9972-C73E8373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4" y="361812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3F3A7-F69E-4D9E-B5CB-4DF27D0C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75" y="349740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5F694-5D85-4099-8C61-866B5A61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75" y="349740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9E0CB-C4C4-42FE-BF19-AC40B616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82" y="368537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3E176-C263-486B-A1B0-8A65EEC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82" y="368537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68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5C0E404-1A9A-42CD-84B0-F50479B5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8" y="3195789"/>
            <a:ext cx="11689" cy="2435941"/>
          </a:xfrm>
          <a:custGeom xmlns:a="http://schemas.openxmlformats.org/drawingml/2006/main">
            <a:pathLst>
              <a:path w="11689" h="2435941">
                <a:moveTo>
                  <a:pt x="0" y="2430096"/>
                </a:moveTo>
                <a:lnTo>
                  <a:pt x="0" y="0"/>
                </a:lnTo>
                <a:lnTo>
                  <a:pt x="11689" y="0"/>
                </a:lnTo>
                <a:lnTo>
                  <a:pt x="11689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69C2D2C-2DF3-49A1-BE90-0899D1F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87" y="3195789"/>
            <a:ext cx="5844" cy="2435941"/>
          </a:xfrm>
          <a:custGeom xmlns:a="http://schemas.openxmlformats.org/drawingml/2006/main">
            <a:pathLst>
              <a:path w="5844" h="2435941">
                <a:moveTo>
                  <a:pt x="0" y="2430096"/>
                </a:moveTo>
                <a:lnTo>
                  <a:pt x="0" y="0"/>
                </a:lnTo>
                <a:lnTo>
                  <a:pt x="5844" y="0"/>
                </a:lnTo>
                <a:lnTo>
                  <a:pt x="5844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D956058-05D5-48C3-A90F-6B720C2C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8" y="5620041"/>
            <a:ext cx="3267013" cy="11689"/>
          </a:xfrm>
          <a:custGeom xmlns:a="http://schemas.openxmlformats.org/drawingml/2006/main">
            <a:pathLst>
              <a:path w="3267013" h="11689">
                <a:moveTo>
                  <a:pt x="5844" y="0"/>
                </a:moveTo>
                <a:lnTo>
                  <a:pt x="3267013" y="0"/>
                </a:lnTo>
                <a:lnTo>
                  <a:pt x="3267013" y="11689"/>
                </a:lnTo>
                <a:lnTo>
                  <a:pt x="0" y="11689"/>
                </a:lnTo>
                <a:lnTo>
                  <a:pt x="0" y="0"/>
                </a:lnTo>
                <a:lnTo>
                  <a:pt x="58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5281845-6C08-43FD-A6FD-097D71DC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8" y="3195789"/>
            <a:ext cx="3267013" cy="5844"/>
          </a:xfrm>
          <a:custGeom xmlns:a="http://schemas.openxmlformats.org/drawingml/2006/main">
            <a:pathLst>
              <a:path w="3267013" h="5844">
                <a:moveTo>
                  <a:pt x="0" y="5844"/>
                </a:moveTo>
                <a:lnTo>
                  <a:pt x="0" y="0"/>
                </a:lnTo>
                <a:lnTo>
                  <a:pt x="3267013" y="0"/>
                </a:lnTo>
                <a:lnTo>
                  <a:pt x="3267013" y="5844"/>
                </a:lnTo>
                <a:lnTo>
                  <a:pt x="0" y="5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573F7-CFA2-4E75-B284-B67B32A6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177" y="5442469"/>
            <a:ext cx="98624" cy="110313"/>
          </a:xfrm>
          <a:custGeom xmlns:a="http://schemas.openxmlformats.org/drawingml/2006/main">
            <a:pathLst>
              <a:path w="98624" h="110313">
                <a:moveTo>
                  <a:pt x="49385" y="11689"/>
                </a:moveTo>
                <a:cubicBezTo>
                  <a:pt x="38865" y="11689"/>
                  <a:pt x="30537" y="15634"/>
                  <a:pt x="24400" y="23378"/>
                </a:cubicBezTo>
                <a:cubicBezTo>
                  <a:pt x="18264" y="31267"/>
                  <a:pt x="15195" y="41787"/>
                  <a:pt x="15195" y="55229"/>
                </a:cubicBezTo>
                <a:cubicBezTo>
                  <a:pt x="15195" y="68672"/>
                  <a:pt x="18264" y="79338"/>
                  <a:pt x="24400" y="87081"/>
                </a:cubicBezTo>
                <a:cubicBezTo>
                  <a:pt x="30537" y="94971"/>
                  <a:pt x="38865" y="98770"/>
                  <a:pt x="49385" y="98770"/>
                </a:cubicBezTo>
                <a:cubicBezTo>
                  <a:pt x="59759" y="98770"/>
                  <a:pt x="68087" y="94971"/>
                  <a:pt x="74224" y="87081"/>
                </a:cubicBezTo>
                <a:cubicBezTo>
                  <a:pt x="80360" y="79338"/>
                  <a:pt x="83429" y="68672"/>
                  <a:pt x="83429" y="55229"/>
                </a:cubicBezTo>
                <a:cubicBezTo>
                  <a:pt x="83429" y="41787"/>
                  <a:pt x="80360" y="31267"/>
                  <a:pt x="74224" y="23378"/>
                </a:cubicBezTo>
                <a:cubicBezTo>
                  <a:pt x="68087" y="15634"/>
                  <a:pt x="59759" y="11689"/>
                  <a:pt x="49385" y="11689"/>
                </a:cubicBezTo>
                <a:close/>
                <a:moveTo>
                  <a:pt x="49385" y="0"/>
                </a:moveTo>
                <a:cubicBezTo>
                  <a:pt x="64288" y="0"/>
                  <a:pt x="76123" y="5114"/>
                  <a:pt x="85182" y="15049"/>
                </a:cubicBezTo>
                <a:cubicBezTo>
                  <a:pt x="94095" y="24985"/>
                  <a:pt x="98624" y="38427"/>
                  <a:pt x="98624" y="55229"/>
                </a:cubicBezTo>
                <a:cubicBezTo>
                  <a:pt x="98624" y="72178"/>
                  <a:pt x="94095" y="85474"/>
                  <a:pt x="85182" y="95410"/>
                </a:cubicBezTo>
                <a:cubicBezTo>
                  <a:pt x="76123" y="105345"/>
                  <a:pt x="64288" y="110313"/>
                  <a:pt x="49385" y="110313"/>
                </a:cubicBezTo>
                <a:cubicBezTo>
                  <a:pt x="34336" y="110313"/>
                  <a:pt x="22355" y="105345"/>
                  <a:pt x="13442" y="95410"/>
                </a:cubicBezTo>
                <a:cubicBezTo>
                  <a:pt x="4383" y="85474"/>
                  <a:pt x="0" y="72178"/>
                  <a:pt x="0" y="55229"/>
                </a:cubicBezTo>
                <a:cubicBezTo>
                  <a:pt x="0" y="38427"/>
                  <a:pt x="4383" y="24985"/>
                  <a:pt x="13442" y="15049"/>
                </a:cubicBezTo>
                <a:cubicBezTo>
                  <a:pt x="22355" y="5114"/>
                  <a:pt x="34336" y="0"/>
                  <a:pt x="4938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BFDCB-49BB-44A4-9AAC-4912E103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366" y="5470960"/>
            <a:ext cx="77730" cy="79922"/>
          </a:xfrm>
          <a:custGeom xmlns:a="http://schemas.openxmlformats.org/drawingml/2006/main">
            <a:pathLst>
              <a:path w="77730" h="79922">
                <a:moveTo>
                  <a:pt x="0" y="0"/>
                </a:moveTo>
                <a:lnTo>
                  <a:pt x="13880" y="0"/>
                </a:lnTo>
                <a:lnTo>
                  <a:pt x="38865" y="67064"/>
                </a:lnTo>
                <a:lnTo>
                  <a:pt x="63850" y="0"/>
                </a:lnTo>
                <a:lnTo>
                  <a:pt x="77730" y="0"/>
                </a:lnTo>
                <a:lnTo>
                  <a:pt x="47778" y="79922"/>
                </a:lnTo>
                <a:lnTo>
                  <a:pt x="29952" y="799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C3922-947D-49F6-A842-7CC31B76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516" y="5469061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0187B-FAF4-4100-94BE-DB05357F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33" y="5469061"/>
            <a:ext cx="46755" cy="81821"/>
          </a:xfrm>
          <a:custGeom xmlns:a="http://schemas.openxmlformats.org/drawingml/2006/main">
            <a:pathLst>
              <a:path w="46755" h="81821">
                <a:moveTo>
                  <a:pt x="46755" y="14173"/>
                </a:moveTo>
                <a:cubicBezTo>
                  <a:pt x="45294" y="13296"/>
                  <a:pt x="43687" y="12712"/>
                  <a:pt x="41933" y="12273"/>
                </a:cubicBezTo>
                <a:cubicBezTo>
                  <a:pt x="40180" y="11981"/>
                  <a:pt x="38281" y="11689"/>
                  <a:pt x="36235" y="11689"/>
                </a:cubicBezTo>
                <a:cubicBezTo>
                  <a:pt x="28784" y="11689"/>
                  <a:pt x="23085" y="14173"/>
                  <a:pt x="19140" y="18994"/>
                </a:cubicBezTo>
                <a:cubicBezTo>
                  <a:pt x="15049" y="23816"/>
                  <a:pt x="13150" y="30683"/>
                  <a:pt x="13150" y="39742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5780" y="9497"/>
                  <a:pt x="19433" y="5844"/>
                  <a:pt x="23816" y="3507"/>
                </a:cubicBezTo>
                <a:cubicBezTo>
                  <a:pt x="28199" y="1169"/>
                  <a:pt x="33605" y="0"/>
                  <a:pt x="40034" y="0"/>
                </a:cubicBezTo>
                <a:cubicBezTo>
                  <a:pt x="40911" y="0"/>
                  <a:pt x="41933" y="146"/>
                  <a:pt x="43102" y="146"/>
                </a:cubicBezTo>
                <a:cubicBezTo>
                  <a:pt x="44125" y="292"/>
                  <a:pt x="45294" y="438"/>
                  <a:pt x="46755" y="731"/>
                </a:cubicBezTo>
                <a:lnTo>
                  <a:pt x="46755" y="14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65129-03EC-49A2-9839-08EF1B4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749" y="5439839"/>
            <a:ext cx="50846" cy="111043"/>
          </a:xfrm>
          <a:custGeom xmlns:a="http://schemas.openxmlformats.org/drawingml/2006/main">
            <a:pathLst>
              <a:path w="50846" h="111043">
                <a:moveTo>
                  <a:pt x="50846" y="0"/>
                </a:moveTo>
                <a:lnTo>
                  <a:pt x="50846" y="10958"/>
                </a:lnTo>
                <a:lnTo>
                  <a:pt x="38281" y="10958"/>
                </a:lnTo>
                <a:cubicBezTo>
                  <a:pt x="33605" y="10958"/>
                  <a:pt x="30245" y="11981"/>
                  <a:pt x="28491" y="13880"/>
                </a:cubicBezTo>
                <a:cubicBezTo>
                  <a:pt x="26592" y="15780"/>
                  <a:pt x="25715" y="19140"/>
                  <a:pt x="25715" y="24108"/>
                </a:cubicBezTo>
                <a:lnTo>
                  <a:pt x="25715" y="31121"/>
                </a:lnTo>
                <a:lnTo>
                  <a:pt x="47340" y="31121"/>
                </a:lnTo>
                <a:lnTo>
                  <a:pt x="47340" y="41349"/>
                </a:lnTo>
                <a:lnTo>
                  <a:pt x="25715" y="41349"/>
                </a:lnTo>
                <a:lnTo>
                  <a:pt x="25715" y="111043"/>
                </a:lnTo>
                <a:lnTo>
                  <a:pt x="12565" y="111043"/>
                </a:lnTo>
                <a:lnTo>
                  <a:pt x="12565" y="41349"/>
                </a:lnTo>
                <a:lnTo>
                  <a:pt x="0" y="41349"/>
                </a:lnTo>
                <a:lnTo>
                  <a:pt x="0" y="31121"/>
                </a:lnTo>
                <a:lnTo>
                  <a:pt x="12565" y="31121"/>
                </a:lnTo>
                <a:lnTo>
                  <a:pt x="12565" y="25569"/>
                </a:lnTo>
                <a:cubicBezTo>
                  <a:pt x="12565" y="16803"/>
                  <a:pt x="14611" y="10228"/>
                  <a:pt x="18702" y="6137"/>
                </a:cubicBezTo>
                <a:cubicBezTo>
                  <a:pt x="22793" y="2046"/>
                  <a:pt x="29368" y="0"/>
                  <a:pt x="38427" y="0"/>
                </a:cubicBezTo>
                <a:lnTo>
                  <a:pt x="508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5754E-BCA7-419D-8D9A-178EEECF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553" y="5439839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DB26B-9EF9-402D-B6F4-A443224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382" y="5448313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318B7-3B0F-433B-AD37-E527DA3B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657" y="5448313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43EA3-94A4-4D9E-AC87-A689CE4E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722" y="5439839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770DE-9793-46A1-91CF-16E82226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902" y="5469061"/>
            <a:ext cx="66918" cy="81821"/>
          </a:xfrm>
          <a:custGeom xmlns:a="http://schemas.openxmlformats.org/drawingml/2006/main">
            <a:pathLst>
              <a:path w="66918" h="81821">
                <a:moveTo>
                  <a:pt x="66918" y="33605"/>
                </a:moveTo>
                <a:lnTo>
                  <a:pt x="66918" y="81821"/>
                </a:lnTo>
                <a:lnTo>
                  <a:pt x="53768" y="81821"/>
                </a:lnTo>
                <a:lnTo>
                  <a:pt x="53768" y="34044"/>
                </a:lnTo>
                <a:cubicBezTo>
                  <a:pt x="53768" y="26446"/>
                  <a:pt x="52161" y="20894"/>
                  <a:pt x="49239" y="17095"/>
                </a:cubicBezTo>
                <a:cubicBezTo>
                  <a:pt x="46317" y="13296"/>
                  <a:pt x="41933" y="11397"/>
                  <a:pt x="36089" y="11397"/>
                </a:cubicBezTo>
                <a:cubicBezTo>
                  <a:pt x="28930" y="11397"/>
                  <a:pt x="23378" y="13734"/>
                  <a:pt x="19286" y="18264"/>
                </a:cubicBezTo>
                <a:cubicBezTo>
                  <a:pt x="15195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218" y="9643"/>
                  <a:pt x="19871" y="5990"/>
                  <a:pt x="24254" y="3653"/>
                </a:cubicBezTo>
                <a:cubicBezTo>
                  <a:pt x="28491" y="1315"/>
                  <a:pt x="33459" y="0"/>
                  <a:pt x="39011" y="0"/>
                </a:cubicBezTo>
                <a:cubicBezTo>
                  <a:pt x="48070" y="0"/>
                  <a:pt x="55083" y="2922"/>
                  <a:pt x="59759" y="8620"/>
                </a:cubicBezTo>
                <a:cubicBezTo>
                  <a:pt x="64434" y="14319"/>
                  <a:pt x="66918" y="22647"/>
                  <a:pt x="66918" y="33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47074-DCA8-4940-98A7-237C71EC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275" y="5469061"/>
            <a:ext cx="71448" cy="112066"/>
          </a:xfrm>
          <a:custGeom xmlns:a="http://schemas.openxmlformats.org/drawingml/2006/main">
            <a:pathLst>
              <a:path w="71448" h="112066">
                <a:moveTo>
                  <a:pt x="58298" y="40911"/>
                </a:moveTo>
                <a:cubicBezTo>
                  <a:pt x="58298" y="31560"/>
                  <a:pt x="56252" y="24108"/>
                  <a:pt x="52453" y="18848"/>
                </a:cubicBezTo>
                <a:cubicBezTo>
                  <a:pt x="48508" y="13588"/>
                  <a:pt x="42956" y="10958"/>
                  <a:pt x="35943" y="10958"/>
                </a:cubicBezTo>
                <a:cubicBezTo>
                  <a:pt x="28930" y="10958"/>
                  <a:pt x="23378" y="13588"/>
                  <a:pt x="19433" y="18848"/>
                </a:cubicBezTo>
                <a:cubicBezTo>
                  <a:pt x="15488" y="24108"/>
                  <a:pt x="13588" y="31560"/>
                  <a:pt x="13588" y="40911"/>
                </a:cubicBezTo>
                <a:cubicBezTo>
                  <a:pt x="13588" y="50408"/>
                  <a:pt x="15488" y="57713"/>
                  <a:pt x="19433" y="62973"/>
                </a:cubicBezTo>
                <a:cubicBezTo>
                  <a:pt x="23378" y="68233"/>
                  <a:pt x="28930" y="70863"/>
                  <a:pt x="35943" y="70863"/>
                </a:cubicBezTo>
                <a:cubicBezTo>
                  <a:pt x="42956" y="70863"/>
                  <a:pt x="48508" y="68233"/>
                  <a:pt x="52453" y="62973"/>
                </a:cubicBezTo>
                <a:cubicBezTo>
                  <a:pt x="56252" y="57713"/>
                  <a:pt x="58298" y="50408"/>
                  <a:pt x="58298" y="40911"/>
                </a:cubicBezTo>
                <a:close/>
                <a:moveTo>
                  <a:pt x="71448" y="71886"/>
                </a:moveTo>
                <a:cubicBezTo>
                  <a:pt x="71448" y="85328"/>
                  <a:pt x="68379" y="95410"/>
                  <a:pt x="62389" y="102131"/>
                </a:cubicBezTo>
                <a:cubicBezTo>
                  <a:pt x="56252" y="108706"/>
                  <a:pt x="47047" y="112066"/>
                  <a:pt x="34628" y="112066"/>
                </a:cubicBezTo>
                <a:cubicBezTo>
                  <a:pt x="29952" y="112066"/>
                  <a:pt x="25715" y="111628"/>
                  <a:pt x="21624" y="111043"/>
                </a:cubicBezTo>
                <a:cubicBezTo>
                  <a:pt x="17533" y="110313"/>
                  <a:pt x="13442" y="109290"/>
                  <a:pt x="9643" y="107829"/>
                </a:cubicBezTo>
                <a:lnTo>
                  <a:pt x="9643" y="95117"/>
                </a:lnTo>
                <a:cubicBezTo>
                  <a:pt x="13442" y="97163"/>
                  <a:pt x="17241" y="98624"/>
                  <a:pt x="21040" y="99647"/>
                </a:cubicBezTo>
                <a:cubicBezTo>
                  <a:pt x="24839" y="100670"/>
                  <a:pt x="28637" y="101254"/>
                  <a:pt x="32582" y="101254"/>
                </a:cubicBezTo>
                <a:cubicBezTo>
                  <a:pt x="41057" y="101254"/>
                  <a:pt x="47486" y="98916"/>
                  <a:pt x="51869" y="94533"/>
                </a:cubicBezTo>
                <a:cubicBezTo>
                  <a:pt x="56106" y="90004"/>
                  <a:pt x="58298" y="83283"/>
                  <a:pt x="58298" y="74224"/>
                </a:cubicBezTo>
                <a:lnTo>
                  <a:pt x="58298" y="67795"/>
                </a:lnTo>
                <a:cubicBezTo>
                  <a:pt x="55522" y="72470"/>
                  <a:pt x="52015" y="75977"/>
                  <a:pt x="47778" y="78315"/>
                </a:cubicBezTo>
                <a:cubicBezTo>
                  <a:pt x="43541" y="80653"/>
                  <a:pt x="38573" y="81821"/>
                  <a:pt x="32729" y="81821"/>
                </a:cubicBezTo>
                <a:cubicBezTo>
                  <a:pt x="22793" y="81821"/>
                  <a:pt x="14903" y="78169"/>
                  <a:pt x="8913" y="70717"/>
                </a:cubicBezTo>
                <a:cubicBezTo>
                  <a:pt x="2922" y="63265"/>
                  <a:pt x="0" y="53330"/>
                  <a:pt x="0" y="40911"/>
                </a:cubicBezTo>
                <a:cubicBezTo>
                  <a:pt x="0" y="28637"/>
                  <a:pt x="2922" y="18702"/>
                  <a:pt x="8913" y="11250"/>
                </a:cubicBezTo>
                <a:cubicBezTo>
                  <a:pt x="14903" y="3799"/>
                  <a:pt x="22793" y="0"/>
                  <a:pt x="32729" y="0"/>
                </a:cubicBezTo>
                <a:cubicBezTo>
                  <a:pt x="38573" y="0"/>
                  <a:pt x="43541" y="1169"/>
                  <a:pt x="47778" y="3507"/>
                </a:cubicBezTo>
                <a:cubicBezTo>
                  <a:pt x="52015" y="5844"/>
                  <a:pt x="55522" y="9351"/>
                  <a:pt x="58298" y="14027"/>
                </a:cubicBezTo>
                <a:lnTo>
                  <a:pt x="58298" y="1899"/>
                </a:lnTo>
                <a:lnTo>
                  <a:pt x="71448" y="1899"/>
                </a:lnTo>
                <a:lnTo>
                  <a:pt x="71448" y="71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DBC06-4C88-472D-844F-A7140170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114" y="5475343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125C7-7B49-4B58-929B-3E59C4C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364" y="5442469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45821-5C6E-4ECE-B7D5-BCB1198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280" y="5532764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D212A-E533-4260-84B1-E8742BF2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753" y="5442469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5972A-3D12-461E-B1A1-46F1096D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679" y="5442469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D6C07-D812-4B4F-B5DC-2F2E2392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13" y="5444368"/>
            <a:ext cx="97455" cy="106514"/>
          </a:xfrm>
          <a:custGeom xmlns:a="http://schemas.openxmlformats.org/drawingml/2006/main">
            <a:pathLst>
              <a:path w="97455" h="106514">
                <a:moveTo>
                  <a:pt x="0" y="0"/>
                </a:moveTo>
                <a:lnTo>
                  <a:pt x="21478" y="0"/>
                </a:lnTo>
                <a:lnTo>
                  <a:pt x="48655" y="72470"/>
                </a:lnTo>
                <a:lnTo>
                  <a:pt x="75977" y="0"/>
                </a:lnTo>
                <a:lnTo>
                  <a:pt x="97455" y="0"/>
                </a:lnTo>
                <a:lnTo>
                  <a:pt x="97455" y="106514"/>
                </a:lnTo>
                <a:lnTo>
                  <a:pt x="83429" y="106514"/>
                </a:lnTo>
                <a:lnTo>
                  <a:pt x="83429" y="13004"/>
                </a:lnTo>
                <a:lnTo>
                  <a:pt x="55960" y="86059"/>
                </a:lnTo>
                <a:lnTo>
                  <a:pt x="41495" y="86059"/>
                </a:lnTo>
                <a:lnTo>
                  <a:pt x="14027" y="13004"/>
                </a:lnTo>
                <a:lnTo>
                  <a:pt x="14027" y="106514"/>
                </a:lnTo>
                <a:lnTo>
                  <a:pt x="0" y="106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305D8-A6D6-4A42-97A4-0529AC6E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023" y="5469061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559F3-6FF1-4619-99BF-1AD14F4A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41" y="5469061"/>
            <a:ext cx="116596" cy="81821"/>
          </a:xfrm>
          <a:custGeom xmlns:a="http://schemas.openxmlformats.org/drawingml/2006/main">
            <a:pathLst>
              <a:path w="116596" h="81821">
                <a:moveTo>
                  <a:pt x="62681" y="17241"/>
                </a:moveTo>
                <a:cubicBezTo>
                  <a:pt x="65895" y="11397"/>
                  <a:pt x="69840" y="7159"/>
                  <a:pt x="74370" y="4237"/>
                </a:cubicBezTo>
                <a:cubicBezTo>
                  <a:pt x="78899" y="1461"/>
                  <a:pt x="84305" y="0"/>
                  <a:pt x="90588" y="0"/>
                </a:cubicBezTo>
                <a:cubicBezTo>
                  <a:pt x="98770" y="0"/>
                  <a:pt x="105199" y="2922"/>
                  <a:pt x="109728" y="8767"/>
                </a:cubicBezTo>
                <a:cubicBezTo>
                  <a:pt x="114258" y="14611"/>
                  <a:pt x="116596" y="22939"/>
                  <a:pt x="116596" y="33605"/>
                </a:cubicBezTo>
                <a:lnTo>
                  <a:pt x="116596" y="81821"/>
                </a:lnTo>
                <a:lnTo>
                  <a:pt x="103446" y="81821"/>
                </a:lnTo>
                <a:lnTo>
                  <a:pt x="103446" y="34044"/>
                </a:lnTo>
                <a:cubicBezTo>
                  <a:pt x="103446" y="26446"/>
                  <a:pt x="101985" y="20748"/>
                  <a:pt x="99355" y="16949"/>
                </a:cubicBezTo>
                <a:cubicBezTo>
                  <a:pt x="96579" y="13296"/>
                  <a:pt x="92487" y="11397"/>
                  <a:pt x="86935" y="11397"/>
                </a:cubicBezTo>
                <a:cubicBezTo>
                  <a:pt x="80068" y="11397"/>
                  <a:pt x="74662" y="13734"/>
                  <a:pt x="70717" y="18264"/>
                </a:cubicBezTo>
                <a:cubicBezTo>
                  <a:pt x="66772" y="22793"/>
                  <a:pt x="64873" y="28930"/>
                  <a:pt x="64873" y="36674"/>
                </a:cubicBezTo>
                <a:lnTo>
                  <a:pt x="64873" y="81821"/>
                </a:lnTo>
                <a:lnTo>
                  <a:pt x="51723" y="81821"/>
                </a:lnTo>
                <a:lnTo>
                  <a:pt x="51723" y="34044"/>
                </a:lnTo>
                <a:cubicBezTo>
                  <a:pt x="51723" y="26446"/>
                  <a:pt x="50262" y="20748"/>
                  <a:pt x="47632" y="16949"/>
                </a:cubicBezTo>
                <a:cubicBezTo>
                  <a:pt x="44856" y="13296"/>
                  <a:pt x="40618" y="11397"/>
                  <a:pt x="35066" y="11397"/>
                </a:cubicBezTo>
                <a:cubicBezTo>
                  <a:pt x="28345" y="11397"/>
                  <a:pt x="22939" y="13734"/>
                  <a:pt x="18994" y="18264"/>
                </a:cubicBezTo>
                <a:cubicBezTo>
                  <a:pt x="15049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072" y="9497"/>
                  <a:pt x="19725" y="5844"/>
                  <a:pt x="23962" y="3507"/>
                </a:cubicBezTo>
                <a:cubicBezTo>
                  <a:pt x="28053" y="1169"/>
                  <a:pt x="33021" y="0"/>
                  <a:pt x="38865" y="0"/>
                </a:cubicBezTo>
                <a:cubicBezTo>
                  <a:pt x="44710" y="0"/>
                  <a:pt x="49531" y="1461"/>
                  <a:pt x="53622" y="4383"/>
                </a:cubicBezTo>
                <a:cubicBezTo>
                  <a:pt x="57713" y="7305"/>
                  <a:pt x="60636" y="11689"/>
                  <a:pt x="62681" y="1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8F8AC-1992-4EB6-9D90-F250487C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50" y="5475343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FBF13-D2A3-431B-B3C1-CC90F388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01" y="5442469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126FE-0C86-4622-91D6-F961DB4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17" y="5532764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00613-1BDA-438A-95E4-9DE060D4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18" y="5444368"/>
            <a:ext cx="63412" cy="106514"/>
          </a:xfrm>
          <a:custGeom xmlns:a="http://schemas.openxmlformats.org/drawingml/2006/main">
            <a:pathLst>
              <a:path w="63412" h="106514">
                <a:moveTo>
                  <a:pt x="2046" y="94387"/>
                </a:moveTo>
                <a:lnTo>
                  <a:pt x="25569" y="94387"/>
                </a:lnTo>
                <a:lnTo>
                  <a:pt x="25569" y="13150"/>
                </a:lnTo>
                <a:lnTo>
                  <a:pt x="0" y="18264"/>
                </a:lnTo>
                <a:lnTo>
                  <a:pt x="0" y="5114"/>
                </a:lnTo>
                <a:lnTo>
                  <a:pt x="25423" y="0"/>
                </a:lnTo>
                <a:lnTo>
                  <a:pt x="39888" y="0"/>
                </a:lnTo>
                <a:lnTo>
                  <a:pt x="39888" y="94387"/>
                </a:lnTo>
                <a:lnTo>
                  <a:pt x="63412" y="94387"/>
                </a:lnTo>
                <a:lnTo>
                  <a:pt x="63412" y="106514"/>
                </a:lnTo>
                <a:lnTo>
                  <a:pt x="2046" y="106514"/>
                </a:lnTo>
                <a:lnTo>
                  <a:pt x="2046" y="94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41A22-2328-4C00-ACE8-80F58AA3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331" y="5444368"/>
            <a:ext cx="77584" cy="106514"/>
          </a:xfrm>
          <a:custGeom xmlns:a="http://schemas.openxmlformats.org/drawingml/2006/main">
            <a:pathLst>
              <a:path w="77584" h="106514">
                <a:moveTo>
                  <a:pt x="48070" y="12565"/>
                </a:moveTo>
                <a:lnTo>
                  <a:pt x="11689" y="69402"/>
                </a:lnTo>
                <a:lnTo>
                  <a:pt x="48070" y="69402"/>
                </a:lnTo>
                <a:lnTo>
                  <a:pt x="48070" y="12565"/>
                </a:lnTo>
                <a:close/>
                <a:moveTo>
                  <a:pt x="44271" y="0"/>
                </a:moveTo>
                <a:lnTo>
                  <a:pt x="62389" y="0"/>
                </a:lnTo>
                <a:lnTo>
                  <a:pt x="62389" y="69402"/>
                </a:lnTo>
                <a:lnTo>
                  <a:pt x="77584" y="69402"/>
                </a:lnTo>
                <a:lnTo>
                  <a:pt x="77584" y="81383"/>
                </a:lnTo>
                <a:lnTo>
                  <a:pt x="62389" y="81383"/>
                </a:lnTo>
                <a:lnTo>
                  <a:pt x="62389" y="106514"/>
                </a:lnTo>
                <a:lnTo>
                  <a:pt x="48070" y="106514"/>
                </a:lnTo>
                <a:lnTo>
                  <a:pt x="48070" y="81383"/>
                </a:lnTo>
                <a:lnTo>
                  <a:pt x="0" y="81383"/>
                </a:lnTo>
                <a:lnTo>
                  <a:pt x="0" y="67503"/>
                </a:lnTo>
                <a:lnTo>
                  <a:pt x="4427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Text (c)Memorization,nooverftting">
            <a:extLst xmlns:a="http://schemas.openxmlformats.org/drawingml/2006/main">
              <a:ext uri="{FF2B5EF4-FFF2-40B4-BE49-F238E27FC236}">
                <a16:creationId xmlns:a16="http://schemas.microsoft.com/office/drawing/2014/main" id="{3C4C33A5-B590-4B88-81C2-C99FE081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12" y="5841018"/>
            <a:ext cx="3016834" cy="205913"/>
          </a:xfrm>
          <a:custGeom xmlns:a="http://schemas.openxmlformats.org/drawingml/2006/main">
            <a:pathLst>
              <a:path w="3016834" h="205913">
                <a:moveTo>
                  <a:pt x="56466" y="1563"/>
                </a:moveTo>
                <a:cubicBezTo>
                  <a:pt x="39549" y="12536"/>
                  <a:pt x="32691" y="18480"/>
                  <a:pt x="24232" y="28997"/>
                </a:cubicBezTo>
                <a:cubicBezTo>
                  <a:pt x="8002" y="48883"/>
                  <a:pt x="0" y="71744"/>
                  <a:pt x="0" y="98492"/>
                </a:cubicBezTo>
                <a:cubicBezTo>
                  <a:pt x="0" y="127524"/>
                  <a:pt x="8459" y="149925"/>
                  <a:pt x="28575" y="173243"/>
                </a:cubicBezTo>
                <a:cubicBezTo>
                  <a:pt x="37948" y="184217"/>
                  <a:pt x="43892" y="189247"/>
                  <a:pt x="55779" y="196561"/>
                </a:cubicBezTo>
                <a:lnTo>
                  <a:pt x="58521" y="192902"/>
                </a:lnTo>
                <a:cubicBezTo>
                  <a:pt x="40236" y="178500"/>
                  <a:pt x="33835" y="170501"/>
                  <a:pt x="27661" y="153353"/>
                </a:cubicBezTo>
                <a:cubicBezTo>
                  <a:pt x="22174" y="138040"/>
                  <a:pt x="19659" y="120666"/>
                  <a:pt x="19659" y="97804"/>
                </a:cubicBezTo>
                <a:cubicBezTo>
                  <a:pt x="19659" y="73802"/>
                  <a:pt x="22631" y="55057"/>
                  <a:pt x="28805" y="40885"/>
                </a:cubicBezTo>
                <a:cubicBezTo>
                  <a:pt x="35206" y="26709"/>
                  <a:pt x="42064" y="18480"/>
                  <a:pt x="58521" y="5222"/>
                </a:cubicBezTo>
                <a:lnTo>
                  <a:pt x="56466" y="1563"/>
                </a:lnTo>
                <a:close/>
                <a:moveTo>
                  <a:pt x="156135" y="120348"/>
                </a:moveTo>
                <a:cubicBezTo>
                  <a:pt x="145161" y="136338"/>
                  <a:pt x="136933" y="141822"/>
                  <a:pt x="123901" y="141822"/>
                </a:cubicBezTo>
                <a:cubicBezTo>
                  <a:pt x="103098" y="141822"/>
                  <a:pt x="88468" y="123547"/>
                  <a:pt x="88468" y="97278"/>
                </a:cubicBezTo>
                <a:cubicBezTo>
                  <a:pt x="88468" y="73750"/>
                  <a:pt x="101043" y="57530"/>
                  <a:pt x="119558" y="57530"/>
                </a:cubicBezTo>
                <a:cubicBezTo>
                  <a:pt x="127787" y="57530"/>
                  <a:pt x="130759" y="60042"/>
                  <a:pt x="133047" y="68493"/>
                </a:cubicBezTo>
                <a:lnTo>
                  <a:pt x="134418" y="73520"/>
                </a:lnTo>
                <a:cubicBezTo>
                  <a:pt x="136246" y="79917"/>
                  <a:pt x="140362" y="84030"/>
                  <a:pt x="145161" y="84030"/>
                </a:cubicBezTo>
                <a:cubicBezTo>
                  <a:pt x="151105" y="84030"/>
                  <a:pt x="156135" y="79687"/>
                  <a:pt x="156135" y="74434"/>
                </a:cubicBezTo>
                <a:cubicBezTo>
                  <a:pt x="156135" y="61643"/>
                  <a:pt x="140131" y="50899"/>
                  <a:pt x="120929" y="50899"/>
                </a:cubicBezTo>
                <a:cubicBezTo>
                  <a:pt x="109729" y="50899"/>
                  <a:pt x="98071" y="55472"/>
                  <a:pt x="88699" y="63697"/>
                </a:cubicBezTo>
                <a:cubicBezTo>
                  <a:pt x="77268" y="73750"/>
                  <a:pt x="70867" y="89283"/>
                  <a:pt x="70867" y="107327"/>
                </a:cubicBezTo>
                <a:cubicBezTo>
                  <a:pt x="70867" y="137025"/>
                  <a:pt x="88925" y="158279"/>
                  <a:pt x="114302" y="158279"/>
                </a:cubicBezTo>
                <a:cubicBezTo>
                  <a:pt x="124588" y="158279"/>
                  <a:pt x="133731" y="154623"/>
                  <a:pt x="141963" y="147535"/>
                </a:cubicBezTo>
                <a:cubicBezTo>
                  <a:pt x="148133" y="142048"/>
                  <a:pt x="152476" y="135881"/>
                  <a:pt x="159334" y="122403"/>
                </a:cubicBezTo>
                <a:lnTo>
                  <a:pt x="156135" y="120348"/>
                </a:lnTo>
                <a:close/>
                <a:moveTo>
                  <a:pt x="175337" y="196561"/>
                </a:moveTo>
                <a:cubicBezTo>
                  <a:pt x="192255" y="185588"/>
                  <a:pt x="199113" y="179644"/>
                  <a:pt x="207568" y="169127"/>
                </a:cubicBezTo>
                <a:cubicBezTo>
                  <a:pt x="223802" y="149241"/>
                  <a:pt x="231800" y="126379"/>
                  <a:pt x="231800" y="99636"/>
                </a:cubicBezTo>
                <a:cubicBezTo>
                  <a:pt x="231800" y="70374"/>
                  <a:pt x="223341" y="48199"/>
                  <a:pt x="203225" y="24881"/>
                </a:cubicBezTo>
                <a:cubicBezTo>
                  <a:pt x="193853" y="13907"/>
                  <a:pt x="187909" y="8881"/>
                  <a:pt x="176021" y="1563"/>
                </a:cubicBezTo>
                <a:lnTo>
                  <a:pt x="173279" y="5222"/>
                </a:lnTo>
                <a:cubicBezTo>
                  <a:pt x="191568" y="19624"/>
                  <a:pt x="197738" y="27626"/>
                  <a:pt x="204139" y="44771"/>
                </a:cubicBezTo>
                <a:cubicBezTo>
                  <a:pt x="209626" y="60087"/>
                  <a:pt x="212141" y="77458"/>
                  <a:pt x="212141" y="100319"/>
                </a:cubicBezTo>
                <a:cubicBezTo>
                  <a:pt x="212141" y="124095"/>
                  <a:pt x="209169" y="143067"/>
                  <a:pt x="202999" y="157013"/>
                </a:cubicBezTo>
                <a:cubicBezTo>
                  <a:pt x="196598" y="171415"/>
                  <a:pt x="189740" y="179644"/>
                  <a:pt x="173279" y="192902"/>
                </a:cubicBezTo>
                <a:lnTo>
                  <a:pt x="175337" y="196561"/>
                </a:lnTo>
                <a:close/>
                <a:moveTo>
                  <a:pt x="491034" y="25038"/>
                </a:moveTo>
                <a:lnTo>
                  <a:pt x="491034" y="128612"/>
                </a:lnTo>
                <a:cubicBezTo>
                  <a:pt x="491034" y="147588"/>
                  <a:pt x="488289" y="150563"/>
                  <a:pt x="470231" y="151704"/>
                </a:cubicBezTo>
                <a:lnTo>
                  <a:pt x="470231" y="156046"/>
                </a:lnTo>
                <a:lnTo>
                  <a:pt x="534239" y="156046"/>
                </a:lnTo>
                <a:lnTo>
                  <a:pt x="534239" y="151704"/>
                </a:lnTo>
                <a:cubicBezTo>
                  <a:pt x="517551" y="150563"/>
                  <a:pt x="514353" y="147361"/>
                  <a:pt x="514353" y="131127"/>
                </a:cubicBezTo>
                <a:lnTo>
                  <a:pt x="514353" y="29611"/>
                </a:lnTo>
                <a:cubicBezTo>
                  <a:pt x="514353" y="13377"/>
                  <a:pt x="517325" y="10405"/>
                  <a:pt x="534239" y="9034"/>
                </a:cubicBezTo>
                <a:lnTo>
                  <a:pt x="534239" y="4688"/>
                </a:lnTo>
                <a:lnTo>
                  <a:pt x="488746" y="4688"/>
                </a:lnTo>
                <a:lnTo>
                  <a:pt x="438227" y="120153"/>
                </a:lnTo>
                <a:lnTo>
                  <a:pt x="385420" y="4688"/>
                </a:lnTo>
                <a:lnTo>
                  <a:pt x="340158" y="4688"/>
                </a:lnTo>
                <a:lnTo>
                  <a:pt x="340158" y="9034"/>
                </a:lnTo>
                <a:cubicBezTo>
                  <a:pt x="358903" y="10175"/>
                  <a:pt x="361875" y="12920"/>
                  <a:pt x="361875" y="29611"/>
                </a:cubicBezTo>
                <a:lnTo>
                  <a:pt x="361875" y="122438"/>
                </a:lnTo>
                <a:cubicBezTo>
                  <a:pt x="361875" y="145990"/>
                  <a:pt x="358673" y="150333"/>
                  <a:pt x="339701" y="151704"/>
                </a:cubicBezTo>
                <a:lnTo>
                  <a:pt x="339701" y="156046"/>
                </a:lnTo>
                <a:lnTo>
                  <a:pt x="393422" y="156046"/>
                </a:lnTo>
                <a:lnTo>
                  <a:pt x="393422" y="151704"/>
                </a:lnTo>
                <a:cubicBezTo>
                  <a:pt x="375820" y="150790"/>
                  <a:pt x="371935" y="145533"/>
                  <a:pt x="371935" y="122438"/>
                </a:cubicBezTo>
                <a:lnTo>
                  <a:pt x="371935" y="30295"/>
                </a:lnTo>
                <a:lnTo>
                  <a:pt x="429311" y="156046"/>
                </a:lnTo>
                <a:lnTo>
                  <a:pt x="432514" y="156046"/>
                </a:lnTo>
                <a:lnTo>
                  <a:pt x="491034" y="25038"/>
                </a:lnTo>
                <a:close/>
                <a:moveTo>
                  <a:pt x="633451" y="118493"/>
                </a:moveTo>
                <a:cubicBezTo>
                  <a:pt x="622480" y="135874"/>
                  <a:pt x="612647" y="142509"/>
                  <a:pt x="598018" y="142509"/>
                </a:cubicBezTo>
                <a:cubicBezTo>
                  <a:pt x="584990" y="142509"/>
                  <a:pt x="575160" y="135874"/>
                  <a:pt x="568529" y="122839"/>
                </a:cubicBezTo>
                <a:cubicBezTo>
                  <a:pt x="564413" y="114147"/>
                  <a:pt x="562815" y="106598"/>
                  <a:pt x="562359" y="92646"/>
                </a:cubicBezTo>
                <a:lnTo>
                  <a:pt x="632767" y="92646"/>
                </a:lnTo>
                <a:cubicBezTo>
                  <a:pt x="630936" y="77814"/>
                  <a:pt x="628651" y="71207"/>
                  <a:pt x="622937" y="63917"/>
                </a:cubicBezTo>
                <a:cubicBezTo>
                  <a:pt x="616076" y="55702"/>
                  <a:pt x="605563" y="50899"/>
                  <a:pt x="593675" y="50899"/>
                </a:cubicBezTo>
                <a:cubicBezTo>
                  <a:pt x="582245" y="50899"/>
                  <a:pt x="571501" y="55015"/>
                  <a:pt x="562815" y="62776"/>
                </a:cubicBezTo>
                <a:cubicBezTo>
                  <a:pt x="552068" y="72118"/>
                  <a:pt x="545898" y="88303"/>
                  <a:pt x="545898" y="107055"/>
                </a:cubicBezTo>
                <a:cubicBezTo>
                  <a:pt x="545898" y="138619"/>
                  <a:pt x="562359" y="158279"/>
                  <a:pt x="588645" y="158279"/>
                </a:cubicBezTo>
                <a:cubicBezTo>
                  <a:pt x="610363" y="158279"/>
                  <a:pt x="627507" y="144793"/>
                  <a:pt x="637110" y="120094"/>
                </a:cubicBezTo>
                <a:lnTo>
                  <a:pt x="633451" y="118493"/>
                </a:lnTo>
                <a:moveTo>
                  <a:pt x="562815" y="85331"/>
                </a:moveTo>
                <a:cubicBezTo>
                  <a:pt x="565327" y="67562"/>
                  <a:pt x="573102" y="59131"/>
                  <a:pt x="587044" y="59131"/>
                </a:cubicBezTo>
                <a:cubicBezTo>
                  <a:pt x="600990" y="59131"/>
                  <a:pt x="606477" y="65511"/>
                  <a:pt x="609449" y="85331"/>
                </a:cubicBezTo>
                <a:lnTo>
                  <a:pt x="562815" y="85331"/>
                </a:lnTo>
                <a:close/>
                <a:moveTo>
                  <a:pt x="646026" y="65075"/>
                </a:moveTo>
                <a:cubicBezTo>
                  <a:pt x="648997" y="64388"/>
                  <a:pt x="650825" y="64161"/>
                  <a:pt x="653340" y="64161"/>
                </a:cubicBezTo>
                <a:cubicBezTo>
                  <a:pt x="659284" y="64161"/>
                  <a:pt x="661342" y="67817"/>
                  <a:pt x="661342" y="78787"/>
                </a:cubicBezTo>
                <a:lnTo>
                  <a:pt x="661342" y="136617"/>
                </a:lnTo>
                <a:cubicBezTo>
                  <a:pt x="661342" y="148962"/>
                  <a:pt x="658140" y="152391"/>
                  <a:pt x="645338" y="152617"/>
                </a:cubicBezTo>
                <a:lnTo>
                  <a:pt x="645338" y="156046"/>
                </a:lnTo>
                <a:lnTo>
                  <a:pt x="696088" y="156046"/>
                </a:lnTo>
                <a:lnTo>
                  <a:pt x="696088" y="152617"/>
                </a:lnTo>
                <a:cubicBezTo>
                  <a:pt x="683973" y="152160"/>
                  <a:pt x="680544" y="149649"/>
                  <a:pt x="680544" y="140733"/>
                </a:cubicBezTo>
                <a:lnTo>
                  <a:pt x="680544" y="76276"/>
                </a:lnTo>
                <a:cubicBezTo>
                  <a:pt x="680544" y="75819"/>
                  <a:pt x="682372" y="73530"/>
                  <a:pt x="683973" y="71933"/>
                </a:cubicBezTo>
                <a:cubicBezTo>
                  <a:pt x="689687" y="66673"/>
                  <a:pt x="699516" y="62787"/>
                  <a:pt x="707518" y="62787"/>
                </a:cubicBezTo>
                <a:cubicBezTo>
                  <a:pt x="717575" y="62787"/>
                  <a:pt x="722605" y="70789"/>
                  <a:pt x="722605" y="86789"/>
                </a:cubicBezTo>
                <a:lnTo>
                  <a:pt x="722605" y="136391"/>
                </a:lnTo>
                <a:cubicBezTo>
                  <a:pt x="722605" y="149192"/>
                  <a:pt x="720090" y="151704"/>
                  <a:pt x="707061" y="152617"/>
                </a:cubicBezTo>
                <a:lnTo>
                  <a:pt x="707061" y="156046"/>
                </a:lnTo>
                <a:lnTo>
                  <a:pt x="758267" y="156046"/>
                </a:lnTo>
                <a:lnTo>
                  <a:pt x="758267" y="152617"/>
                </a:lnTo>
                <a:cubicBezTo>
                  <a:pt x="745236" y="152391"/>
                  <a:pt x="741807" y="148505"/>
                  <a:pt x="741807" y="134333"/>
                </a:cubicBezTo>
                <a:lnTo>
                  <a:pt x="741807" y="76733"/>
                </a:lnTo>
                <a:cubicBezTo>
                  <a:pt x="748665" y="66903"/>
                  <a:pt x="756209" y="62787"/>
                  <a:pt x="766726" y="62787"/>
                </a:cubicBezTo>
                <a:cubicBezTo>
                  <a:pt x="779755" y="62787"/>
                  <a:pt x="783871" y="68961"/>
                  <a:pt x="783871" y="87933"/>
                </a:cubicBezTo>
                <a:lnTo>
                  <a:pt x="783871" y="136160"/>
                </a:lnTo>
                <a:cubicBezTo>
                  <a:pt x="783871" y="149192"/>
                  <a:pt x="782043" y="151020"/>
                  <a:pt x="768784" y="152617"/>
                </a:cubicBezTo>
                <a:lnTo>
                  <a:pt x="768784" y="156046"/>
                </a:lnTo>
                <a:lnTo>
                  <a:pt x="818846" y="156046"/>
                </a:lnTo>
                <a:lnTo>
                  <a:pt x="818846" y="152617"/>
                </a:lnTo>
                <a:lnTo>
                  <a:pt x="812903" y="152160"/>
                </a:lnTo>
                <a:cubicBezTo>
                  <a:pt x="806045" y="151704"/>
                  <a:pt x="803073" y="147591"/>
                  <a:pt x="803073" y="138675"/>
                </a:cubicBezTo>
                <a:lnTo>
                  <a:pt x="803073" y="91589"/>
                </a:lnTo>
                <a:cubicBezTo>
                  <a:pt x="803073" y="64618"/>
                  <a:pt x="794157" y="50899"/>
                  <a:pt x="776556" y="50899"/>
                </a:cubicBezTo>
                <a:cubicBezTo>
                  <a:pt x="763297" y="50899"/>
                  <a:pt x="751637" y="56843"/>
                  <a:pt x="739292" y="70102"/>
                </a:cubicBezTo>
                <a:cubicBezTo>
                  <a:pt x="735179" y="57073"/>
                  <a:pt x="727408" y="50899"/>
                  <a:pt x="715063" y="50899"/>
                </a:cubicBezTo>
                <a:cubicBezTo>
                  <a:pt x="705003" y="50899"/>
                  <a:pt x="698603" y="54101"/>
                  <a:pt x="679627" y="68504"/>
                </a:cubicBezTo>
                <a:lnTo>
                  <a:pt x="679627" y="51360"/>
                </a:lnTo>
                <a:lnTo>
                  <a:pt x="678029" y="50899"/>
                </a:lnTo>
                <a:cubicBezTo>
                  <a:pt x="666368" y="55245"/>
                  <a:pt x="658597" y="57760"/>
                  <a:pt x="646026" y="61189"/>
                </a:cubicBezTo>
                <a:lnTo>
                  <a:pt x="646026" y="65075"/>
                </a:lnTo>
                <a:close/>
                <a:moveTo>
                  <a:pt x="876684" y="50899"/>
                </a:moveTo>
                <a:cubicBezTo>
                  <a:pt x="846964" y="50899"/>
                  <a:pt x="826161" y="72836"/>
                  <a:pt x="826161" y="104362"/>
                </a:cubicBezTo>
                <a:cubicBezTo>
                  <a:pt x="826161" y="135201"/>
                  <a:pt x="847421" y="158279"/>
                  <a:pt x="876223" y="158279"/>
                </a:cubicBezTo>
                <a:cubicBezTo>
                  <a:pt x="905028" y="158279"/>
                  <a:pt x="926972" y="134060"/>
                  <a:pt x="926972" y="102534"/>
                </a:cubicBezTo>
                <a:cubicBezTo>
                  <a:pt x="926972" y="72606"/>
                  <a:pt x="905942" y="50899"/>
                  <a:pt x="876684" y="50899"/>
                </a:cubicBezTo>
                <a:moveTo>
                  <a:pt x="873712" y="57303"/>
                </a:moveTo>
                <a:cubicBezTo>
                  <a:pt x="892914" y="57303"/>
                  <a:pt x="906399" y="79234"/>
                  <a:pt x="906399" y="110529"/>
                </a:cubicBezTo>
                <a:cubicBezTo>
                  <a:pt x="906399" y="136345"/>
                  <a:pt x="896113" y="151878"/>
                  <a:pt x="878968" y="151878"/>
                </a:cubicBezTo>
                <a:cubicBezTo>
                  <a:pt x="870053" y="151878"/>
                  <a:pt x="861594" y="146398"/>
                  <a:pt x="856794" y="137259"/>
                </a:cubicBezTo>
                <a:cubicBezTo>
                  <a:pt x="850393" y="125378"/>
                  <a:pt x="846734" y="109389"/>
                  <a:pt x="846734" y="93169"/>
                </a:cubicBezTo>
                <a:cubicBezTo>
                  <a:pt x="846734" y="71465"/>
                  <a:pt x="857478" y="57303"/>
                  <a:pt x="873712" y="57303"/>
                </a:cubicBezTo>
                <a:close/>
                <a:moveTo>
                  <a:pt x="935431" y="66903"/>
                </a:moveTo>
                <a:cubicBezTo>
                  <a:pt x="938633" y="66216"/>
                  <a:pt x="940691" y="65986"/>
                  <a:pt x="943433" y="65986"/>
                </a:cubicBezTo>
                <a:cubicBezTo>
                  <a:pt x="949147" y="65986"/>
                  <a:pt x="951205" y="69645"/>
                  <a:pt x="951205" y="79701"/>
                </a:cubicBezTo>
                <a:lnTo>
                  <a:pt x="951205" y="136847"/>
                </a:lnTo>
                <a:cubicBezTo>
                  <a:pt x="951205" y="148275"/>
                  <a:pt x="949604" y="149876"/>
                  <a:pt x="934974" y="152617"/>
                </a:cubicBezTo>
                <a:lnTo>
                  <a:pt x="934974" y="156046"/>
                </a:lnTo>
                <a:lnTo>
                  <a:pt x="989839" y="156046"/>
                </a:lnTo>
                <a:lnTo>
                  <a:pt x="989839" y="152617"/>
                </a:lnTo>
                <a:cubicBezTo>
                  <a:pt x="974293" y="151934"/>
                  <a:pt x="970407" y="148505"/>
                  <a:pt x="970407" y="135477"/>
                </a:cubicBezTo>
                <a:lnTo>
                  <a:pt x="970407" y="84044"/>
                </a:lnTo>
                <a:cubicBezTo>
                  <a:pt x="970407" y="76729"/>
                  <a:pt x="980237" y="65302"/>
                  <a:pt x="986411" y="65302"/>
                </a:cubicBezTo>
                <a:cubicBezTo>
                  <a:pt x="987781" y="65302"/>
                  <a:pt x="989839" y="66446"/>
                  <a:pt x="992354" y="68731"/>
                </a:cubicBezTo>
                <a:cubicBezTo>
                  <a:pt x="996010" y="71929"/>
                  <a:pt x="998525" y="73300"/>
                  <a:pt x="1001497" y="73300"/>
                </a:cubicBezTo>
                <a:cubicBezTo>
                  <a:pt x="1006984" y="73300"/>
                  <a:pt x="1010413" y="69414"/>
                  <a:pt x="1010413" y="63017"/>
                </a:cubicBezTo>
                <a:cubicBezTo>
                  <a:pt x="1010413" y="55472"/>
                  <a:pt x="1005613" y="50899"/>
                  <a:pt x="997841" y="50899"/>
                </a:cubicBezTo>
                <a:cubicBezTo>
                  <a:pt x="988238" y="50899"/>
                  <a:pt x="981611" y="56159"/>
                  <a:pt x="970407" y="72386"/>
                </a:cubicBezTo>
                <a:lnTo>
                  <a:pt x="970407" y="51360"/>
                </a:lnTo>
                <a:lnTo>
                  <a:pt x="969266" y="50899"/>
                </a:lnTo>
                <a:cubicBezTo>
                  <a:pt x="957148" y="55929"/>
                  <a:pt x="948920" y="58901"/>
                  <a:pt x="935431" y="63244"/>
                </a:cubicBezTo>
                <a:lnTo>
                  <a:pt x="935431" y="66903"/>
                </a:lnTo>
                <a:close/>
                <a:moveTo>
                  <a:pt x="1049960" y="50899"/>
                </a:moveTo>
                <a:lnTo>
                  <a:pt x="1014527" y="63401"/>
                </a:lnTo>
                <a:lnTo>
                  <a:pt x="1014527" y="66833"/>
                </a:lnTo>
                <a:lnTo>
                  <a:pt x="1016358" y="66603"/>
                </a:lnTo>
                <a:cubicBezTo>
                  <a:pt x="1019100" y="66146"/>
                  <a:pt x="1022072" y="65916"/>
                  <a:pt x="1024130" y="65916"/>
                </a:cubicBezTo>
                <a:cubicBezTo>
                  <a:pt x="1029617" y="65916"/>
                  <a:pt x="1031671" y="69575"/>
                  <a:pt x="1031671" y="79642"/>
                </a:cubicBezTo>
                <a:lnTo>
                  <a:pt x="1031671" y="132717"/>
                </a:lnTo>
                <a:cubicBezTo>
                  <a:pt x="1031671" y="149189"/>
                  <a:pt x="1029386" y="151704"/>
                  <a:pt x="1013613" y="152617"/>
                </a:cubicBezTo>
                <a:lnTo>
                  <a:pt x="1013613" y="156046"/>
                </a:lnTo>
                <a:lnTo>
                  <a:pt x="1067791" y="156046"/>
                </a:lnTo>
                <a:lnTo>
                  <a:pt x="1067791" y="152617"/>
                </a:lnTo>
                <a:cubicBezTo>
                  <a:pt x="1052705" y="151477"/>
                  <a:pt x="1050873" y="149189"/>
                  <a:pt x="1050873" y="132717"/>
                </a:cubicBezTo>
                <a:lnTo>
                  <a:pt x="1050873" y="51586"/>
                </a:lnTo>
                <a:lnTo>
                  <a:pt x="1049960" y="50899"/>
                </a:lnTo>
                <a:moveTo>
                  <a:pt x="1039216" y="0"/>
                </a:moveTo>
                <a:cubicBezTo>
                  <a:pt x="1033046" y="0"/>
                  <a:pt x="1027785" y="5260"/>
                  <a:pt x="1027785" y="11661"/>
                </a:cubicBezTo>
                <a:cubicBezTo>
                  <a:pt x="1027785" y="18062"/>
                  <a:pt x="1032815" y="23318"/>
                  <a:pt x="1039216" y="23318"/>
                </a:cubicBezTo>
                <a:cubicBezTo>
                  <a:pt x="1045847" y="23318"/>
                  <a:pt x="1051104" y="18288"/>
                  <a:pt x="1051104" y="11661"/>
                </a:cubicBezTo>
                <a:cubicBezTo>
                  <a:pt x="1051104" y="5260"/>
                  <a:pt x="1045847" y="0"/>
                  <a:pt x="1039216" y="0"/>
                </a:cubicBezTo>
                <a:close/>
                <a:moveTo>
                  <a:pt x="1169063" y="125176"/>
                </a:moveTo>
                <a:lnTo>
                  <a:pt x="1164947" y="124259"/>
                </a:lnTo>
                <a:cubicBezTo>
                  <a:pt x="1162662" y="135696"/>
                  <a:pt x="1161288" y="139355"/>
                  <a:pt x="1158316" y="143245"/>
                </a:cubicBezTo>
                <a:cubicBezTo>
                  <a:pt x="1155117" y="147131"/>
                  <a:pt x="1147346" y="149189"/>
                  <a:pt x="1135685" y="149189"/>
                </a:cubicBezTo>
                <a:lnTo>
                  <a:pt x="1104138" y="149189"/>
                </a:lnTo>
                <a:lnTo>
                  <a:pt x="1165634" y="56564"/>
                </a:lnTo>
                <a:lnTo>
                  <a:pt x="1165634" y="53132"/>
                </a:lnTo>
                <a:lnTo>
                  <a:pt x="1086310" y="53132"/>
                </a:lnTo>
                <a:lnTo>
                  <a:pt x="1085623" y="80120"/>
                </a:lnTo>
                <a:lnTo>
                  <a:pt x="1089739" y="80120"/>
                </a:lnTo>
                <a:cubicBezTo>
                  <a:pt x="1091793" y="63422"/>
                  <a:pt x="1095222" y="59993"/>
                  <a:pt x="1108941" y="59993"/>
                </a:cubicBezTo>
                <a:lnTo>
                  <a:pt x="1140488" y="59993"/>
                </a:lnTo>
                <a:lnTo>
                  <a:pt x="1079679" y="152617"/>
                </a:lnTo>
                <a:lnTo>
                  <a:pt x="1079679" y="156046"/>
                </a:lnTo>
                <a:lnTo>
                  <a:pt x="1165861" y="156046"/>
                </a:lnTo>
                <a:lnTo>
                  <a:pt x="1169063" y="125176"/>
                </a:lnTo>
                <a:close/>
                <a:moveTo>
                  <a:pt x="1276045" y="140911"/>
                </a:moveTo>
                <a:cubicBezTo>
                  <a:pt x="1272159" y="144106"/>
                  <a:pt x="1269417" y="145250"/>
                  <a:pt x="1265988" y="145250"/>
                </a:cubicBezTo>
                <a:cubicBezTo>
                  <a:pt x="1260732" y="145250"/>
                  <a:pt x="1259131" y="142052"/>
                  <a:pt x="1259131" y="132002"/>
                </a:cubicBezTo>
                <a:lnTo>
                  <a:pt x="1259131" y="87455"/>
                </a:lnTo>
                <a:cubicBezTo>
                  <a:pt x="1259131" y="75574"/>
                  <a:pt x="1257986" y="68950"/>
                  <a:pt x="1254558" y="63467"/>
                </a:cubicBezTo>
                <a:cubicBezTo>
                  <a:pt x="1249528" y="55245"/>
                  <a:pt x="1239698" y="50899"/>
                  <a:pt x="1226213" y="50899"/>
                </a:cubicBezTo>
                <a:cubicBezTo>
                  <a:pt x="1204722" y="50899"/>
                  <a:pt x="1187808" y="62096"/>
                  <a:pt x="1187808" y="76488"/>
                </a:cubicBezTo>
                <a:cubicBezTo>
                  <a:pt x="1187808" y="81745"/>
                  <a:pt x="1192378" y="86311"/>
                  <a:pt x="1197638" y="86311"/>
                </a:cubicBezTo>
                <a:cubicBezTo>
                  <a:pt x="1203121" y="86311"/>
                  <a:pt x="1207924" y="81745"/>
                  <a:pt x="1207924" y="76719"/>
                </a:cubicBezTo>
                <a:cubicBezTo>
                  <a:pt x="1207924" y="75805"/>
                  <a:pt x="1207694" y="74661"/>
                  <a:pt x="1207467" y="73063"/>
                </a:cubicBezTo>
                <a:cubicBezTo>
                  <a:pt x="1207010" y="71008"/>
                  <a:pt x="1206780" y="69181"/>
                  <a:pt x="1206780" y="67580"/>
                </a:cubicBezTo>
                <a:cubicBezTo>
                  <a:pt x="1206780" y="61413"/>
                  <a:pt x="1214095" y="56386"/>
                  <a:pt x="1223241" y="56386"/>
                </a:cubicBezTo>
                <a:cubicBezTo>
                  <a:pt x="1234441" y="56386"/>
                  <a:pt x="1240612" y="63010"/>
                  <a:pt x="1240612" y="75348"/>
                </a:cubicBezTo>
                <a:lnTo>
                  <a:pt x="1240612" y="89283"/>
                </a:lnTo>
                <a:cubicBezTo>
                  <a:pt x="1205409" y="103445"/>
                  <a:pt x="1201524" y="105273"/>
                  <a:pt x="1191694" y="113955"/>
                </a:cubicBezTo>
                <a:cubicBezTo>
                  <a:pt x="1186664" y="118524"/>
                  <a:pt x="1183462" y="126289"/>
                  <a:pt x="1183462" y="133827"/>
                </a:cubicBezTo>
                <a:cubicBezTo>
                  <a:pt x="1183462" y="148222"/>
                  <a:pt x="1193522" y="158279"/>
                  <a:pt x="1207467" y="158279"/>
                </a:cubicBezTo>
                <a:cubicBezTo>
                  <a:pt x="1217524" y="158279"/>
                  <a:pt x="1226896" y="153479"/>
                  <a:pt x="1240842" y="141591"/>
                </a:cubicBezTo>
                <a:cubicBezTo>
                  <a:pt x="1241986" y="153479"/>
                  <a:pt x="1246099" y="158279"/>
                  <a:pt x="1255471" y="158279"/>
                </a:cubicBezTo>
                <a:cubicBezTo>
                  <a:pt x="1263243" y="158279"/>
                  <a:pt x="1268046" y="155537"/>
                  <a:pt x="1276045" y="146852"/>
                </a:cubicBezTo>
                <a:lnTo>
                  <a:pt x="1276045" y="140911"/>
                </a:lnTo>
                <a:moveTo>
                  <a:pt x="1240612" y="127876"/>
                </a:moveTo>
                <a:cubicBezTo>
                  <a:pt x="1240612" y="134964"/>
                  <a:pt x="1239471" y="137022"/>
                  <a:pt x="1234668" y="139764"/>
                </a:cubicBezTo>
                <a:cubicBezTo>
                  <a:pt x="1229185" y="142966"/>
                  <a:pt x="1222784" y="145020"/>
                  <a:pt x="1217981" y="145020"/>
                </a:cubicBezTo>
                <a:cubicBezTo>
                  <a:pt x="1209982" y="145020"/>
                  <a:pt x="1203582" y="137249"/>
                  <a:pt x="1203582" y="127419"/>
                </a:cubicBezTo>
                <a:lnTo>
                  <a:pt x="1203582" y="126505"/>
                </a:lnTo>
                <a:cubicBezTo>
                  <a:pt x="1203582" y="113016"/>
                  <a:pt x="1212951" y="104788"/>
                  <a:pt x="1240612" y="94728"/>
                </a:cubicBezTo>
                <a:lnTo>
                  <a:pt x="1240612" y="127876"/>
                </a:lnTo>
                <a:close/>
                <a:moveTo>
                  <a:pt x="1334796" y="53132"/>
                </a:moveTo>
                <a:lnTo>
                  <a:pt x="1311708" y="53132"/>
                </a:lnTo>
                <a:lnTo>
                  <a:pt x="1311708" y="26615"/>
                </a:lnTo>
                <a:cubicBezTo>
                  <a:pt x="1311708" y="24330"/>
                  <a:pt x="1311481" y="23643"/>
                  <a:pt x="1310107" y="23643"/>
                </a:cubicBezTo>
                <a:cubicBezTo>
                  <a:pt x="1308509" y="25701"/>
                  <a:pt x="1307135" y="27759"/>
                  <a:pt x="1305537" y="30044"/>
                </a:cubicBezTo>
                <a:cubicBezTo>
                  <a:pt x="1296848" y="42618"/>
                  <a:pt x="1287018" y="53592"/>
                  <a:pt x="1283363" y="54506"/>
                </a:cubicBezTo>
                <a:cubicBezTo>
                  <a:pt x="1280848" y="56104"/>
                  <a:pt x="1279474" y="57705"/>
                  <a:pt x="1279474" y="58849"/>
                </a:cubicBezTo>
                <a:cubicBezTo>
                  <a:pt x="1279474" y="59536"/>
                  <a:pt x="1279704" y="59993"/>
                  <a:pt x="1280391" y="60450"/>
                </a:cubicBezTo>
                <a:lnTo>
                  <a:pt x="1292505" y="60450"/>
                </a:lnTo>
                <a:lnTo>
                  <a:pt x="1292505" y="129250"/>
                </a:lnTo>
                <a:cubicBezTo>
                  <a:pt x="1292505" y="148449"/>
                  <a:pt x="1299363" y="158279"/>
                  <a:pt x="1312852" y="158279"/>
                </a:cubicBezTo>
                <a:cubicBezTo>
                  <a:pt x="1324052" y="158279"/>
                  <a:pt x="1332738" y="152795"/>
                  <a:pt x="1340283" y="140908"/>
                </a:cubicBezTo>
                <a:lnTo>
                  <a:pt x="1337311" y="138393"/>
                </a:lnTo>
                <a:cubicBezTo>
                  <a:pt x="1332511" y="144106"/>
                  <a:pt x="1328625" y="146395"/>
                  <a:pt x="1323595" y="146395"/>
                </a:cubicBezTo>
                <a:cubicBezTo>
                  <a:pt x="1315136" y="146395"/>
                  <a:pt x="1311708" y="140221"/>
                  <a:pt x="1311708" y="125821"/>
                </a:cubicBezTo>
                <a:lnTo>
                  <a:pt x="1311708" y="60450"/>
                </a:lnTo>
                <a:lnTo>
                  <a:pt x="1334796" y="60450"/>
                </a:lnTo>
                <a:lnTo>
                  <a:pt x="1334796" y="53132"/>
                </a:lnTo>
                <a:close/>
                <a:moveTo>
                  <a:pt x="1380058" y="50899"/>
                </a:moveTo>
                <a:lnTo>
                  <a:pt x="1344625" y="63401"/>
                </a:lnTo>
                <a:lnTo>
                  <a:pt x="1344625" y="66833"/>
                </a:lnTo>
                <a:lnTo>
                  <a:pt x="1346457" y="66603"/>
                </a:lnTo>
                <a:cubicBezTo>
                  <a:pt x="1349198" y="66146"/>
                  <a:pt x="1352170" y="65916"/>
                  <a:pt x="1354228" y="65916"/>
                </a:cubicBezTo>
                <a:cubicBezTo>
                  <a:pt x="1359715" y="65916"/>
                  <a:pt x="1361770" y="69575"/>
                  <a:pt x="1361770" y="79642"/>
                </a:cubicBezTo>
                <a:lnTo>
                  <a:pt x="1361770" y="132717"/>
                </a:lnTo>
                <a:cubicBezTo>
                  <a:pt x="1361770" y="149189"/>
                  <a:pt x="1359485" y="151704"/>
                  <a:pt x="1343711" y="152617"/>
                </a:cubicBezTo>
                <a:lnTo>
                  <a:pt x="1343711" y="156046"/>
                </a:lnTo>
                <a:lnTo>
                  <a:pt x="1397889" y="156046"/>
                </a:lnTo>
                <a:lnTo>
                  <a:pt x="1397889" y="152617"/>
                </a:lnTo>
                <a:cubicBezTo>
                  <a:pt x="1382803" y="151477"/>
                  <a:pt x="1380972" y="149189"/>
                  <a:pt x="1380972" y="132717"/>
                </a:cubicBezTo>
                <a:lnTo>
                  <a:pt x="1380972" y="51586"/>
                </a:lnTo>
                <a:lnTo>
                  <a:pt x="1380058" y="50899"/>
                </a:lnTo>
                <a:moveTo>
                  <a:pt x="1369314" y="0"/>
                </a:moveTo>
                <a:cubicBezTo>
                  <a:pt x="1363144" y="0"/>
                  <a:pt x="1357884" y="5260"/>
                  <a:pt x="1357884" y="11661"/>
                </a:cubicBezTo>
                <a:cubicBezTo>
                  <a:pt x="1357884" y="18062"/>
                  <a:pt x="1362914" y="23318"/>
                  <a:pt x="1369314" y="23318"/>
                </a:cubicBezTo>
                <a:cubicBezTo>
                  <a:pt x="1375945" y="23318"/>
                  <a:pt x="1381202" y="18288"/>
                  <a:pt x="1381202" y="11661"/>
                </a:cubicBezTo>
                <a:cubicBezTo>
                  <a:pt x="1381202" y="5260"/>
                  <a:pt x="1375945" y="0"/>
                  <a:pt x="1369314" y="0"/>
                </a:cubicBezTo>
                <a:close/>
                <a:moveTo>
                  <a:pt x="1460757" y="50899"/>
                </a:moveTo>
                <a:cubicBezTo>
                  <a:pt x="1431037" y="50899"/>
                  <a:pt x="1410234" y="72836"/>
                  <a:pt x="1410234" y="104362"/>
                </a:cubicBezTo>
                <a:cubicBezTo>
                  <a:pt x="1410234" y="135201"/>
                  <a:pt x="1431494" y="158279"/>
                  <a:pt x="1460296" y="158279"/>
                </a:cubicBezTo>
                <a:cubicBezTo>
                  <a:pt x="1489101" y="158279"/>
                  <a:pt x="1511045" y="134060"/>
                  <a:pt x="1511045" y="102534"/>
                </a:cubicBezTo>
                <a:cubicBezTo>
                  <a:pt x="1511045" y="72606"/>
                  <a:pt x="1490015" y="50899"/>
                  <a:pt x="1460757" y="50899"/>
                </a:cubicBezTo>
                <a:moveTo>
                  <a:pt x="1457785" y="57303"/>
                </a:moveTo>
                <a:cubicBezTo>
                  <a:pt x="1476987" y="57303"/>
                  <a:pt x="1490472" y="79234"/>
                  <a:pt x="1490472" y="110529"/>
                </a:cubicBezTo>
                <a:cubicBezTo>
                  <a:pt x="1490472" y="136345"/>
                  <a:pt x="1480186" y="151878"/>
                  <a:pt x="1463041" y="151878"/>
                </a:cubicBezTo>
                <a:cubicBezTo>
                  <a:pt x="1454126" y="151878"/>
                  <a:pt x="1445667" y="146398"/>
                  <a:pt x="1440867" y="137259"/>
                </a:cubicBezTo>
                <a:cubicBezTo>
                  <a:pt x="1434466" y="125378"/>
                  <a:pt x="1430807" y="109389"/>
                  <a:pt x="1430807" y="93169"/>
                </a:cubicBezTo>
                <a:cubicBezTo>
                  <a:pt x="1430807" y="71465"/>
                  <a:pt x="1441551" y="57303"/>
                  <a:pt x="1457785" y="57303"/>
                </a:cubicBezTo>
                <a:close/>
                <a:moveTo>
                  <a:pt x="1521562" y="65075"/>
                </a:moveTo>
                <a:cubicBezTo>
                  <a:pt x="1522933" y="64388"/>
                  <a:pt x="1525221" y="64161"/>
                  <a:pt x="1527736" y="64161"/>
                </a:cubicBezTo>
                <a:cubicBezTo>
                  <a:pt x="1534137" y="64161"/>
                  <a:pt x="1536192" y="67590"/>
                  <a:pt x="1536192" y="78787"/>
                </a:cubicBezTo>
                <a:lnTo>
                  <a:pt x="1536192" y="135477"/>
                </a:lnTo>
                <a:cubicBezTo>
                  <a:pt x="1536192" y="148505"/>
                  <a:pt x="1533677" y="151704"/>
                  <a:pt x="1522019" y="152617"/>
                </a:cubicBezTo>
                <a:lnTo>
                  <a:pt x="1522019" y="156046"/>
                </a:lnTo>
                <a:lnTo>
                  <a:pt x="1570484" y="156046"/>
                </a:lnTo>
                <a:lnTo>
                  <a:pt x="1570484" y="152617"/>
                </a:lnTo>
                <a:cubicBezTo>
                  <a:pt x="1558823" y="151704"/>
                  <a:pt x="1555394" y="148962"/>
                  <a:pt x="1555394" y="140733"/>
                </a:cubicBezTo>
                <a:lnTo>
                  <a:pt x="1555394" y="76502"/>
                </a:lnTo>
                <a:cubicBezTo>
                  <a:pt x="1566368" y="66216"/>
                  <a:pt x="1571397" y="63474"/>
                  <a:pt x="1578942" y="63474"/>
                </a:cubicBezTo>
                <a:cubicBezTo>
                  <a:pt x="1590143" y="63474"/>
                  <a:pt x="1595630" y="70558"/>
                  <a:pt x="1595630" y="85645"/>
                </a:cubicBezTo>
                <a:lnTo>
                  <a:pt x="1595630" y="133419"/>
                </a:lnTo>
                <a:cubicBezTo>
                  <a:pt x="1595630" y="147818"/>
                  <a:pt x="1592658" y="151704"/>
                  <a:pt x="1581227" y="152617"/>
                </a:cubicBezTo>
                <a:lnTo>
                  <a:pt x="1581227" y="156046"/>
                </a:lnTo>
                <a:lnTo>
                  <a:pt x="1628778" y="156046"/>
                </a:lnTo>
                <a:lnTo>
                  <a:pt x="1628778" y="152617"/>
                </a:lnTo>
                <a:cubicBezTo>
                  <a:pt x="1617574" y="151477"/>
                  <a:pt x="1614832" y="148732"/>
                  <a:pt x="1614832" y="137535"/>
                </a:cubicBezTo>
                <a:lnTo>
                  <a:pt x="1614832" y="85188"/>
                </a:lnTo>
                <a:cubicBezTo>
                  <a:pt x="1614832" y="63704"/>
                  <a:pt x="1604772" y="50899"/>
                  <a:pt x="1587858" y="50899"/>
                </a:cubicBezTo>
                <a:cubicBezTo>
                  <a:pt x="1577341" y="50899"/>
                  <a:pt x="1570253" y="54789"/>
                  <a:pt x="1554710" y="69418"/>
                </a:cubicBezTo>
                <a:lnTo>
                  <a:pt x="1554710" y="51360"/>
                </a:lnTo>
                <a:lnTo>
                  <a:pt x="1553109" y="50899"/>
                </a:lnTo>
                <a:cubicBezTo>
                  <a:pt x="1541909" y="55015"/>
                  <a:pt x="1534137" y="57530"/>
                  <a:pt x="1521562" y="61189"/>
                </a:cubicBezTo>
                <a:lnTo>
                  <a:pt x="1521562" y="65075"/>
                </a:lnTo>
                <a:close/>
                <a:moveTo>
                  <a:pt x="1651179" y="188270"/>
                </a:moveTo>
                <a:cubicBezTo>
                  <a:pt x="1666495" y="180725"/>
                  <a:pt x="1676782" y="166783"/>
                  <a:pt x="1676782" y="153064"/>
                </a:cubicBezTo>
                <a:cubicBezTo>
                  <a:pt x="1676782" y="141637"/>
                  <a:pt x="1668780" y="132721"/>
                  <a:pt x="1658493" y="132721"/>
                </a:cubicBezTo>
                <a:cubicBezTo>
                  <a:pt x="1650492" y="132721"/>
                  <a:pt x="1645008" y="137978"/>
                  <a:pt x="1645008" y="145749"/>
                </a:cubicBezTo>
                <a:cubicBezTo>
                  <a:pt x="1645008" y="153043"/>
                  <a:pt x="1650265" y="157386"/>
                  <a:pt x="1658493" y="157386"/>
                </a:cubicBezTo>
                <a:cubicBezTo>
                  <a:pt x="1659864" y="157386"/>
                  <a:pt x="1661465" y="157159"/>
                  <a:pt x="1662836" y="156929"/>
                </a:cubicBezTo>
                <a:cubicBezTo>
                  <a:pt x="1664437" y="156493"/>
                  <a:pt x="1664437" y="156493"/>
                  <a:pt x="1664667" y="156493"/>
                </a:cubicBezTo>
                <a:cubicBezTo>
                  <a:pt x="1666495" y="156493"/>
                  <a:pt x="1667866" y="157867"/>
                  <a:pt x="1667866" y="159695"/>
                </a:cubicBezTo>
                <a:cubicBezTo>
                  <a:pt x="1667866" y="167010"/>
                  <a:pt x="1661465" y="175468"/>
                  <a:pt x="1649121" y="183927"/>
                </a:cubicBezTo>
                <a:lnTo>
                  <a:pt x="1651179" y="188270"/>
                </a:lnTo>
                <a:close/>
                <a:moveTo>
                  <a:pt x="1773022" y="65075"/>
                </a:moveTo>
                <a:cubicBezTo>
                  <a:pt x="1774393" y="64388"/>
                  <a:pt x="1776681" y="64161"/>
                  <a:pt x="1779196" y="64161"/>
                </a:cubicBezTo>
                <a:cubicBezTo>
                  <a:pt x="1785597" y="64161"/>
                  <a:pt x="1787652" y="67590"/>
                  <a:pt x="1787652" y="78787"/>
                </a:cubicBezTo>
                <a:lnTo>
                  <a:pt x="1787652" y="135477"/>
                </a:lnTo>
                <a:cubicBezTo>
                  <a:pt x="1787652" y="148505"/>
                  <a:pt x="1785137" y="151704"/>
                  <a:pt x="1773479" y="152617"/>
                </a:cubicBezTo>
                <a:lnTo>
                  <a:pt x="1773479" y="156046"/>
                </a:lnTo>
                <a:lnTo>
                  <a:pt x="1821944" y="156046"/>
                </a:lnTo>
                <a:lnTo>
                  <a:pt x="1821944" y="152617"/>
                </a:lnTo>
                <a:cubicBezTo>
                  <a:pt x="1810283" y="151704"/>
                  <a:pt x="1806854" y="148962"/>
                  <a:pt x="1806854" y="140733"/>
                </a:cubicBezTo>
                <a:lnTo>
                  <a:pt x="1806854" y="76502"/>
                </a:lnTo>
                <a:cubicBezTo>
                  <a:pt x="1817828" y="66216"/>
                  <a:pt x="1822857" y="63474"/>
                  <a:pt x="1830402" y="63474"/>
                </a:cubicBezTo>
                <a:cubicBezTo>
                  <a:pt x="1841603" y="63474"/>
                  <a:pt x="1847090" y="70558"/>
                  <a:pt x="1847090" y="85645"/>
                </a:cubicBezTo>
                <a:lnTo>
                  <a:pt x="1847090" y="133419"/>
                </a:lnTo>
                <a:cubicBezTo>
                  <a:pt x="1847090" y="147818"/>
                  <a:pt x="1844118" y="151704"/>
                  <a:pt x="1832687" y="152617"/>
                </a:cubicBezTo>
                <a:lnTo>
                  <a:pt x="1832687" y="156046"/>
                </a:lnTo>
                <a:lnTo>
                  <a:pt x="1880238" y="156046"/>
                </a:lnTo>
                <a:lnTo>
                  <a:pt x="1880238" y="152617"/>
                </a:lnTo>
                <a:cubicBezTo>
                  <a:pt x="1869034" y="151477"/>
                  <a:pt x="1866292" y="148732"/>
                  <a:pt x="1866292" y="137535"/>
                </a:cubicBezTo>
                <a:lnTo>
                  <a:pt x="1866292" y="85188"/>
                </a:lnTo>
                <a:cubicBezTo>
                  <a:pt x="1866292" y="63704"/>
                  <a:pt x="1856232" y="50899"/>
                  <a:pt x="1839318" y="50899"/>
                </a:cubicBezTo>
                <a:cubicBezTo>
                  <a:pt x="1828801" y="50899"/>
                  <a:pt x="1821713" y="54789"/>
                  <a:pt x="1806170" y="69418"/>
                </a:cubicBezTo>
                <a:lnTo>
                  <a:pt x="1806170" y="51360"/>
                </a:lnTo>
                <a:lnTo>
                  <a:pt x="1804569" y="50899"/>
                </a:lnTo>
                <a:cubicBezTo>
                  <a:pt x="1793369" y="55015"/>
                  <a:pt x="1785597" y="57530"/>
                  <a:pt x="1773022" y="61189"/>
                </a:cubicBezTo>
                <a:lnTo>
                  <a:pt x="1773022" y="65075"/>
                </a:lnTo>
                <a:close/>
                <a:moveTo>
                  <a:pt x="1940817" y="50899"/>
                </a:moveTo>
                <a:cubicBezTo>
                  <a:pt x="1911097" y="50899"/>
                  <a:pt x="1890294" y="72836"/>
                  <a:pt x="1890294" y="104362"/>
                </a:cubicBezTo>
                <a:cubicBezTo>
                  <a:pt x="1890294" y="135201"/>
                  <a:pt x="1911554" y="158279"/>
                  <a:pt x="1940356" y="158279"/>
                </a:cubicBezTo>
                <a:cubicBezTo>
                  <a:pt x="1969161" y="158279"/>
                  <a:pt x="1991105" y="134060"/>
                  <a:pt x="1991105" y="102534"/>
                </a:cubicBezTo>
                <a:cubicBezTo>
                  <a:pt x="1991105" y="72606"/>
                  <a:pt x="1970075" y="50899"/>
                  <a:pt x="1940817" y="50899"/>
                </a:cubicBezTo>
                <a:moveTo>
                  <a:pt x="1937845" y="57303"/>
                </a:moveTo>
                <a:cubicBezTo>
                  <a:pt x="1957047" y="57303"/>
                  <a:pt x="1970532" y="79234"/>
                  <a:pt x="1970532" y="110529"/>
                </a:cubicBezTo>
                <a:cubicBezTo>
                  <a:pt x="1970532" y="136345"/>
                  <a:pt x="1960246" y="151878"/>
                  <a:pt x="1943101" y="151878"/>
                </a:cubicBezTo>
                <a:cubicBezTo>
                  <a:pt x="1934186" y="151878"/>
                  <a:pt x="1925727" y="146398"/>
                  <a:pt x="1920927" y="137259"/>
                </a:cubicBezTo>
                <a:cubicBezTo>
                  <a:pt x="1914526" y="125378"/>
                  <a:pt x="1910867" y="109389"/>
                  <a:pt x="1910867" y="93169"/>
                </a:cubicBezTo>
                <a:cubicBezTo>
                  <a:pt x="1910867" y="71465"/>
                  <a:pt x="1921611" y="57303"/>
                  <a:pt x="1937845" y="57303"/>
                </a:cubicBezTo>
                <a:close/>
                <a:moveTo>
                  <a:pt x="2135127" y="50899"/>
                </a:moveTo>
                <a:cubicBezTo>
                  <a:pt x="2105408" y="50899"/>
                  <a:pt x="2084604" y="72836"/>
                  <a:pt x="2084604" y="104362"/>
                </a:cubicBezTo>
                <a:cubicBezTo>
                  <a:pt x="2084604" y="135201"/>
                  <a:pt x="2105865" y="158279"/>
                  <a:pt x="2134666" y="158279"/>
                </a:cubicBezTo>
                <a:cubicBezTo>
                  <a:pt x="2163472" y="158279"/>
                  <a:pt x="2185416" y="134060"/>
                  <a:pt x="2185416" y="102534"/>
                </a:cubicBezTo>
                <a:cubicBezTo>
                  <a:pt x="2185416" y="72606"/>
                  <a:pt x="2164386" y="50899"/>
                  <a:pt x="2135127" y="50899"/>
                </a:cubicBezTo>
                <a:moveTo>
                  <a:pt x="2132155" y="57303"/>
                </a:moveTo>
                <a:cubicBezTo>
                  <a:pt x="2151357" y="57303"/>
                  <a:pt x="2164842" y="79234"/>
                  <a:pt x="2164842" y="110529"/>
                </a:cubicBezTo>
                <a:cubicBezTo>
                  <a:pt x="2164842" y="136345"/>
                  <a:pt x="2154556" y="151878"/>
                  <a:pt x="2137412" y="151878"/>
                </a:cubicBezTo>
                <a:cubicBezTo>
                  <a:pt x="2128496" y="151878"/>
                  <a:pt x="2120037" y="146398"/>
                  <a:pt x="2115237" y="137259"/>
                </a:cubicBezTo>
                <a:cubicBezTo>
                  <a:pt x="2108837" y="125378"/>
                  <a:pt x="2105178" y="109389"/>
                  <a:pt x="2105178" y="93169"/>
                </a:cubicBezTo>
                <a:cubicBezTo>
                  <a:pt x="2105178" y="71465"/>
                  <a:pt x="2115921" y="57303"/>
                  <a:pt x="2132155" y="57303"/>
                </a:cubicBezTo>
                <a:close/>
                <a:moveTo>
                  <a:pt x="2297888" y="53132"/>
                </a:moveTo>
                <a:lnTo>
                  <a:pt x="2266114" y="53132"/>
                </a:lnTo>
                <a:lnTo>
                  <a:pt x="2266114" y="56564"/>
                </a:lnTo>
                <a:cubicBezTo>
                  <a:pt x="2273429" y="57248"/>
                  <a:pt x="2276858" y="59532"/>
                  <a:pt x="2276858" y="63875"/>
                </a:cubicBezTo>
                <a:cubicBezTo>
                  <a:pt x="2276858" y="66160"/>
                  <a:pt x="2276401" y="68445"/>
                  <a:pt x="2275487" y="70733"/>
                </a:cubicBezTo>
                <a:lnTo>
                  <a:pt x="2252856" y="129920"/>
                </a:lnTo>
                <a:lnTo>
                  <a:pt x="2229537" y="71417"/>
                </a:lnTo>
                <a:cubicBezTo>
                  <a:pt x="2228166" y="68218"/>
                  <a:pt x="2227479" y="65019"/>
                  <a:pt x="2227479" y="62961"/>
                </a:cubicBezTo>
                <a:cubicBezTo>
                  <a:pt x="2227479" y="58849"/>
                  <a:pt x="2229994" y="57248"/>
                  <a:pt x="2237996" y="56564"/>
                </a:cubicBezTo>
                <a:lnTo>
                  <a:pt x="2237996" y="53132"/>
                </a:lnTo>
                <a:lnTo>
                  <a:pt x="2193191" y="53132"/>
                </a:lnTo>
                <a:lnTo>
                  <a:pt x="2193191" y="56564"/>
                </a:lnTo>
                <a:cubicBezTo>
                  <a:pt x="2201876" y="57021"/>
                  <a:pt x="2203477" y="59306"/>
                  <a:pt x="2213991" y="82844"/>
                </a:cubicBezTo>
                <a:lnTo>
                  <a:pt x="2241425" y="148432"/>
                </a:lnTo>
                <a:cubicBezTo>
                  <a:pt x="2241882" y="149802"/>
                  <a:pt x="2242566" y="151404"/>
                  <a:pt x="2243253" y="153231"/>
                </a:cubicBezTo>
                <a:cubicBezTo>
                  <a:pt x="2244624" y="157344"/>
                  <a:pt x="2245998" y="159172"/>
                  <a:pt x="2247369" y="159172"/>
                </a:cubicBezTo>
                <a:cubicBezTo>
                  <a:pt x="2248740" y="159172"/>
                  <a:pt x="2250341" y="156203"/>
                  <a:pt x="2253769" y="147744"/>
                </a:cubicBezTo>
                <a:lnTo>
                  <a:pt x="2283028" y="74388"/>
                </a:lnTo>
                <a:cubicBezTo>
                  <a:pt x="2289659" y="58849"/>
                  <a:pt x="2291030" y="57248"/>
                  <a:pt x="2297888" y="56564"/>
                </a:cubicBezTo>
                <a:lnTo>
                  <a:pt x="2297888" y="53132"/>
                </a:lnTo>
                <a:close/>
                <a:moveTo>
                  <a:pt x="2392986" y="118493"/>
                </a:moveTo>
                <a:cubicBezTo>
                  <a:pt x="2382015" y="135874"/>
                  <a:pt x="2372182" y="142509"/>
                  <a:pt x="2357553" y="142509"/>
                </a:cubicBezTo>
                <a:cubicBezTo>
                  <a:pt x="2344525" y="142509"/>
                  <a:pt x="2334695" y="135874"/>
                  <a:pt x="2328064" y="122839"/>
                </a:cubicBezTo>
                <a:cubicBezTo>
                  <a:pt x="2323948" y="114147"/>
                  <a:pt x="2322350" y="106598"/>
                  <a:pt x="2321893" y="92646"/>
                </a:cubicBezTo>
                <a:lnTo>
                  <a:pt x="2392302" y="92646"/>
                </a:lnTo>
                <a:cubicBezTo>
                  <a:pt x="2390471" y="77814"/>
                  <a:pt x="2388186" y="71207"/>
                  <a:pt x="2382472" y="63917"/>
                </a:cubicBezTo>
                <a:cubicBezTo>
                  <a:pt x="2375611" y="55702"/>
                  <a:pt x="2365098" y="50899"/>
                  <a:pt x="2353210" y="50899"/>
                </a:cubicBezTo>
                <a:cubicBezTo>
                  <a:pt x="2341779" y="50899"/>
                  <a:pt x="2331036" y="55015"/>
                  <a:pt x="2322350" y="62776"/>
                </a:cubicBezTo>
                <a:cubicBezTo>
                  <a:pt x="2311603" y="72118"/>
                  <a:pt x="2305433" y="88303"/>
                  <a:pt x="2305433" y="107055"/>
                </a:cubicBezTo>
                <a:cubicBezTo>
                  <a:pt x="2305433" y="138619"/>
                  <a:pt x="2321893" y="158279"/>
                  <a:pt x="2348180" y="158279"/>
                </a:cubicBezTo>
                <a:cubicBezTo>
                  <a:pt x="2369897" y="158279"/>
                  <a:pt x="2387042" y="144793"/>
                  <a:pt x="2396645" y="120094"/>
                </a:cubicBezTo>
                <a:lnTo>
                  <a:pt x="2392986" y="118493"/>
                </a:lnTo>
                <a:moveTo>
                  <a:pt x="2322350" y="85331"/>
                </a:moveTo>
                <a:cubicBezTo>
                  <a:pt x="2324862" y="67562"/>
                  <a:pt x="2332637" y="59131"/>
                  <a:pt x="2346579" y="59131"/>
                </a:cubicBezTo>
                <a:cubicBezTo>
                  <a:pt x="2360525" y="59131"/>
                  <a:pt x="2366012" y="65511"/>
                  <a:pt x="2368983" y="85331"/>
                </a:cubicBezTo>
                <a:lnTo>
                  <a:pt x="2322350" y="85331"/>
                </a:lnTo>
                <a:close/>
                <a:moveTo>
                  <a:pt x="2402815" y="66903"/>
                </a:moveTo>
                <a:cubicBezTo>
                  <a:pt x="2406017" y="66216"/>
                  <a:pt x="2408075" y="65986"/>
                  <a:pt x="2410817" y="65986"/>
                </a:cubicBezTo>
                <a:cubicBezTo>
                  <a:pt x="2416531" y="65986"/>
                  <a:pt x="2418589" y="69645"/>
                  <a:pt x="2418589" y="79701"/>
                </a:cubicBezTo>
                <a:lnTo>
                  <a:pt x="2418589" y="136847"/>
                </a:lnTo>
                <a:cubicBezTo>
                  <a:pt x="2418589" y="148275"/>
                  <a:pt x="2416988" y="149876"/>
                  <a:pt x="2402358" y="152617"/>
                </a:cubicBezTo>
                <a:lnTo>
                  <a:pt x="2402358" y="156046"/>
                </a:lnTo>
                <a:lnTo>
                  <a:pt x="2457223" y="156046"/>
                </a:lnTo>
                <a:lnTo>
                  <a:pt x="2457223" y="152617"/>
                </a:lnTo>
                <a:cubicBezTo>
                  <a:pt x="2441677" y="151934"/>
                  <a:pt x="2437791" y="148505"/>
                  <a:pt x="2437791" y="135477"/>
                </a:cubicBezTo>
                <a:lnTo>
                  <a:pt x="2437791" y="84044"/>
                </a:lnTo>
                <a:cubicBezTo>
                  <a:pt x="2437791" y="76729"/>
                  <a:pt x="2447621" y="65302"/>
                  <a:pt x="2453795" y="65302"/>
                </a:cubicBezTo>
                <a:cubicBezTo>
                  <a:pt x="2455165" y="65302"/>
                  <a:pt x="2457223" y="66446"/>
                  <a:pt x="2459738" y="68731"/>
                </a:cubicBezTo>
                <a:cubicBezTo>
                  <a:pt x="2463394" y="71929"/>
                  <a:pt x="2465909" y="73300"/>
                  <a:pt x="2468881" y="73300"/>
                </a:cubicBezTo>
                <a:cubicBezTo>
                  <a:pt x="2474368" y="73300"/>
                  <a:pt x="2477797" y="69414"/>
                  <a:pt x="2477797" y="63017"/>
                </a:cubicBezTo>
                <a:cubicBezTo>
                  <a:pt x="2477797" y="55472"/>
                  <a:pt x="2472997" y="50899"/>
                  <a:pt x="2465225" y="50899"/>
                </a:cubicBezTo>
                <a:cubicBezTo>
                  <a:pt x="2455622" y="50899"/>
                  <a:pt x="2448995" y="56159"/>
                  <a:pt x="2437791" y="72386"/>
                </a:cubicBezTo>
                <a:lnTo>
                  <a:pt x="2437791" y="51360"/>
                </a:lnTo>
                <a:lnTo>
                  <a:pt x="2436650" y="50899"/>
                </a:lnTo>
                <a:cubicBezTo>
                  <a:pt x="2424532" y="55929"/>
                  <a:pt x="2416304" y="58901"/>
                  <a:pt x="2402815" y="63244"/>
                </a:cubicBezTo>
                <a:lnTo>
                  <a:pt x="2402815" y="66903"/>
                </a:lnTo>
                <a:close/>
                <a:moveTo>
                  <a:pt x="2484426" y="60677"/>
                </a:moveTo>
                <a:lnTo>
                  <a:pt x="2499973" y="60677"/>
                </a:lnTo>
                <a:lnTo>
                  <a:pt x="2499973" y="134552"/>
                </a:lnTo>
                <a:cubicBezTo>
                  <a:pt x="2499973" y="149189"/>
                  <a:pt x="2497458" y="152160"/>
                  <a:pt x="2484656" y="152617"/>
                </a:cubicBezTo>
                <a:lnTo>
                  <a:pt x="2484656" y="156046"/>
                </a:lnTo>
                <a:lnTo>
                  <a:pt x="2534948" y="156046"/>
                </a:lnTo>
                <a:lnTo>
                  <a:pt x="2534948" y="152617"/>
                </a:lnTo>
                <a:cubicBezTo>
                  <a:pt x="2522147" y="151704"/>
                  <a:pt x="2519175" y="148501"/>
                  <a:pt x="2519175" y="135923"/>
                </a:cubicBezTo>
                <a:lnTo>
                  <a:pt x="2519175" y="60677"/>
                </a:lnTo>
                <a:lnTo>
                  <a:pt x="2538834" y="60677"/>
                </a:lnTo>
                <a:cubicBezTo>
                  <a:pt x="2560778" y="60677"/>
                  <a:pt x="2561922" y="61364"/>
                  <a:pt x="2561922" y="73485"/>
                </a:cubicBezTo>
                <a:lnTo>
                  <a:pt x="2561922" y="133865"/>
                </a:lnTo>
                <a:cubicBezTo>
                  <a:pt x="2561922" y="149419"/>
                  <a:pt x="2560321" y="151477"/>
                  <a:pt x="2546149" y="152617"/>
                </a:cubicBezTo>
                <a:lnTo>
                  <a:pt x="2546149" y="156046"/>
                </a:lnTo>
                <a:lnTo>
                  <a:pt x="2596441" y="156046"/>
                </a:lnTo>
                <a:lnTo>
                  <a:pt x="2596441" y="152617"/>
                </a:lnTo>
                <a:cubicBezTo>
                  <a:pt x="2583640" y="151477"/>
                  <a:pt x="2581125" y="148501"/>
                  <a:pt x="2581125" y="133865"/>
                </a:cubicBezTo>
                <a:lnTo>
                  <a:pt x="2581125" y="73942"/>
                </a:lnTo>
                <a:cubicBezTo>
                  <a:pt x="2581125" y="68912"/>
                  <a:pt x="2581125" y="63652"/>
                  <a:pt x="2581581" y="51534"/>
                </a:cubicBezTo>
                <a:lnTo>
                  <a:pt x="2580668" y="50899"/>
                </a:lnTo>
                <a:cubicBezTo>
                  <a:pt x="2570608" y="52448"/>
                  <a:pt x="2563980" y="53132"/>
                  <a:pt x="2554834" y="53132"/>
                </a:cubicBezTo>
                <a:lnTo>
                  <a:pt x="2518945" y="53132"/>
                </a:lnTo>
                <a:lnTo>
                  <a:pt x="2518945" y="43330"/>
                </a:lnTo>
                <a:cubicBezTo>
                  <a:pt x="2518945" y="33301"/>
                  <a:pt x="2519632" y="26234"/>
                  <a:pt x="2520772" y="22359"/>
                </a:cubicBezTo>
                <a:cubicBezTo>
                  <a:pt x="2523975" y="12557"/>
                  <a:pt x="2532890" y="5717"/>
                  <a:pt x="2543177" y="5717"/>
                </a:cubicBezTo>
                <a:cubicBezTo>
                  <a:pt x="2549578" y="5717"/>
                  <a:pt x="2553920" y="8682"/>
                  <a:pt x="2559407" y="16433"/>
                </a:cubicBezTo>
                <a:cubicBezTo>
                  <a:pt x="2563750" y="22586"/>
                  <a:pt x="2566722" y="24867"/>
                  <a:pt x="2570608" y="24867"/>
                </a:cubicBezTo>
                <a:cubicBezTo>
                  <a:pt x="2575411" y="24867"/>
                  <a:pt x="2578840" y="20992"/>
                  <a:pt x="2578840" y="15976"/>
                </a:cubicBezTo>
                <a:cubicBezTo>
                  <a:pt x="2578840" y="6401"/>
                  <a:pt x="2567409" y="0"/>
                  <a:pt x="2549804" y="0"/>
                </a:cubicBezTo>
                <a:cubicBezTo>
                  <a:pt x="2532433" y="0"/>
                  <a:pt x="2519175" y="5944"/>
                  <a:pt x="2510943" y="17116"/>
                </a:cubicBezTo>
                <a:cubicBezTo>
                  <a:pt x="2504085" y="26461"/>
                  <a:pt x="2501570" y="34896"/>
                  <a:pt x="2500199" y="53132"/>
                </a:cubicBezTo>
                <a:lnTo>
                  <a:pt x="2484426" y="53132"/>
                </a:lnTo>
                <a:lnTo>
                  <a:pt x="2484426" y="60677"/>
                </a:lnTo>
                <a:close/>
                <a:moveTo>
                  <a:pt x="2662734" y="53132"/>
                </a:moveTo>
                <a:lnTo>
                  <a:pt x="2639645" y="53132"/>
                </a:lnTo>
                <a:lnTo>
                  <a:pt x="2639645" y="26615"/>
                </a:lnTo>
                <a:cubicBezTo>
                  <a:pt x="2639645" y="24330"/>
                  <a:pt x="2639419" y="23643"/>
                  <a:pt x="2638044" y="23643"/>
                </a:cubicBezTo>
                <a:cubicBezTo>
                  <a:pt x="2636447" y="25701"/>
                  <a:pt x="2635072" y="27759"/>
                  <a:pt x="2633475" y="30044"/>
                </a:cubicBezTo>
                <a:cubicBezTo>
                  <a:pt x="2624786" y="42618"/>
                  <a:pt x="2614956" y="53592"/>
                  <a:pt x="2611301" y="54506"/>
                </a:cubicBezTo>
                <a:cubicBezTo>
                  <a:pt x="2608786" y="56104"/>
                  <a:pt x="2607411" y="57705"/>
                  <a:pt x="2607411" y="58849"/>
                </a:cubicBezTo>
                <a:cubicBezTo>
                  <a:pt x="2607411" y="59536"/>
                  <a:pt x="2607642" y="59993"/>
                  <a:pt x="2608329" y="60450"/>
                </a:cubicBezTo>
                <a:lnTo>
                  <a:pt x="2620443" y="60450"/>
                </a:lnTo>
                <a:lnTo>
                  <a:pt x="2620443" y="129250"/>
                </a:lnTo>
                <a:cubicBezTo>
                  <a:pt x="2620443" y="148449"/>
                  <a:pt x="2627301" y="158279"/>
                  <a:pt x="2640790" y="158279"/>
                </a:cubicBezTo>
                <a:cubicBezTo>
                  <a:pt x="2651990" y="158279"/>
                  <a:pt x="2660676" y="152795"/>
                  <a:pt x="2668220" y="140908"/>
                </a:cubicBezTo>
                <a:lnTo>
                  <a:pt x="2665249" y="138393"/>
                </a:lnTo>
                <a:cubicBezTo>
                  <a:pt x="2660449" y="144106"/>
                  <a:pt x="2656563" y="146395"/>
                  <a:pt x="2651533" y="146395"/>
                </a:cubicBezTo>
                <a:cubicBezTo>
                  <a:pt x="2643074" y="146395"/>
                  <a:pt x="2639645" y="140221"/>
                  <a:pt x="2639645" y="125821"/>
                </a:cubicBezTo>
                <a:lnTo>
                  <a:pt x="2639645" y="60450"/>
                </a:lnTo>
                <a:lnTo>
                  <a:pt x="2662734" y="60450"/>
                </a:lnTo>
                <a:lnTo>
                  <a:pt x="2662734" y="53132"/>
                </a:lnTo>
                <a:close/>
                <a:moveTo>
                  <a:pt x="2726284" y="53132"/>
                </a:moveTo>
                <a:lnTo>
                  <a:pt x="2703196" y="53132"/>
                </a:lnTo>
                <a:lnTo>
                  <a:pt x="2703196" y="26615"/>
                </a:lnTo>
                <a:cubicBezTo>
                  <a:pt x="2703196" y="24330"/>
                  <a:pt x="2702970" y="23643"/>
                  <a:pt x="2701595" y="23643"/>
                </a:cubicBezTo>
                <a:cubicBezTo>
                  <a:pt x="2699998" y="25701"/>
                  <a:pt x="2698623" y="27759"/>
                  <a:pt x="2697026" y="30044"/>
                </a:cubicBezTo>
                <a:cubicBezTo>
                  <a:pt x="2688337" y="42618"/>
                  <a:pt x="2678507" y="53592"/>
                  <a:pt x="2674851" y="54506"/>
                </a:cubicBezTo>
                <a:cubicBezTo>
                  <a:pt x="2672337" y="56104"/>
                  <a:pt x="2670962" y="57705"/>
                  <a:pt x="2670962" y="58849"/>
                </a:cubicBezTo>
                <a:cubicBezTo>
                  <a:pt x="2670962" y="59536"/>
                  <a:pt x="2671192" y="59993"/>
                  <a:pt x="2671880" y="60450"/>
                </a:cubicBezTo>
                <a:lnTo>
                  <a:pt x="2683994" y="60450"/>
                </a:lnTo>
                <a:lnTo>
                  <a:pt x="2683994" y="129250"/>
                </a:lnTo>
                <a:cubicBezTo>
                  <a:pt x="2683994" y="148449"/>
                  <a:pt x="2690852" y="158279"/>
                  <a:pt x="2704340" y="158279"/>
                </a:cubicBezTo>
                <a:cubicBezTo>
                  <a:pt x="2715541" y="158279"/>
                  <a:pt x="2724226" y="152795"/>
                  <a:pt x="2731771" y="140908"/>
                </a:cubicBezTo>
                <a:lnTo>
                  <a:pt x="2728799" y="138393"/>
                </a:lnTo>
                <a:cubicBezTo>
                  <a:pt x="2724000" y="144106"/>
                  <a:pt x="2720114" y="146395"/>
                  <a:pt x="2715084" y="146395"/>
                </a:cubicBezTo>
                <a:cubicBezTo>
                  <a:pt x="2706625" y="146395"/>
                  <a:pt x="2703196" y="140221"/>
                  <a:pt x="2703196" y="125821"/>
                </a:cubicBezTo>
                <a:lnTo>
                  <a:pt x="2703196" y="60450"/>
                </a:lnTo>
                <a:lnTo>
                  <a:pt x="2726284" y="60450"/>
                </a:lnTo>
                <a:lnTo>
                  <a:pt x="2726284" y="53132"/>
                </a:lnTo>
                <a:close/>
                <a:moveTo>
                  <a:pt x="2771547" y="50899"/>
                </a:moveTo>
                <a:lnTo>
                  <a:pt x="2736114" y="63401"/>
                </a:lnTo>
                <a:lnTo>
                  <a:pt x="2736114" y="66833"/>
                </a:lnTo>
                <a:lnTo>
                  <a:pt x="2737945" y="66603"/>
                </a:lnTo>
                <a:cubicBezTo>
                  <a:pt x="2740687" y="66146"/>
                  <a:pt x="2743659" y="65916"/>
                  <a:pt x="2745717" y="65916"/>
                </a:cubicBezTo>
                <a:cubicBezTo>
                  <a:pt x="2751204" y="65916"/>
                  <a:pt x="2753258" y="69575"/>
                  <a:pt x="2753258" y="79642"/>
                </a:cubicBezTo>
                <a:lnTo>
                  <a:pt x="2753258" y="132717"/>
                </a:lnTo>
                <a:cubicBezTo>
                  <a:pt x="2753258" y="149189"/>
                  <a:pt x="2750974" y="151704"/>
                  <a:pt x="2735200" y="152617"/>
                </a:cubicBezTo>
                <a:lnTo>
                  <a:pt x="2735200" y="156046"/>
                </a:lnTo>
                <a:lnTo>
                  <a:pt x="2789378" y="156046"/>
                </a:lnTo>
                <a:lnTo>
                  <a:pt x="2789378" y="152617"/>
                </a:lnTo>
                <a:cubicBezTo>
                  <a:pt x="2774292" y="151477"/>
                  <a:pt x="2772461" y="149189"/>
                  <a:pt x="2772461" y="132717"/>
                </a:cubicBezTo>
                <a:lnTo>
                  <a:pt x="2772461" y="51586"/>
                </a:lnTo>
                <a:lnTo>
                  <a:pt x="2771547" y="50899"/>
                </a:lnTo>
                <a:moveTo>
                  <a:pt x="2760803" y="0"/>
                </a:moveTo>
                <a:cubicBezTo>
                  <a:pt x="2754633" y="0"/>
                  <a:pt x="2749372" y="5260"/>
                  <a:pt x="2749372" y="11661"/>
                </a:cubicBezTo>
                <a:cubicBezTo>
                  <a:pt x="2749372" y="18062"/>
                  <a:pt x="2754402" y="23318"/>
                  <a:pt x="2760803" y="23318"/>
                </a:cubicBezTo>
                <a:cubicBezTo>
                  <a:pt x="2767434" y="23318"/>
                  <a:pt x="2772691" y="18288"/>
                  <a:pt x="2772691" y="11661"/>
                </a:cubicBezTo>
                <a:cubicBezTo>
                  <a:pt x="2772691" y="5260"/>
                  <a:pt x="2767434" y="0"/>
                  <a:pt x="2760803" y="0"/>
                </a:cubicBezTo>
                <a:close/>
                <a:moveTo>
                  <a:pt x="2798751" y="65075"/>
                </a:moveTo>
                <a:cubicBezTo>
                  <a:pt x="2800122" y="64388"/>
                  <a:pt x="2802410" y="64161"/>
                  <a:pt x="2804925" y="64161"/>
                </a:cubicBezTo>
                <a:cubicBezTo>
                  <a:pt x="2811326" y="64161"/>
                  <a:pt x="2813380" y="67590"/>
                  <a:pt x="2813380" y="78787"/>
                </a:cubicBezTo>
                <a:lnTo>
                  <a:pt x="2813380" y="135477"/>
                </a:lnTo>
                <a:cubicBezTo>
                  <a:pt x="2813380" y="148505"/>
                  <a:pt x="2810865" y="151704"/>
                  <a:pt x="2799208" y="152617"/>
                </a:cubicBezTo>
                <a:lnTo>
                  <a:pt x="2799208" y="156046"/>
                </a:lnTo>
                <a:lnTo>
                  <a:pt x="2847672" y="156046"/>
                </a:lnTo>
                <a:lnTo>
                  <a:pt x="2847672" y="152617"/>
                </a:lnTo>
                <a:cubicBezTo>
                  <a:pt x="2836011" y="151704"/>
                  <a:pt x="2832583" y="148962"/>
                  <a:pt x="2832583" y="140733"/>
                </a:cubicBezTo>
                <a:lnTo>
                  <a:pt x="2832583" y="76502"/>
                </a:lnTo>
                <a:cubicBezTo>
                  <a:pt x="2843556" y="66216"/>
                  <a:pt x="2848586" y="63474"/>
                  <a:pt x="2856131" y="63474"/>
                </a:cubicBezTo>
                <a:cubicBezTo>
                  <a:pt x="2867332" y="63474"/>
                  <a:pt x="2872818" y="70558"/>
                  <a:pt x="2872818" y="85645"/>
                </a:cubicBezTo>
                <a:lnTo>
                  <a:pt x="2872818" y="133419"/>
                </a:lnTo>
                <a:cubicBezTo>
                  <a:pt x="2872818" y="147818"/>
                  <a:pt x="2869847" y="151704"/>
                  <a:pt x="2858416" y="152617"/>
                </a:cubicBezTo>
                <a:lnTo>
                  <a:pt x="2858416" y="156046"/>
                </a:lnTo>
                <a:lnTo>
                  <a:pt x="2905966" y="156046"/>
                </a:lnTo>
                <a:lnTo>
                  <a:pt x="2905966" y="152617"/>
                </a:lnTo>
                <a:cubicBezTo>
                  <a:pt x="2894762" y="151477"/>
                  <a:pt x="2892021" y="148732"/>
                  <a:pt x="2892021" y="137535"/>
                </a:cubicBezTo>
                <a:lnTo>
                  <a:pt x="2892021" y="85188"/>
                </a:lnTo>
                <a:cubicBezTo>
                  <a:pt x="2892021" y="63704"/>
                  <a:pt x="2881961" y="50899"/>
                  <a:pt x="2865047" y="50899"/>
                </a:cubicBezTo>
                <a:cubicBezTo>
                  <a:pt x="2854530" y="50899"/>
                  <a:pt x="2847442" y="54789"/>
                  <a:pt x="2831899" y="69418"/>
                </a:cubicBezTo>
                <a:lnTo>
                  <a:pt x="2831899" y="51360"/>
                </a:lnTo>
                <a:lnTo>
                  <a:pt x="2830298" y="50899"/>
                </a:lnTo>
                <a:cubicBezTo>
                  <a:pt x="2819097" y="55015"/>
                  <a:pt x="2811326" y="57530"/>
                  <a:pt x="2798751" y="61189"/>
                </a:cubicBezTo>
                <a:lnTo>
                  <a:pt x="2798751" y="65075"/>
                </a:lnTo>
                <a:close/>
                <a:moveTo>
                  <a:pt x="3016834" y="67405"/>
                </a:moveTo>
                <a:lnTo>
                  <a:pt x="3016834" y="58489"/>
                </a:lnTo>
                <a:lnTo>
                  <a:pt x="2999233" y="58489"/>
                </a:lnTo>
                <a:cubicBezTo>
                  <a:pt x="2994660" y="58489"/>
                  <a:pt x="2991231" y="57778"/>
                  <a:pt x="2986662" y="56159"/>
                </a:cubicBezTo>
                <a:lnTo>
                  <a:pt x="2981632" y="54332"/>
                </a:lnTo>
                <a:cubicBezTo>
                  <a:pt x="2975458" y="52043"/>
                  <a:pt x="2969287" y="50899"/>
                  <a:pt x="2963343" y="50899"/>
                </a:cubicBezTo>
                <a:cubicBezTo>
                  <a:pt x="2942083" y="50899"/>
                  <a:pt x="2925165" y="67405"/>
                  <a:pt x="2925165" y="88202"/>
                </a:cubicBezTo>
                <a:cubicBezTo>
                  <a:pt x="2925165" y="102601"/>
                  <a:pt x="2931339" y="111283"/>
                  <a:pt x="2946426" y="118824"/>
                </a:cubicBezTo>
                <a:cubicBezTo>
                  <a:pt x="2942083" y="122940"/>
                  <a:pt x="2937970" y="126819"/>
                  <a:pt x="2936596" y="127960"/>
                </a:cubicBezTo>
                <a:cubicBezTo>
                  <a:pt x="2929055" y="134577"/>
                  <a:pt x="2926083" y="139143"/>
                  <a:pt x="2926083" y="143705"/>
                </a:cubicBezTo>
                <a:cubicBezTo>
                  <a:pt x="2926083" y="148498"/>
                  <a:pt x="2928824" y="151236"/>
                  <a:pt x="2938197" y="155809"/>
                </a:cubicBezTo>
                <a:cubicBezTo>
                  <a:pt x="2921967" y="167707"/>
                  <a:pt x="2915796" y="175263"/>
                  <a:pt x="2915796" y="183728"/>
                </a:cubicBezTo>
                <a:cubicBezTo>
                  <a:pt x="2915796" y="195853"/>
                  <a:pt x="2933624" y="205913"/>
                  <a:pt x="2955341" y="205913"/>
                </a:cubicBezTo>
                <a:cubicBezTo>
                  <a:pt x="2972486" y="205913"/>
                  <a:pt x="2990317" y="199969"/>
                  <a:pt x="3002205" y="190366"/>
                </a:cubicBezTo>
                <a:cubicBezTo>
                  <a:pt x="3010894" y="183271"/>
                  <a:pt x="3014780" y="175946"/>
                  <a:pt x="3014780" y="167250"/>
                </a:cubicBezTo>
                <a:cubicBezTo>
                  <a:pt x="3014780" y="153064"/>
                  <a:pt x="3004033" y="143478"/>
                  <a:pt x="2987118" y="142795"/>
                </a:cubicBezTo>
                <a:lnTo>
                  <a:pt x="2957630" y="141424"/>
                </a:lnTo>
                <a:cubicBezTo>
                  <a:pt x="2945512" y="140967"/>
                  <a:pt x="2939798" y="138912"/>
                  <a:pt x="2939798" y="135264"/>
                </a:cubicBezTo>
                <a:cubicBezTo>
                  <a:pt x="2939798" y="130698"/>
                  <a:pt x="2947339" y="122710"/>
                  <a:pt x="2953514" y="120882"/>
                </a:cubicBezTo>
                <a:cubicBezTo>
                  <a:pt x="2955572" y="121112"/>
                  <a:pt x="2957173" y="121339"/>
                  <a:pt x="2957856" y="121339"/>
                </a:cubicBezTo>
                <a:cubicBezTo>
                  <a:pt x="2962199" y="121796"/>
                  <a:pt x="2965171" y="122026"/>
                  <a:pt x="2966545" y="122026"/>
                </a:cubicBezTo>
                <a:cubicBezTo>
                  <a:pt x="2975001" y="122026"/>
                  <a:pt x="2984147" y="118597"/>
                  <a:pt x="2991231" y="112427"/>
                </a:cubicBezTo>
                <a:cubicBezTo>
                  <a:pt x="2998776" y="106026"/>
                  <a:pt x="3002205" y="98028"/>
                  <a:pt x="3002205" y="86604"/>
                </a:cubicBezTo>
                <a:cubicBezTo>
                  <a:pt x="3002205" y="79977"/>
                  <a:pt x="3001061" y="74720"/>
                  <a:pt x="2997862" y="67405"/>
                </a:cubicBezTo>
                <a:lnTo>
                  <a:pt x="3016834" y="67405"/>
                </a:lnTo>
                <a:moveTo>
                  <a:pt x="2942997" y="156493"/>
                </a:moveTo>
                <a:cubicBezTo>
                  <a:pt x="2950542" y="158097"/>
                  <a:pt x="2968830" y="159468"/>
                  <a:pt x="2980031" y="159468"/>
                </a:cubicBezTo>
                <a:cubicBezTo>
                  <a:pt x="3000834" y="159468"/>
                  <a:pt x="3008379" y="162444"/>
                  <a:pt x="3008379" y="170683"/>
                </a:cubicBezTo>
                <a:cubicBezTo>
                  <a:pt x="3008379" y="183959"/>
                  <a:pt x="2991004" y="192881"/>
                  <a:pt x="2965171" y="192881"/>
                </a:cubicBezTo>
                <a:cubicBezTo>
                  <a:pt x="2945055" y="192881"/>
                  <a:pt x="2931796" y="186247"/>
                  <a:pt x="2931796" y="176176"/>
                </a:cubicBezTo>
                <a:cubicBezTo>
                  <a:pt x="2931796" y="170913"/>
                  <a:pt x="2933397" y="167937"/>
                  <a:pt x="2942997" y="156493"/>
                </a:cubicBezTo>
                <a:moveTo>
                  <a:pt x="2944141" y="78832"/>
                </a:moveTo>
                <a:cubicBezTo>
                  <a:pt x="2944141" y="65351"/>
                  <a:pt x="2950542" y="57303"/>
                  <a:pt x="2961058" y="57303"/>
                </a:cubicBezTo>
                <a:cubicBezTo>
                  <a:pt x="2968143" y="57303"/>
                  <a:pt x="2974087" y="61235"/>
                  <a:pt x="2977746" y="68092"/>
                </a:cubicBezTo>
                <a:cubicBezTo>
                  <a:pt x="2981858" y="76091"/>
                  <a:pt x="2984603" y="86604"/>
                  <a:pt x="2984603" y="95516"/>
                </a:cubicBezTo>
                <a:cubicBezTo>
                  <a:pt x="2984603" y="108311"/>
                  <a:pt x="2977972" y="116309"/>
                  <a:pt x="2967459" y="116309"/>
                </a:cubicBezTo>
                <a:cubicBezTo>
                  <a:pt x="2953744" y="116309"/>
                  <a:pt x="2944141" y="101457"/>
                  <a:pt x="2944141" y="79520"/>
                </a:cubicBezTo>
                <a:lnTo>
                  <a:pt x="2944141" y="78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F949E-CE9A-440E-AB13-83AF7CB5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3195789"/>
            <a:ext cx="3312307" cy="2481235"/>
          </a:xfrm>
          <a:custGeom xmlns:a="http://schemas.openxmlformats.org/drawingml/2006/main">
            <a:pathLst>
              <a:path w="3312307" h="2481235">
                <a:moveTo>
                  <a:pt x="0" y="2481235"/>
                </a:moveTo>
                <a:lnTo>
                  <a:pt x="3312307" y="2481235"/>
                </a:lnTo>
                <a:lnTo>
                  <a:pt x="3312307" y="0"/>
                </a:lnTo>
                <a:lnTo>
                  <a:pt x="0" y="0"/>
                </a:lnTo>
                <a:lnTo>
                  <a:pt x="0" y="24812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46D0F-17B9-4D9C-9163-448489CE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3195789"/>
            <a:ext cx="3261168" cy="2430096"/>
          </a:xfrm>
          <a:custGeom xmlns:a="http://schemas.openxmlformats.org/drawingml/2006/main">
            <a:pathLst>
              <a:path w="3261168" h="2430096">
                <a:moveTo>
                  <a:pt x="0" y="2430096"/>
                </a:moveTo>
                <a:lnTo>
                  <a:pt x="3261168" y="2430096"/>
                </a:lnTo>
                <a:lnTo>
                  <a:pt x="3261168" y="0"/>
                </a:lnTo>
                <a:lnTo>
                  <a:pt x="0" y="0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A3912-D402-4135-A946-0A63458A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432" y="3195789"/>
            <a:ext cx="3261168" cy="2430096"/>
          </a:xfrm>
          <a:custGeom xmlns:a="http://schemas.openxmlformats.org/drawingml/2006/main">
            <a:pathLst>
              <a:path w="3261168" h="2430096">
                <a:moveTo>
                  <a:pt x="14559" y="2430096"/>
                </a:moveTo>
                <a:lnTo>
                  <a:pt x="29118" y="2430096"/>
                </a:lnTo>
                <a:lnTo>
                  <a:pt x="43676" y="2430096"/>
                </a:lnTo>
                <a:lnTo>
                  <a:pt x="58235" y="2430096"/>
                </a:lnTo>
                <a:lnTo>
                  <a:pt x="72794" y="2430096"/>
                </a:lnTo>
                <a:lnTo>
                  <a:pt x="87353" y="2430096"/>
                </a:lnTo>
                <a:lnTo>
                  <a:pt x="101912" y="2430096"/>
                </a:lnTo>
                <a:lnTo>
                  <a:pt x="116470" y="2430096"/>
                </a:lnTo>
                <a:lnTo>
                  <a:pt x="131029" y="2430096"/>
                </a:lnTo>
                <a:lnTo>
                  <a:pt x="145588" y="2430096"/>
                </a:lnTo>
                <a:lnTo>
                  <a:pt x="160147" y="2430096"/>
                </a:lnTo>
                <a:lnTo>
                  <a:pt x="174705" y="2430096"/>
                </a:lnTo>
                <a:lnTo>
                  <a:pt x="189264" y="2430096"/>
                </a:lnTo>
                <a:lnTo>
                  <a:pt x="203823" y="2430096"/>
                </a:lnTo>
                <a:lnTo>
                  <a:pt x="218382" y="2430096"/>
                </a:lnTo>
                <a:lnTo>
                  <a:pt x="232941" y="2430096"/>
                </a:lnTo>
                <a:lnTo>
                  <a:pt x="247499" y="2430096"/>
                </a:lnTo>
                <a:lnTo>
                  <a:pt x="262058" y="2430096"/>
                </a:lnTo>
                <a:lnTo>
                  <a:pt x="276617" y="2430096"/>
                </a:lnTo>
                <a:lnTo>
                  <a:pt x="291176" y="2430096"/>
                </a:lnTo>
                <a:lnTo>
                  <a:pt x="305735" y="2430096"/>
                </a:lnTo>
                <a:lnTo>
                  <a:pt x="320293" y="2430096"/>
                </a:lnTo>
                <a:lnTo>
                  <a:pt x="334852" y="2430096"/>
                </a:lnTo>
                <a:lnTo>
                  <a:pt x="349411" y="2430096"/>
                </a:lnTo>
                <a:lnTo>
                  <a:pt x="363970" y="2430096"/>
                </a:lnTo>
                <a:lnTo>
                  <a:pt x="378528" y="2430096"/>
                </a:lnTo>
                <a:lnTo>
                  <a:pt x="393087" y="2430096"/>
                </a:lnTo>
                <a:lnTo>
                  <a:pt x="407646" y="2430096"/>
                </a:lnTo>
                <a:lnTo>
                  <a:pt x="422205" y="2430096"/>
                </a:lnTo>
                <a:lnTo>
                  <a:pt x="436764" y="2430096"/>
                </a:lnTo>
                <a:lnTo>
                  <a:pt x="451322" y="2430096"/>
                </a:lnTo>
                <a:lnTo>
                  <a:pt x="465881" y="2430096"/>
                </a:lnTo>
                <a:lnTo>
                  <a:pt x="480440" y="2430096"/>
                </a:lnTo>
                <a:lnTo>
                  <a:pt x="494999" y="2430096"/>
                </a:lnTo>
                <a:lnTo>
                  <a:pt x="509558" y="2430096"/>
                </a:lnTo>
                <a:lnTo>
                  <a:pt x="524116" y="2430096"/>
                </a:lnTo>
                <a:lnTo>
                  <a:pt x="538675" y="2430096"/>
                </a:lnTo>
                <a:lnTo>
                  <a:pt x="553234" y="2430096"/>
                </a:lnTo>
                <a:lnTo>
                  <a:pt x="567793" y="2430096"/>
                </a:lnTo>
                <a:lnTo>
                  <a:pt x="582352" y="2430096"/>
                </a:lnTo>
                <a:lnTo>
                  <a:pt x="596910" y="2430096"/>
                </a:lnTo>
                <a:lnTo>
                  <a:pt x="611469" y="2430096"/>
                </a:lnTo>
                <a:lnTo>
                  <a:pt x="626028" y="2430096"/>
                </a:lnTo>
                <a:lnTo>
                  <a:pt x="640587" y="2430096"/>
                </a:lnTo>
                <a:lnTo>
                  <a:pt x="655145" y="2430096"/>
                </a:lnTo>
                <a:lnTo>
                  <a:pt x="669704" y="2430096"/>
                </a:lnTo>
                <a:lnTo>
                  <a:pt x="684263" y="2430096"/>
                </a:lnTo>
                <a:lnTo>
                  <a:pt x="698822" y="2430096"/>
                </a:lnTo>
                <a:lnTo>
                  <a:pt x="713381" y="2430096"/>
                </a:lnTo>
                <a:lnTo>
                  <a:pt x="727939" y="2430096"/>
                </a:lnTo>
                <a:lnTo>
                  <a:pt x="742498" y="2430096"/>
                </a:lnTo>
                <a:lnTo>
                  <a:pt x="757057" y="2430096"/>
                </a:lnTo>
                <a:lnTo>
                  <a:pt x="771616" y="2430096"/>
                </a:lnTo>
                <a:lnTo>
                  <a:pt x="786175" y="2430096"/>
                </a:lnTo>
                <a:lnTo>
                  <a:pt x="800733" y="2430096"/>
                </a:lnTo>
                <a:lnTo>
                  <a:pt x="815292" y="2430096"/>
                </a:lnTo>
                <a:lnTo>
                  <a:pt x="829851" y="2430096"/>
                </a:lnTo>
                <a:lnTo>
                  <a:pt x="844410" y="2430096"/>
                </a:lnTo>
                <a:lnTo>
                  <a:pt x="858968" y="2430096"/>
                </a:lnTo>
                <a:lnTo>
                  <a:pt x="873527" y="2430096"/>
                </a:lnTo>
                <a:lnTo>
                  <a:pt x="888086" y="2430096"/>
                </a:lnTo>
                <a:lnTo>
                  <a:pt x="902645" y="2430096"/>
                </a:lnTo>
                <a:lnTo>
                  <a:pt x="917204" y="2430096"/>
                </a:lnTo>
                <a:lnTo>
                  <a:pt x="931762" y="2430096"/>
                </a:lnTo>
                <a:lnTo>
                  <a:pt x="946321" y="2430096"/>
                </a:lnTo>
                <a:lnTo>
                  <a:pt x="960880" y="2430096"/>
                </a:lnTo>
                <a:lnTo>
                  <a:pt x="975439" y="2430096"/>
                </a:lnTo>
                <a:lnTo>
                  <a:pt x="989997" y="2430096"/>
                </a:lnTo>
                <a:lnTo>
                  <a:pt x="1004556" y="2430096"/>
                </a:lnTo>
                <a:lnTo>
                  <a:pt x="1019115" y="2430096"/>
                </a:lnTo>
                <a:lnTo>
                  <a:pt x="1033674" y="2430096"/>
                </a:lnTo>
                <a:lnTo>
                  <a:pt x="1048233" y="2430096"/>
                </a:lnTo>
                <a:lnTo>
                  <a:pt x="1062792" y="2430096"/>
                </a:lnTo>
                <a:lnTo>
                  <a:pt x="1077350" y="2430096"/>
                </a:lnTo>
                <a:lnTo>
                  <a:pt x="1091909" y="2430096"/>
                </a:lnTo>
                <a:lnTo>
                  <a:pt x="1106468" y="2430096"/>
                </a:lnTo>
                <a:lnTo>
                  <a:pt x="1121027" y="2430096"/>
                </a:lnTo>
                <a:lnTo>
                  <a:pt x="1123210" y="2430096"/>
                </a:lnTo>
                <a:lnTo>
                  <a:pt x="1129165" y="2416596"/>
                </a:lnTo>
                <a:lnTo>
                  <a:pt x="1135585" y="2410641"/>
                </a:lnTo>
                <a:lnTo>
                  <a:pt x="1137769" y="2403095"/>
                </a:lnTo>
                <a:lnTo>
                  <a:pt x="1142832" y="2389595"/>
                </a:lnTo>
                <a:lnTo>
                  <a:pt x="1150144" y="2382813"/>
                </a:lnTo>
                <a:lnTo>
                  <a:pt x="1152328" y="2376094"/>
                </a:lnTo>
                <a:lnTo>
                  <a:pt x="1156632" y="2362594"/>
                </a:lnTo>
                <a:lnTo>
                  <a:pt x="1164703" y="2355109"/>
                </a:lnTo>
                <a:lnTo>
                  <a:pt x="1166887" y="2349093"/>
                </a:lnTo>
                <a:lnTo>
                  <a:pt x="1170546" y="2335593"/>
                </a:lnTo>
                <a:lnTo>
                  <a:pt x="1179262" y="2327510"/>
                </a:lnTo>
                <a:lnTo>
                  <a:pt x="1181445" y="2322092"/>
                </a:lnTo>
                <a:lnTo>
                  <a:pt x="1184557" y="2308592"/>
                </a:lnTo>
                <a:lnTo>
                  <a:pt x="1193821" y="2300000"/>
                </a:lnTo>
                <a:lnTo>
                  <a:pt x="1196004" y="2295091"/>
                </a:lnTo>
                <a:lnTo>
                  <a:pt x="1198649" y="2281590"/>
                </a:lnTo>
                <a:lnTo>
                  <a:pt x="1208379" y="2272567"/>
                </a:lnTo>
                <a:lnTo>
                  <a:pt x="1210563" y="2268090"/>
                </a:lnTo>
                <a:lnTo>
                  <a:pt x="1212812" y="2254589"/>
                </a:lnTo>
                <a:lnTo>
                  <a:pt x="1222938" y="2245198"/>
                </a:lnTo>
                <a:lnTo>
                  <a:pt x="1225121" y="2241089"/>
                </a:lnTo>
                <a:lnTo>
                  <a:pt x="1227034" y="2227588"/>
                </a:lnTo>
                <a:lnTo>
                  <a:pt x="1237497" y="2217885"/>
                </a:lnTo>
                <a:lnTo>
                  <a:pt x="1239680" y="2214088"/>
                </a:lnTo>
                <a:lnTo>
                  <a:pt x="1241306" y="2200587"/>
                </a:lnTo>
                <a:lnTo>
                  <a:pt x="1252056" y="2190618"/>
                </a:lnTo>
                <a:lnTo>
                  <a:pt x="1254239" y="2187087"/>
                </a:lnTo>
                <a:lnTo>
                  <a:pt x="1255622" y="2173586"/>
                </a:lnTo>
                <a:lnTo>
                  <a:pt x="1266615" y="2163391"/>
                </a:lnTo>
                <a:lnTo>
                  <a:pt x="1268797" y="2160086"/>
                </a:lnTo>
                <a:lnTo>
                  <a:pt x="1269973" y="2146585"/>
                </a:lnTo>
                <a:lnTo>
                  <a:pt x="1281173" y="2136198"/>
                </a:lnTo>
                <a:lnTo>
                  <a:pt x="1283356" y="2133085"/>
                </a:lnTo>
                <a:lnTo>
                  <a:pt x="1284356" y="2119584"/>
                </a:lnTo>
                <a:lnTo>
                  <a:pt x="1295732" y="2109033"/>
                </a:lnTo>
                <a:lnTo>
                  <a:pt x="1297914" y="2106084"/>
                </a:lnTo>
                <a:lnTo>
                  <a:pt x="1298765" y="2092583"/>
                </a:lnTo>
                <a:lnTo>
                  <a:pt x="1310291" y="2081893"/>
                </a:lnTo>
                <a:lnTo>
                  <a:pt x="1312473" y="2079082"/>
                </a:lnTo>
                <a:lnTo>
                  <a:pt x="1313198" y="2065582"/>
                </a:lnTo>
                <a:lnTo>
                  <a:pt x="1324850" y="2054775"/>
                </a:lnTo>
                <a:lnTo>
                  <a:pt x="1327032" y="2052081"/>
                </a:lnTo>
                <a:lnTo>
                  <a:pt x="1327671" y="2038581"/>
                </a:lnTo>
                <a:lnTo>
                  <a:pt x="1339408" y="2027694"/>
                </a:lnTo>
                <a:lnTo>
                  <a:pt x="1341590" y="2025080"/>
                </a:lnTo>
                <a:lnTo>
                  <a:pt x="1342155" y="2011580"/>
                </a:lnTo>
                <a:lnTo>
                  <a:pt x="1353967" y="2000623"/>
                </a:lnTo>
                <a:lnTo>
                  <a:pt x="1356149" y="1998079"/>
                </a:lnTo>
                <a:lnTo>
                  <a:pt x="1356647" y="1984579"/>
                </a:lnTo>
                <a:lnTo>
                  <a:pt x="1368526" y="1973561"/>
                </a:lnTo>
                <a:lnTo>
                  <a:pt x="1370707" y="1971078"/>
                </a:lnTo>
                <a:lnTo>
                  <a:pt x="1371148" y="1957578"/>
                </a:lnTo>
                <a:lnTo>
                  <a:pt x="1383085" y="1946505"/>
                </a:lnTo>
                <a:lnTo>
                  <a:pt x="1385266" y="1944077"/>
                </a:lnTo>
                <a:lnTo>
                  <a:pt x="1385655" y="1930577"/>
                </a:lnTo>
                <a:lnTo>
                  <a:pt x="1397644" y="1919417"/>
                </a:lnTo>
                <a:lnTo>
                  <a:pt x="1399787" y="1917076"/>
                </a:lnTo>
                <a:lnTo>
                  <a:pt x="1399690" y="1903575"/>
                </a:lnTo>
                <a:lnTo>
                  <a:pt x="1397968" y="1890075"/>
                </a:lnTo>
                <a:lnTo>
                  <a:pt x="1397644" y="1889382"/>
                </a:lnTo>
                <a:lnTo>
                  <a:pt x="1387370" y="1876574"/>
                </a:lnTo>
                <a:lnTo>
                  <a:pt x="1385380" y="1863074"/>
                </a:lnTo>
                <a:lnTo>
                  <a:pt x="1384206" y="1849573"/>
                </a:lnTo>
                <a:lnTo>
                  <a:pt x="1383085" y="1846343"/>
                </a:lnTo>
                <a:lnTo>
                  <a:pt x="1374374" y="1836073"/>
                </a:lnTo>
                <a:lnTo>
                  <a:pt x="1371141" y="1822572"/>
                </a:lnTo>
                <a:lnTo>
                  <a:pt x="1370128" y="1809072"/>
                </a:lnTo>
                <a:lnTo>
                  <a:pt x="1368526" y="1802442"/>
                </a:lnTo>
                <a:lnTo>
                  <a:pt x="1362498" y="1795571"/>
                </a:lnTo>
                <a:lnTo>
                  <a:pt x="1357018" y="1782071"/>
                </a:lnTo>
                <a:lnTo>
                  <a:pt x="1355884" y="1768570"/>
                </a:lnTo>
                <a:lnTo>
                  <a:pt x="1353967" y="1756641"/>
                </a:lnTo>
                <a:lnTo>
                  <a:pt x="1352560" y="1755070"/>
                </a:lnTo>
                <a:lnTo>
                  <a:pt x="1343162" y="1741569"/>
                </a:lnTo>
                <a:lnTo>
                  <a:pt x="1341575" y="1728069"/>
                </a:lnTo>
                <a:lnTo>
                  <a:pt x="1340173" y="1714568"/>
                </a:lnTo>
                <a:lnTo>
                  <a:pt x="1339408" y="1712697"/>
                </a:lnTo>
                <a:lnTo>
                  <a:pt x="1329790" y="1701067"/>
                </a:lnTo>
                <a:lnTo>
                  <a:pt x="1327288" y="1687567"/>
                </a:lnTo>
                <a:lnTo>
                  <a:pt x="1326234" y="1674066"/>
                </a:lnTo>
                <a:lnTo>
                  <a:pt x="1324850" y="1669346"/>
                </a:lnTo>
                <a:lnTo>
                  <a:pt x="1317263" y="1660566"/>
                </a:lnTo>
                <a:lnTo>
                  <a:pt x="1313095" y="1647065"/>
                </a:lnTo>
                <a:lnTo>
                  <a:pt x="1312060" y="1633565"/>
                </a:lnTo>
                <a:lnTo>
                  <a:pt x="1310291" y="1624677"/>
                </a:lnTo>
                <a:lnTo>
                  <a:pt x="1306199" y="1620064"/>
                </a:lnTo>
                <a:lnTo>
                  <a:pt x="1299080" y="1606564"/>
                </a:lnTo>
                <a:lnTo>
                  <a:pt x="1297774" y="1593063"/>
                </a:lnTo>
                <a:lnTo>
                  <a:pt x="1296029" y="1579563"/>
                </a:lnTo>
                <a:lnTo>
                  <a:pt x="1295732" y="1578934"/>
                </a:lnTo>
                <a:lnTo>
                  <a:pt x="1285426" y="1566062"/>
                </a:lnTo>
                <a:lnTo>
                  <a:pt x="1283465" y="1552562"/>
                </a:lnTo>
                <a:lnTo>
                  <a:pt x="1282278" y="1539061"/>
                </a:lnTo>
                <a:lnTo>
                  <a:pt x="1281173" y="1535909"/>
                </a:lnTo>
                <a:lnTo>
                  <a:pt x="1272407" y="1525560"/>
                </a:lnTo>
                <a:lnTo>
                  <a:pt x="1269222" y="1512060"/>
                </a:lnTo>
                <a:lnTo>
                  <a:pt x="1268207" y="1498559"/>
                </a:lnTo>
                <a:lnTo>
                  <a:pt x="1266615" y="1492042"/>
                </a:lnTo>
                <a:lnTo>
                  <a:pt x="1260492" y="1485059"/>
                </a:lnTo>
                <a:lnTo>
                  <a:pt x="1255092" y="1471558"/>
                </a:lnTo>
                <a:lnTo>
                  <a:pt x="1253966" y="1458058"/>
                </a:lnTo>
                <a:lnTo>
                  <a:pt x="1252056" y="1446312"/>
                </a:lnTo>
                <a:lnTo>
                  <a:pt x="1250485" y="1444557"/>
                </a:lnTo>
                <a:lnTo>
                  <a:pt x="1241226" y="1431057"/>
                </a:lnTo>
                <a:lnTo>
                  <a:pt x="1239659" y="1417556"/>
                </a:lnTo>
                <a:lnTo>
                  <a:pt x="1238239" y="1404056"/>
                </a:lnTo>
                <a:lnTo>
                  <a:pt x="1237497" y="1402254"/>
                </a:lnTo>
                <a:lnTo>
                  <a:pt x="1227837" y="1390555"/>
                </a:lnTo>
                <a:lnTo>
                  <a:pt x="1225372" y="1377055"/>
                </a:lnTo>
                <a:lnTo>
                  <a:pt x="1224309" y="1363554"/>
                </a:lnTo>
                <a:lnTo>
                  <a:pt x="1222938" y="1358925"/>
                </a:lnTo>
                <a:lnTo>
                  <a:pt x="1215280" y="1350054"/>
                </a:lnTo>
                <a:lnTo>
                  <a:pt x="1211172" y="1336553"/>
                </a:lnTo>
                <a:lnTo>
                  <a:pt x="1210141" y="1323052"/>
                </a:lnTo>
                <a:lnTo>
                  <a:pt x="1208379" y="1314307"/>
                </a:lnTo>
                <a:lnTo>
                  <a:pt x="1204164" y="1309552"/>
                </a:lnTo>
                <a:lnTo>
                  <a:pt x="1197150" y="1296051"/>
                </a:lnTo>
                <a:lnTo>
                  <a:pt x="1195857" y="1282551"/>
                </a:lnTo>
                <a:lnTo>
                  <a:pt x="1194088" y="1269050"/>
                </a:lnTo>
                <a:lnTo>
                  <a:pt x="1193821" y="1268487"/>
                </a:lnTo>
                <a:lnTo>
                  <a:pt x="1183483" y="1255550"/>
                </a:lnTo>
                <a:lnTo>
                  <a:pt x="1181549" y="1242049"/>
                </a:lnTo>
                <a:lnTo>
                  <a:pt x="1180350" y="1228549"/>
                </a:lnTo>
                <a:lnTo>
                  <a:pt x="1179262" y="1225473"/>
                </a:lnTo>
                <a:lnTo>
                  <a:pt x="1170441" y="1215048"/>
                </a:lnTo>
                <a:lnTo>
                  <a:pt x="1167301" y="1201548"/>
                </a:lnTo>
                <a:lnTo>
                  <a:pt x="1166285" y="1188047"/>
                </a:lnTo>
                <a:lnTo>
                  <a:pt x="1164703" y="1181642"/>
                </a:lnTo>
                <a:lnTo>
                  <a:pt x="1158487" y="1174547"/>
                </a:lnTo>
                <a:lnTo>
                  <a:pt x="1153166" y="1161046"/>
                </a:lnTo>
                <a:lnTo>
                  <a:pt x="1152048" y="1147546"/>
                </a:lnTo>
                <a:lnTo>
                  <a:pt x="1150144" y="1135981"/>
                </a:lnTo>
                <a:lnTo>
                  <a:pt x="1148413" y="1134045"/>
                </a:lnTo>
                <a:lnTo>
                  <a:pt x="1139291" y="1120544"/>
                </a:lnTo>
                <a:lnTo>
                  <a:pt x="1137743" y="1107044"/>
                </a:lnTo>
                <a:lnTo>
                  <a:pt x="1136306" y="1093543"/>
                </a:lnTo>
                <a:lnTo>
                  <a:pt x="1135585" y="1091809"/>
                </a:lnTo>
                <a:lnTo>
                  <a:pt x="1125884" y="1080043"/>
                </a:lnTo>
                <a:lnTo>
                  <a:pt x="1123457" y="1066542"/>
                </a:lnTo>
                <a:lnTo>
                  <a:pt x="1122385" y="1053042"/>
                </a:lnTo>
                <a:lnTo>
                  <a:pt x="1121027" y="1048503"/>
                </a:lnTo>
                <a:lnTo>
                  <a:pt x="1113298" y="1039541"/>
                </a:lnTo>
                <a:lnTo>
                  <a:pt x="1109249" y="1026041"/>
                </a:lnTo>
                <a:lnTo>
                  <a:pt x="1108222" y="1012540"/>
                </a:lnTo>
                <a:lnTo>
                  <a:pt x="1106468" y="1003934"/>
                </a:lnTo>
                <a:lnTo>
                  <a:pt x="1102130" y="999040"/>
                </a:lnTo>
                <a:lnTo>
                  <a:pt x="1095220" y="985539"/>
                </a:lnTo>
                <a:lnTo>
                  <a:pt x="1093940" y="972039"/>
                </a:lnTo>
                <a:lnTo>
                  <a:pt x="1092148" y="958538"/>
                </a:lnTo>
                <a:lnTo>
                  <a:pt x="1091909" y="958040"/>
                </a:lnTo>
                <a:lnTo>
                  <a:pt x="1081540" y="945037"/>
                </a:lnTo>
                <a:lnTo>
                  <a:pt x="1079634" y="931537"/>
                </a:lnTo>
                <a:lnTo>
                  <a:pt x="1078519" y="918036"/>
                </a:lnTo>
                <a:lnTo>
                  <a:pt x="1077949" y="904536"/>
                </a:lnTo>
                <a:lnTo>
                  <a:pt x="1078217" y="891035"/>
                </a:lnTo>
                <a:lnTo>
                  <a:pt x="1077989" y="877535"/>
                </a:lnTo>
                <a:lnTo>
                  <a:pt x="1077732" y="864034"/>
                </a:lnTo>
                <a:lnTo>
                  <a:pt x="1077443" y="850534"/>
                </a:lnTo>
                <a:lnTo>
                  <a:pt x="1077350" y="846678"/>
                </a:lnTo>
                <a:lnTo>
                  <a:pt x="1076189" y="837033"/>
                </a:lnTo>
                <a:lnTo>
                  <a:pt x="1074722" y="823533"/>
                </a:lnTo>
                <a:lnTo>
                  <a:pt x="1073444" y="810032"/>
                </a:lnTo>
                <a:lnTo>
                  <a:pt x="1072331" y="796532"/>
                </a:lnTo>
                <a:lnTo>
                  <a:pt x="1071360" y="783031"/>
                </a:lnTo>
                <a:lnTo>
                  <a:pt x="1070514" y="769531"/>
                </a:lnTo>
                <a:lnTo>
                  <a:pt x="1069775" y="756030"/>
                </a:lnTo>
                <a:lnTo>
                  <a:pt x="1069131" y="742529"/>
                </a:lnTo>
                <a:lnTo>
                  <a:pt x="1068568" y="729029"/>
                </a:lnTo>
                <a:lnTo>
                  <a:pt x="1068075" y="715528"/>
                </a:lnTo>
                <a:lnTo>
                  <a:pt x="1067643" y="702028"/>
                </a:lnTo>
                <a:lnTo>
                  <a:pt x="1067265" y="688527"/>
                </a:lnTo>
                <a:lnTo>
                  <a:pt x="1067173" y="675027"/>
                </a:lnTo>
                <a:lnTo>
                  <a:pt x="1068678" y="661526"/>
                </a:lnTo>
                <a:lnTo>
                  <a:pt x="1072775" y="648026"/>
                </a:lnTo>
                <a:lnTo>
                  <a:pt x="1077350" y="643951"/>
                </a:lnTo>
                <a:lnTo>
                  <a:pt x="1081739" y="648026"/>
                </a:lnTo>
                <a:lnTo>
                  <a:pt x="1091909" y="658127"/>
                </a:lnTo>
                <a:lnTo>
                  <a:pt x="1095571" y="661526"/>
                </a:lnTo>
                <a:lnTo>
                  <a:pt x="1106468" y="672362"/>
                </a:lnTo>
                <a:lnTo>
                  <a:pt x="1109339" y="675027"/>
                </a:lnTo>
                <a:lnTo>
                  <a:pt x="1121027" y="686662"/>
                </a:lnTo>
                <a:lnTo>
                  <a:pt x="1123036" y="688527"/>
                </a:lnTo>
                <a:lnTo>
                  <a:pt x="1135585" y="701033"/>
                </a:lnTo>
                <a:lnTo>
                  <a:pt x="1136656" y="702028"/>
                </a:lnTo>
                <a:lnTo>
                  <a:pt x="1150144" y="715482"/>
                </a:lnTo>
                <a:lnTo>
                  <a:pt x="1150194" y="715528"/>
                </a:lnTo>
                <a:lnTo>
                  <a:pt x="1164293" y="729029"/>
                </a:lnTo>
                <a:lnTo>
                  <a:pt x="1164703" y="729411"/>
                </a:lnTo>
                <a:lnTo>
                  <a:pt x="1178450" y="742529"/>
                </a:lnTo>
                <a:lnTo>
                  <a:pt x="1179262" y="743294"/>
                </a:lnTo>
                <a:lnTo>
                  <a:pt x="1192675" y="756030"/>
                </a:lnTo>
                <a:lnTo>
                  <a:pt x="1193821" y="757114"/>
                </a:lnTo>
                <a:lnTo>
                  <a:pt x="1206952" y="769531"/>
                </a:lnTo>
                <a:lnTo>
                  <a:pt x="1208379" y="770888"/>
                </a:lnTo>
                <a:lnTo>
                  <a:pt x="1221266" y="783031"/>
                </a:lnTo>
                <a:lnTo>
                  <a:pt x="1222938" y="784630"/>
                </a:lnTo>
                <a:lnTo>
                  <a:pt x="1235604" y="796532"/>
                </a:lnTo>
                <a:lnTo>
                  <a:pt x="1237497" y="798353"/>
                </a:lnTo>
                <a:lnTo>
                  <a:pt x="1249954" y="810032"/>
                </a:lnTo>
                <a:lnTo>
                  <a:pt x="1252056" y="812070"/>
                </a:lnTo>
                <a:lnTo>
                  <a:pt x="1264305" y="823533"/>
                </a:lnTo>
                <a:lnTo>
                  <a:pt x="1266615" y="825792"/>
                </a:lnTo>
                <a:lnTo>
                  <a:pt x="1278645" y="837033"/>
                </a:lnTo>
                <a:lnTo>
                  <a:pt x="1281173" y="839531"/>
                </a:lnTo>
                <a:lnTo>
                  <a:pt x="1292962" y="850534"/>
                </a:lnTo>
                <a:lnTo>
                  <a:pt x="1295732" y="853301"/>
                </a:lnTo>
                <a:lnTo>
                  <a:pt x="1307243" y="864034"/>
                </a:lnTo>
                <a:lnTo>
                  <a:pt x="1310291" y="867117"/>
                </a:lnTo>
                <a:lnTo>
                  <a:pt x="1321471" y="877535"/>
                </a:lnTo>
                <a:lnTo>
                  <a:pt x="1324850" y="880996"/>
                </a:lnTo>
                <a:lnTo>
                  <a:pt x="1335630" y="891035"/>
                </a:lnTo>
                <a:lnTo>
                  <a:pt x="1339408" y="894959"/>
                </a:lnTo>
                <a:lnTo>
                  <a:pt x="1349697" y="904536"/>
                </a:lnTo>
                <a:lnTo>
                  <a:pt x="1353967" y="909032"/>
                </a:lnTo>
                <a:lnTo>
                  <a:pt x="1363646" y="918036"/>
                </a:lnTo>
                <a:lnTo>
                  <a:pt x="1368526" y="923245"/>
                </a:lnTo>
                <a:lnTo>
                  <a:pt x="1377441" y="931537"/>
                </a:lnTo>
                <a:lnTo>
                  <a:pt x="1383085" y="937639"/>
                </a:lnTo>
                <a:lnTo>
                  <a:pt x="1391041" y="945037"/>
                </a:lnTo>
                <a:lnTo>
                  <a:pt x="1397644" y="952262"/>
                </a:lnTo>
                <a:lnTo>
                  <a:pt x="1404394" y="958538"/>
                </a:lnTo>
                <a:lnTo>
                  <a:pt x="1412202" y="967177"/>
                </a:lnTo>
                <a:lnTo>
                  <a:pt x="1417433" y="972039"/>
                </a:lnTo>
                <a:lnTo>
                  <a:pt x="1426761" y="982461"/>
                </a:lnTo>
                <a:lnTo>
                  <a:pt x="1430073" y="985539"/>
                </a:lnTo>
                <a:lnTo>
                  <a:pt x="1441320" y="998213"/>
                </a:lnTo>
                <a:lnTo>
                  <a:pt x="1442209" y="999040"/>
                </a:lnTo>
                <a:lnTo>
                  <a:pt x="1455538" y="1012540"/>
                </a:lnTo>
                <a:lnTo>
                  <a:pt x="1455879" y="1012861"/>
                </a:lnTo>
                <a:lnTo>
                  <a:pt x="1469678" y="1026041"/>
                </a:lnTo>
                <a:lnTo>
                  <a:pt x="1470437" y="1026757"/>
                </a:lnTo>
                <a:lnTo>
                  <a:pt x="1483892" y="1039541"/>
                </a:lnTo>
                <a:lnTo>
                  <a:pt x="1484996" y="1040586"/>
                </a:lnTo>
                <a:lnTo>
                  <a:pt x="1498163" y="1053042"/>
                </a:lnTo>
                <a:lnTo>
                  <a:pt x="1499555" y="1054365"/>
                </a:lnTo>
                <a:lnTo>
                  <a:pt x="1512472" y="1066542"/>
                </a:lnTo>
                <a:lnTo>
                  <a:pt x="1514114" y="1068110"/>
                </a:lnTo>
                <a:lnTo>
                  <a:pt x="1526682" y="1080043"/>
                </a:lnTo>
                <a:lnTo>
                  <a:pt x="1528673" y="1082078"/>
                </a:lnTo>
                <a:lnTo>
                  <a:pt x="1540578" y="1093543"/>
                </a:lnTo>
                <a:lnTo>
                  <a:pt x="1543231" y="1098218"/>
                </a:lnTo>
                <a:lnTo>
                  <a:pt x="1552618" y="1107044"/>
                </a:lnTo>
                <a:lnTo>
                  <a:pt x="1557311" y="1120544"/>
                </a:lnTo>
                <a:lnTo>
                  <a:pt x="1557790" y="1121018"/>
                </a:lnTo>
                <a:lnTo>
                  <a:pt x="1570355" y="1134045"/>
                </a:lnTo>
                <a:lnTo>
                  <a:pt x="1572349" y="1136437"/>
                </a:lnTo>
                <a:lnTo>
                  <a:pt x="1583984" y="1147546"/>
                </a:lnTo>
                <a:lnTo>
                  <a:pt x="1586908" y="1153437"/>
                </a:lnTo>
                <a:lnTo>
                  <a:pt x="1595014" y="1161046"/>
                </a:lnTo>
                <a:lnTo>
                  <a:pt x="1600466" y="1174547"/>
                </a:lnTo>
                <a:lnTo>
                  <a:pt x="1601467" y="1175558"/>
                </a:lnTo>
                <a:lnTo>
                  <a:pt x="1613868" y="1188047"/>
                </a:lnTo>
                <a:lnTo>
                  <a:pt x="1616025" y="1190854"/>
                </a:lnTo>
                <a:lnTo>
                  <a:pt x="1627295" y="1201548"/>
                </a:lnTo>
                <a:lnTo>
                  <a:pt x="1630584" y="1209150"/>
                </a:lnTo>
                <a:lnTo>
                  <a:pt x="1636875" y="1215048"/>
                </a:lnTo>
                <a:lnTo>
                  <a:pt x="1643767" y="1228549"/>
                </a:lnTo>
                <a:lnTo>
                  <a:pt x="1645143" y="1229982"/>
                </a:lnTo>
                <a:lnTo>
                  <a:pt x="1657382" y="1242049"/>
                </a:lnTo>
                <a:lnTo>
                  <a:pt x="1659702" y="1245381"/>
                </a:lnTo>
                <a:lnTo>
                  <a:pt x="1670466" y="1255550"/>
                </a:lnTo>
                <a:lnTo>
                  <a:pt x="1674261" y="1265572"/>
                </a:lnTo>
                <a:lnTo>
                  <a:pt x="1677974" y="1269050"/>
                </a:lnTo>
                <a:lnTo>
                  <a:pt x="1687166" y="1282551"/>
                </a:lnTo>
                <a:lnTo>
                  <a:pt x="1688819" y="1284345"/>
                </a:lnTo>
                <a:lnTo>
                  <a:pt x="1700876" y="1296051"/>
                </a:lnTo>
                <a:lnTo>
                  <a:pt x="1703378" y="1300083"/>
                </a:lnTo>
                <a:lnTo>
                  <a:pt x="1713433" y="1309552"/>
                </a:lnTo>
                <a:lnTo>
                  <a:pt x="1717937" y="1323005"/>
                </a:lnTo>
                <a:lnTo>
                  <a:pt x="1717987" y="1323052"/>
                </a:lnTo>
                <a:lnTo>
                  <a:pt x="1730662" y="1336553"/>
                </a:lnTo>
                <a:lnTo>
                  <a:pt x="1732496" y="1338281"/>
                </a:lnTo>
                <a:lnTo>
                  <a:pt x="1747054" y="1344196"/>
                </a:lnTo>
                <a:lnTo>
                  <a:pt x="1753577" y="1350054"/>
                </a:lnTo>
                <a:lnTo>
                  <a:pt x="1761613" y="1352519"/>
                </a:lnTo>
                <a:lnTo>
                  <a:pt x="1774799" y="1363554"/>
                </a:lnTo>
                <a:lnTo>
                  <a:pt x="1776172" y="1364551"/>
                </a:lnTo>
                <a:lnTo>
                  <a:pt x="1790731" y="1367759"/>
                </a:lnTo>
                <a:lnTo>
                  <a:pt x="1801214" y="1377055"/>
                </a:lnTo>
                <a:lnTo>
                  <a:pt x="1805290" y="1379009"/>
                </a:lnTo>
                <a:lnTo>
                  <a:pt x="1819848" y="1387741"/>
                </a:lnTo>
                <a:lnTo>
                  <a:pt x="1822973" y="1390555"/>
                </a:lnTo>
                <a:lnTo>
                  <a:pt x="1834407" y="1393367"/>
                </a:lnTo>
                <a:lnTo>
                  <a:pt x="1846843" y="1404056"/>
                </a:lnTo>
                <a:lnTo>
                  <a:pt x="1848966" y="1405455"/>
                </a:lnTo>
                <a:lnTo>
                  <a:pt x="1863525" y="1409471"/>
                </a:lnTo>
                <a:lnTo>
                  <a:pt x="1878084" y="1406081"/>
                </a:lnTo>
                <a:lnTo>
                  <a:pt x="1881588" y="1404056"/>
                </a:lnTo>
                <a:lnTo>
                  <a:pt x="1892642" y="1393805"/>
                </a:lnTo>
                <a:lnTo>
                  <a:pt x="1907201" y="1392570"/>
                </a:lnTo>
                <a:lnTo>
                  <a:pt x="1909398" y="1390555"/>
                </a:lnTo>
                <a:lnTo>
                  <a:pt x="1921760" y="1379102"/>
                </a:lnTo>
                <a:lnTo>
                  <a:pt x="1936319" y="1378518"/>
                </a:lnTo>
                <a:lnTo>
                  <a:pt x="1937897" y="1377055"/>
                </a:lnTo>
                <a:lnTo>
                  <a:pt x="1950877" y="1365579"/>
                </a:lnTo>
                <a:lnTo>
                  <a:pt x="1953865" y="1363554"/>
                </a:lnTo>
                <a:lnTo>
                  <a:pt x="1965436" y="1352824"/>
                </a:lnTo>
                <a:lnTo>
                  <a:pt x="1979995" y="1352062"/>
                </a:lnTo>
                <a:lnTo>
                  <a:pt x="1982175" y="1350054"/>
                </a:lnTo>
                <a:lnTo>
                  <a:pt x="1994554" y="1338592"/>
                </a:lnTo>
                <a:lnTo>
                  <a:pt x="2009113" y="1337655"/>
                </a:lnTo>
                <a:lnTo>
                  <a:pt x="2010301" y="1336553"/>
                </a:lnTo>
                <a:lnTo>
                  <a:pt x="2023671" y="1325077"/>
                </a:lnTo>
                <a:lnTo>
                  <a:pt x="2026344" y="1323052"/>
                </a:lnTo>
                <a:lnTo>
                  <a:pt x="2038230" y="1312030"/>
                </a:lnTo>
                <a:lnTo>
                  <a:pt x="2052789" y="1311550"/>
                </a:lnTo>
                <a:lnTo>
                  <a:pt x="2054952" y="1309552"/>
                </a:lnTo>
                <a:lnTo>
                  <a:pt x="2067348" y="1298085"/>
                </a:lnTo>
                <a:lnTo>
                  <a:pt x="2081907" y="1296559"/>
                </a:lnTo>
                <a:lnTo>
                  <a:pt x="2082454" y="1296051"/>
                </a:lnTo>
                <a:lnTo>
                  <a:pt x="2096465" y="1284575"/>
                </a:lnTo>
                <a:lnTo>
                  <a:pt x="2098946" y="1282551"/>
                </a:lnTo>
                <a:lnTo>
                  <a:pt x="2111024" y="1271351"/>
                </a:lnTo>
                <a:lnTo>
                  <a:pt x="2125583" y="1271030"/>
                </a:lnTo>
                <a:lnTo>
                  <a:pt x="2127724" y="1269050"/>
                </a:lnTo>
                <a:lnTo>
                  <a:pt x="2140142" y="1257580"/>
                </a:lnTo>
                <a:lnTo>
                  <a:pt x="2152372" y="1255550"/>
                </a:lnTo>
                <a:lnTo>
                  <a:pt x="2154701" y="1253391"/>
                </a:lnTo>
                <a:lnTo>
                  <a:pt x="2169259" y="1244073"/>
                </a:lnTo>
                <a:lnTo>
                  <a:pt x="2171622" y="1242049"/>
                </a:lnTo>
                <a:lnTo>
                  <a:pt x="2183818" y="1230742"/>
                </a:lnTo>
                <a:lnTo>
                  <a:pt x="2198377" y="1230500"/>
                </a:lnTo>
                <a:lnTo>
                  <a:pt x="2200484" y="1228549"/>
                </a:lnTo>
                <a:lnTo>
                  <a:pt x="2212936" y="1217076"/>
                </a:lnTo>
                <a:lnTo>
                  <a:pt x="2221231" y="1215048"/>
                </a:lnTo>
                <a:lnTo>
                  <a:pt x="2227494" y="1209240"/>
                </a:lnTo>
                <a:lnTo>
                  <a:pt x="2242053" y="1203571"/>
                </a:lnTo>
                <a:lnTo>
                  <a:pt x="2244345" y="1201548"/>
                </a:lnTo>
                <a:lnTo>
                  <a:pt x="2256612" y="1190174"/>
                </a:lnTo>
                <a:lnTo>
                  <a:pt x="2271171" y="1189951"/>
                </a:lnTo>
                <a:lnTo>
                  <a:pt x="2273226" y="1188047"/>
                </a:lnTo>
                <a:lnTo>
                  <a:pt x="2285730" y="1176573"/>
                </a:lnTo>
                <a:lnTo>
                  <a:pt x="2291631" y="1174547"/>
                </a:lnTo>
                <a:lnTo>
                  <a:pt x="2300288" y="1166519"/>
                </a:lnTo>
                <a:lnTo>
                  <a:pt x="2314847" y="1163068"/>
                </a:lnTo>
                <a:lnTo>
                  <a:pt x="2317094" y="1161046"/>
                </a:lnTo>
                <a:lnTo>
                  <a:pt x="2329406" y="1149633"/>
                </a:lnTo>
                <a:lnTo>
                  <a:pt x="2343965" y="1149371"/>
                </a:lnTo>
                <a:lnTo>
                  <a:pt x="2345935" y="1147546"/>
                </a:lnTo>
                <a:lnTo>
                  <a:pt x="2358524" y="1136071"/>
                </a:lnTo>
                <a:lnTo>
                  <a:pt x="2362969" y="1134045"/>
                </a:lnTo>
                <a:lnTo>
                  <a:pt x="2373082" y="1124667"/>
                </a:lnTo>
                <a:lnTo>
                  <a:pt x="2387641" y="1122564"/>
                </a:lnTo>
                <a:lnTo>
                  <a:pt x="2389859" y="1120544"/>
                </a:lnTo>
                <a:lnTo>
                  <a:pt x="2402200" y="1109107"/>
                </a:lnTo>
                <a:lnTo>
                  <a:pt x="2416759" y="1108631"/>
                </a:lnTo>
                <a:lnTo>
                  <a:pt x="2418470" y="1107044"/>
                </a:lnTo>
                <a:lnTo>
                  <a:pt x="2431317" y="1095568"/>
                </a:lnTo>
                <a:lnTo>
                  <a:pt x="2433834" y="1093543"/>
                </a:lnTo>
                <a:lnTo>
                  <a:pt x="2445876" y="1082377"/>
                </a:lnTo>
                <a:lnTo>
                  <a:pt x="2460435" y="1081989"/>
                </a:lnTo>
                <a:lnTo>
                  <a:pt x="2462535" y="1080043"/>
                </a:lnTo>
                <a:lnTo>
                  <a:pt x="2474994" y="1068569"/>
                </a:lnTo>
                <a:lnTo>
                  <a:pt x="2477868" y="1066542"/>
                </a:lnTo>
                <a:lnTo>
                  <a:pt x="2489552" y="1055707"/>
                </a:lnTo>
                <a:lnTo>
                  <a:pt x="2504111" y="1054645"/>
                </a:lnTo>
                <a:lnTo>
                  <a:pt x="2505840" y="1053042"/>
                </a:lnTo>
                <a:lnTo>
                  <a:pt x="2518670" y="1041561"/>
                </a:lnTo>
                <a:lnTo>
                  <a:pt x="2520863" y="1039541"/>
                </a:lnTo>
                <a:lnTo>
                  <a:pt x="2533229" y="1028079"/>
                </a:lnTo>
                <a:lnTo>
                  <a:pt x="2536617" y="1026041"/>
                </a:lnTo>
                <a:lnTo>
                  <a:pt x="2547788" y="1015682"/>
                </a:lnTo>
                <a:lnTo>
                  <a:pt x="2562347" y="1014323"/>
                </a:lnTo>
                <a:lnTo>
                  <a:pt x="2564270" y="1012540"/>
                </a:lnTo>
                <a:lnTo>
                  <a:pt x="2576905" y="1001062"/>
                </a:lnTo>
                <a:lnTo>
                  <a:pt x="2579111" y="999040"/>
                </a:lnTo>
                <a:lnTo>
                  <a:pt x="2591464" y="987587"/>
                </a:lnTo>
                <a:lnTo>
                  <a:pt x="2595750" y="985539"/>
                </a:lnTo>
                <a:lnTo>
                  <a:pt x="2606023" y="976012"/>
                </a:lnTo>
                <a:lnTo>
                  <a:pt x="2620582" y="973925"/>
                </a:lnTo>
                <a:lnTo>
                  <a:pt x="2622617" y="972039"/>
                </a:lnTo>
                <a:lnTo>
                  <a:pt x="2635141" y="960562"/>
                </a:lnTo>
                <a:lnTo>
                  <a:pt x="2637365" y="958538"/>
                </a:lnTo>
                <a:lnTo>
                  <a:pt x="2649699" y="947102"/>
                </a:lnTo>
                <a:lnTo>
                  <a:pt x="2655551" y="945037"/>
                </a:lnTo>
                <a:lnTo>
                  <a:pt x="2664258" y="936963"/>
                </a:lnTo>
                <a:lnTo>
                  <a:pt x="2678817" y="933483"/>
                </a:lnTo>
                <a:lnTo>
                  <a:pt x="2680916" y="931537"/>
                </a:lnTo>
                <a:lnTo>
                  <a:pt x="2693376" y="920061"/>
                </a:lnTo>
                <a:lnTo>
                  <a:pt x="2695633" y="918036"/>
                </a:lnTo>
                <a:lnTo>
                  <a:pt x="2707934" y="906630"/>
                </a:lnTo>
                <a:lnTo>
                  <a:pt x="2716520" y="904536"/>
                </a:lnTo>
                <a:lnTo>
                  <a:pt x="2722493" y="898997"/>
                </a:lnTo>
                <a:lnTo>
                  <a:pt x="2737052" y="893015"/>
                </a:lnTo>
                <a:lnTo>
                  <a:pt x="2739188" y="891035"/>
                </a:lnTo>
                <a:lnTo>
                  <a:pt x="2751611" y="879561"/>
                </a:lnTo>
                <a:lnTo>
                  <a:pt x="2753924" y="877535"/>
                </a:lnTo>
                <a:lnTo>
                  <a:pt x="2766170" y="866180"/>
                </a:lnTo>
                <a:lnTo>
                  <a:pt x="2779526" y="864034"/>
                </a:lnTo>
                <a:lnTo>
                  <a:pt x="2780728" y="862919"/>
                </a:lnTo>
                <a:lnTo>
                  <a:pt x="2795287" y="852533"/>
                </a:lnTo>
                <a:lnTo>
                  <a:pt x="2797445" y="850534"/>
                </a:lnTo>
                <a:lnTo>
                  <a:pt x="2809846" y="839060"/>
                </a:lnTo>
                <a:lnTo>
                  <a:pt x="2812256" y="837033"/>
                </a:lnTo>
                <a:lnTo>
                  <a:pt x="2824405" y="825768"/>
                </a:lnTo>
                <a:lnTo>
                  <a:pt x="2838964" y="824273"/>
                </a:lnTo>
                <a:lnTo>
                  <a:pt x="2839761" y="823533"/>
                </a:lnTo>
                <a:lnTo>
                  <a:pt x="2853522" y="812042"/>
                </a:lnTo>
                <a:lnTo>
                  <a:pt x="2855694" y="810032"/>
                </a:lnTo>
                <a:lnTo>
                  <a:pt x="2868081" y="798561"/>
                </a:lnTo>
                <a:lnTo>
                  <a:pt x="2870660" y="796532"/>
                </a:lnTo>
                <a:lnTo>
                  <a:pt x="2882640" y="785423"/>
                </a:lnTo>
                <a:lnTo>
                  <a:pt x="2897199" y="784320"/>
                </a:lnTo>
                <a:lnTo>
                  <a:pt x="2898588" y="783031"/>
                </a:lnTo>
                <a:lnTo>
                  <a:pt x="2911757" y="771547"/>
                </a:lnTo>
                <a:lnTo>
                  <a:pt x="2913940" y="769531"/>
                </a:lnTo>
                <a:lnTo>
                  <a:pt x="2926316" y="758062"/>
                </a:lnTo>
                <a:lnTo>
                  <a:pt x="2929190" y="756030"/>
                </a:lnTo>
                <a:lnTo>
                  <a:pt x="2940875" y="745195"/>
                </a:lnTo>
                <a:lnTo>
                  <a:pt x="2955434" y="744133"/>
                </a:lnTo>
                <a:lnTo>
                  <a:pt x="2957163" y="742529"/>
                </a:lnTo>
                <a:lnTo>
                  <a:pt x="2969993" y="731049"/>
                </a:lnTo>
                <a:lnTo>
                  <a:pt x="2972185" y="729029"/>
                </a:lnTo>
                <a:lnTo>
                  <a:pt x="2984551" y="717566"/>
                </a:lnTo>
                <a:lnTo>
                  <a:pt x="2987940" y="715528"/>
                </a:lnTo>
                <a:lnTo>
                  <a:pt x="2999110" y="705170"/>
                </a:lnTo>
                <a:lnTo>
                  <a:pt x="3013669" y="703811"/>
                </a:lnTo>
                <a:lnTo>
                  <a:pt x="3015592" y="702028"/>
                </a:lnTo>
                <a:lnTo>
                  <a:pt x="3028228" y="690550"/>
                </a:lnTo>
                <a:lnTo>
                  <a:pt x="3030433" y="688527"/>
                </a:lnTo>
                <a:lnTo>
                  <a:pt x="3042786" y="677074"/>
                </a:lnTo>
                <a:lnTo>
                  <a:pt x="3047073" y="675027"/>
                </a:lnTo>
                <a:lnTo>
                  <a:pt x="3057345" y="665501"/>
                </a:lnTo>
                <a:lnTo>
                  <a:pt x="3071904" y="663413"/>
                </a:lnTo>
                <a:lnTo>
                  <a:pt x="3073939" y="661526"/>
                </a:lnTo>
                <a:lnTo>
                  <a:pt x="3086463" y="650050"/>
                </a:lnTo>
                <a:lnTo>
                  <a:pt x="3088688" y="648026"/>
                </a:lnTo>
                <a:lnTo>
                  <a:pt x="3101022" y="636590"/>
                </a:lnTo>
                <a:lnTo>
                  <a:pt x="3106876" y="634525"/>
                </a:lnTo>
                <a:lnTo>
                  <a:pt x="3115580" y="626453"/>
                </a:lnTo>
                <a:lnTo>
                  <a:pt x="3130139" y="622970"/>
                </a:lnTo>
                <a:lnTo>
                  <a:pt x="3132238" y="621025"/>
                </a:lnTo>
                <a:lnTo>
                  <a:pt x="3144698" y="609549"/>
                </a:lnTo>
                <a:lnTo>
                  <a:pt x="3146955" y="607524"/>
                </a:lnTo>
                <a:lnTo>
                  <a:pt x="3159257" y="596118"/>
                </a:lnTo>
                <a:lnTo>
                  <a:pt x="3167846" y="594024"/>
                </a:lnTo>
                <a:lnTo>
                  <a:pt x="3173816" y="588488"/>
                </a:lnTo>
                <a:lnTo>
                  <a:pt x="3188374" y="582503"/>
                </a:lnTo>
                <a:lnTo>
                  <a:pt x="3190511" y="580523"/>
                </a:lnTo>
                <a:lnTo>
                  <a:pt x="3202933" y="569048"/>
                </a:lnTo>
                <a:lnTo>
                  <a:pt x="3205246" y="567022"/>
                </a:lnTo>
                <a:lnTo>
                  <a:pt x="3217492" y="555667"/>
                </a:lnTo>
                <a:lnTo>
                  <a:pt x="3230855" y="553522"/>
                </a:lnTo>
                <a:lnTo>
                  <a:pt x="3232051" y="552414"/>
                </a:lnTo>
                <a:lnTo>
                  <a:pt x="3246609" y="542020"/>
                </a:lnTo>
                <a:lnTo>
                  <a:pt x="3248768" y="540021"/>
                </a:lnTo>
                <a:lnTo>
                  <a:pt x="3261168" y="528548"/>
                </a:lnTo>
                <a:lnTo>
                  <a:pt x="3261168" y="526521"/>
                </a:lnTo>
                <a:lnTo>
                  <a:pt x="3261168" y="513020"/>
                </a:lnTo>
                <a:lnTo>
                  <a:pt x="3261168" y="499520"/>
                </a:lnTo>
                <a:lnTo>
                  <a:pt x="3261168" y="486019"/>
                </a:lnTo>
                <a:lnTo>
                  <a:pt x="3261168" y="472519"/>
                </a:lnTo>
                <a:lnTo>
                  <a:pt x="3261168" y="459018"/>
                </a:lnTo>
                <a:lnTo>
                  <a:pt x="3261168" y="445518"/>
                </a:lnTo>
                <a:lnTo>
                  <a:pt x="3261168" y="432017"/>
                </a:lnTo>
                <a:lnTo>
                  <a:pt x="3261168" y="418517"/>
                </a:lnTo>
                <a:lnTo>
                  <a:pt x="3261168" y="405016"/>
                </a:lnTo>
                <a:lnTo>
                  <a:pt x="3261168" y="391516"/>
                </a:lnTo>
                <a:lnTo>
                  <a:pt x="3261168" y="378015"/>
                </a:lnTo>
                <a:lnTo>
                  <a:pt x="3261168" y="364514"/>
                </a:lnTo>
                <a:lnTo>
                  <a:pt x="3261168" y="351014"/>
                </a:lnTo>
                <a:lnTo>
                  <a:pt x="3261168" y="337513"/>
                </a:lnTo>
                <a:lnTo>
                  <a:pt x="3261168" y="324013"/>
                </a:lnTo>
                <a:lnTo>
                  <a:pt x="3261168" y="310512"/>
                </a:lnTo>
                <a:lnTo>
                  <a:pt x="3261168" y="297012"/>
                </a:lnTo>
                <a:lnTo>
                  <a:pt x="3261168" y="283511"/>
                </a:lnTo>
                <a:lnTo>
                  <a:pt x="3261168" y="270011"/>
                </a:lnTo>
                <a:lnTo>
                  <a:pt x="3261168" y="256510"/>
                </a:lnTo>
                <a:lnTo>
                  <a:pt x="3261168" y="243010"/>
                </a:lnTo>
                <a:lnTo>
                  <a:pt x="3261168" y="229509"/>
                </a:lnTo>
                <a:lnTo>
                  <a:pt x="3261168" y="216009"/>
                </a:lnTo>
                <a:lnTo>
                  <a:pt x="3261168" y="202508"/>
                </a:lnTo>
                <a:lnTo>
                  <a:pt x="3261168" y="189007"/>
                </a:lnTo>
                <a:lnTo>
                  <a:pt x="3261168" y="175507"/>
                </a:lnTo>
                <a:lnTo>
                  <a:pt x="3261168" y="162006"/>
                </a:lnTo>
                <a:lnTo>
                  <a:pt x="3261168" y="148506"/>
                </a:lnTo>
                <a:lnTo>
                  <a:pt x="3261168" y="135005"/>
                </a:lnTo>
                <a:lnTo>
                  <a:pt x="3261168" y="121505"/>
                </a:lnTo>
                <a:lnTo>
                  <a:pt x="3261168" y="108004"/>
                </a:lnTo>
                <a:lnTo>
                  <a:pt x="3261168" y="94504"/>
                </a:lnTo>
                <a:lnTo>
                  <a:pt x="3261168" y="81003"/>
                </a:lnTo>
                <a:lnTo>
                  <a:pt x="3261168" y="67503"/>
                </a:lnTo>
                <a:lnTo>
                  <a:pt x="3261168" y="54002"/>
                </a:lnTo>
                <a:lnTo>
                  <a:pt x="3261168" y="40502"/>
                </a:lnTo>
                <a:lnTo>
                  <a:pt x="3261168" y="27001"/>
                </a:lnTo>
                <a:lnTo>
                  <a:pt x="3261168" y="13501"/>
                </a:lnTo>
                <a:lnTo>
                  <a:pt x="3261168" y="0"/>
                </a:lnTo>
                <a:lnTo>
                  <a:pt x="3246609" y="0"/>
                </a:lnTo>
                <a:lnTo>
                  <a:pt x="3232051" y="0"/>
                </a:lnTo>
                <a:lnTo>
                  <a:pt x="3217492" y="0"/>
                </a:lnTo>
                <a:lnTo>
                  <a:pt x="3202933" y="0"/>
                </a:lnTo>
                <a:lnTo>
                  <a:pt x="3188374" y="0"/>
                </a:lnTo>
                <a:lnTo>
                  <a:pt x="3173816" y="0"/>
                </a:lnTo>
                <a:lnTo>
                  <a:pt x="3159257" y="0"/>
                </a:lnTo>
                <a:lnTo>
                  <a:pt x="3144698" y="0"/>
                </a:lnTo>
                <a:lnTo>
                  <a:pt x="3130139" y="0"/>
                </a:lnTo>
                <a:lnTo>
                  <a:pt x="3115580" y="0"/>
                </a:lnTo>
                <a:lnTo>
                  <a:pt x="3101022" y="0"/>
                </a:lnTo>
                <a:lnTo>
                  <a:pt x="3086463" y="0"/>
                </a:lnTo>
                <a:lnTo>
                  <a:pt x="3071904" y="0"/>
                </a:lnTo>
                <a:lnTo>
                  <a:pt x="3057345" y="0"/>
                </a:lnTo>
                <a:lnTo>
                  <a:pt x="3042786" y="0"/>
                </a:lnTo>
                <a:lnTo>
                  <a:pt x="3028228" y="0"/>
                </a:lnTo>
                <a:lnTo>
                  <a:pt x="3013669" y="0"/>
                </a:lnTo>
                <a:lnTo>
                  <a:pt x="2999110" y="0"/>
                </a:lnTo>
                <a:lnTo>
                  <a:pt x="2984551" y="0"/>
                </a:lnTo>
                <a:lnTo>
                  <a:pt x="2969993" y="0"/>
                </a:lnTo>
                <a:lnTo>
                  <a:pt x="2955434" y="0"/>
                </a:lnTo>
                <a:lnTo>
                  <a:pt x="2940875" y="0"/>
                </a:lnTo>
                <a:lnTo>
                  <a:pt x="2926316" y="0"/>
                </a:lnTo>
                <a:lnTo>
                  <a:pt x="2911757" y="0"/>
                </a:lnTo>
                <a:lnTo>
                  <a:pt x="2897199" y="0"/>
                </a:lnTo>
                <a:lnTo>
                  <a:pt x="2882640" y="0"/>
                </a:lnTo>
                <a:lnTo>
                  <a:pt x="2868081" y="0"/>
                </a:lnTo>
                <a:lnTo>
                  <a:pt x="2853522" y="0"/>
                </a:lnTo>
                <a:lnTo>
                  <a:pt x="2838964" y="0"/>
                </a:lnTo>
                <a:lnTo>
                  <a:pt x="2824405" y="0"/>
                </a:lnTo>
                <a:lnTo>
                  <a:pt x="2809846" y="0"/>
                </a:lnTo>
                <a:lnTo>
                  <a:pt x="2795287" y="0"/>
                </a:lnTo>
                <a:lnTo>
                  <a:pt x="2780728" y="0"/>
                </a:lnTo>
                <a:lnTo>
                  <a:pt x="2766170" y="0"/>
                </a:lnTo>
                <a:lnTo>
                  <a:pt x="2751611" y="0"/>
                </a:lnTo>
                <a:lnTo>
                  <a:pt x="2737052" y="0"/>
                </a:lnTo>
                <a:lnTo>
                  <a:pt x="2722493" y="0"/>
                </a:lnTo>
                <a:lnTo>
                  <a:pt x="2707934" y="0"/>
                </a:lnTo>
                <a:lnTo>
                  <a:pt x="2693376" y="0"/>
                </a:lnTo>
                <a:lnTo>
                  <a:pt x="2678817" y="0"/>
                </a:lnTo>
                <a:lnTo>
                  <a:pt x="2664258" y="0"/>
                </a:lnTo>
                <a:lnTo>
                  <a:pt x="2649699" y="0"/>
                </a:lnTo>
                <a:lnTo>
                  <a:pt x="2635141" y="0"/>
                </a:lnTo>
                <a:lnTo>
                  <a:pt x="2620582" y="0"/>
                </a:lnTo>
                <a:lnTo>
                  <a:pt x="2606023" y="0"/>
                </a:lnTo>
                <a:lnTo>
                  <a:pt x="2591464" y="0"/>
                </a:lnTo>
                <a:lnTo>
                  <a:pt x="2576905" y="0"/>
                </a:lnTo>
                <a:lnTo>
                  <a:pt x="2562347" y="0"/>
                </a:lnTo>
                <a:lnTo>
                  <a:pt x="2547788" y="0"/>
                </a:lnTo>
                <a:lnTo>
                  <a:pt x="2533229" y="0"/>
                </a:lnTo>
                <a:lnTo>
                  <a:pt x="2518670" y="0"/>
                </a:lnTo>
                <a:lnTo>
                  <a:pt x="2504111" y="0"/>
                </a:lnTo>
                <a:lnTo>
                  <a:pt x="2489552" y="0"/>
                </a:lnTo>
                <a:lnTo>
                  <a:pt x="2474994" y="0"/>
                </a:lnTo>
                <a:lnTo>
                  <a:pt x="2460435" y="0"/>
                </a:lnTo>
                <a:lnTo>
                  <a:pt x="2445876" y="0"/>
                </a:lnTo>
                <a:lnTo>
                  <a:pt x="2431317" y="0"/>
                </a:lnTo>
                <a:lnTo>
                  <a:pt x="2416759" y="0"/>
                </a:lnTo>
                <a:lnTo>
                  <a:pt x="2402200" y="0"/>
                </a:lnTo>
                <a:lnTo>
                  <a:pt x="2387641" y="0"/>
                </a:lnTo>
                <a:lnTo>
                  <a:pt x="2373082" y="0"/>
                </a:lnTo>
                <a:lnTo>
                  <a:pt x="2358524" y="0"/>
                </a:lnTo>
                <a:lnTo>
                  <a:pt x="2343965" y="0"/>
                </a:lnTo>
                <a:lnTo>
                  <a:pt x="2329406" y="0"/>
                </a:lnTo>
                <a:lnTo>
                  <a:pt x="2314847" y="0"/>
                </a:lnTo>
                <a:lnTo>
                  <a:pt x="2300288" y="0"/>
                </a:lnTo>
                <a:lnTo>
                  <a:pt x="2285730" y="0"/>
                </a:lnTo>
                <a:lnTo>
                  <a:pt x="2271171" y="0"/>
                </a:lnTo>
                <a:lnTo>
                  <a:pt x="2256612" y="0"/>
                </a:lnTo>
                <a:lnTo>
                  <a:pt x="2242053" y="0"/>
                </a:lnTo>
                <a:lnTo>
                  <a:pt x="2227494" y="0"/>
                </a:lnTo>
                <a:lnTo>
                  <a:pt x="2212936" y="0"/>
                </a:lnTo>
                <a:lnTo>
                  <a:pt x="2198377" y="0"/>
                </a:lnTo>
                <a:lnTo>
                  <a:pt x="2183818" y="0"/>
                </a:lnTo>
                <a:lnTo>
                  <a:pt x="2169259" y="0"/>
                </a:lnTo>
                <a:lnTo>
                  <a:pt x="2154701" y="0"/>
                </a:lnTo>
                <a:lnTo>
                  <a:pt x="2140142" y="0"/>
                </a:lnTo>
                <a:lnTo>
                  <a:pt x="2125583" y="0"/>
                </a:lnTo>
                <a:lnTo>
                  <a:pt x="2111024" y="0"/>
                </a:lnTo>
                <a:lnTo>
                  <a:pt x="2096465" y="0"/>
                </a:lnTo>
                <a:lnTo>
                  <a:pt x="2081907" y="0"/>
                </a:lnTo>
                <a:lnTo>
                  <a:pt x="2067348" y="0"/>
                </a:lnTo>
                <a:lnTo>
                  <a:pt x="2052789" y="0"/>
                </a:lnTo>
                <a:lnTo>
                  <a:pt x="2038230" y="0"/>
                </a:lnTo>
                <a:lnTo>
                  <a:pt x="2023671" y="0"/>
                </a:lnTo>
                <a:lnTo>
                  <a:pt x="2009113" y="0"/>
                </a:lnTo>
                <a:lnTo>
                  <a:pt x="1994554" y="0"/>
                </a:lnTo>
                <a:lnTo>
                  <a:pt x="1979995" y="0"/>
                </a:lnTo>
                <a:lnTo>
                  <a:pt x="1965436" y="0"/>
                </a:lnTo>
                <a:lnTo>
                  <a:pt x="1950877" y="0"/>
                </a:lnTo>
                <a:lnTo>
                  <a:pt x="1936319" y="0"/>
                </a:lnTo>
                <a:lnTo>
                  <a:pt x="1921760" y="0"/>
                </a:lnTo>
                <a:lnTo>
                  <a:pt x="1907201" y="0"/>
                </a:lnTo>
                <a:lnTo>
                  <a:pt x="1892642" y="0"/>
                </a:lnTo>
                <a:lnTo>
                  <a:pt x="1878084" y="0"/>
                </a:lnTo>
                <a:lnTo>
                  <a:pt x="1863525" y="0"/>
                </a:lnTo>
                <a:lnTo>
                  <a:pt x="1848966" y="0"/>
                </a:lnTo>
                <a:lnTo>
                  <a:pt x="1834407" y="0"/>
                </a:lnTo>
                <a:lnTo>
                  <a:pt x="1819848" y="0"/>
                </a:lnTo>
                <a:lnTo>
                  <a:pt x="1805290" y="0"/>
                </a:lnTo>
                <a:lnTo>
                  <a:pt x="1790731" y="0"/>
                </a:lnTo>
                <a:lnTo>
                  <a:pt x="1776172" y="0"/>
                </a:lnTo>
                <a:lnTo>
                  <a:pt x="1761613" y="0"/>
                </a:lnTo>
                <a:lnTo>
                  <a:pt x="1747054" y="0"/>
                </a:lnTo>
                <a:lnTo>
                  <a:pt x="1732496" y="0"/>
                </a:lnTo>
                <a:lnTo>
                  <a:pt x="1717937" y="0"/>
                </a:lnTo>
                <a:lnTo>
                  <a:pt x="1703378" y="0"/>
                </a:lnTo>
                <a:lnTo>
                  <a:pt x="1688819" y="0"/>
                </a:lnTo>
                <a:lnTo>
                  <a:pt x="1674261" y="0"/>
                </a:lnTo>
                <a:lnTo>
                  <a:pt x="1659702" y="0"/>
                </a:lnTo>
                <a:lnTo>
                  <a:pt x="1645143" y="0"/>
                </a:lnTo>
                <a:lnTo>
                  <a:pt x="1630584" y="0"/>
                </a:lnTo>
                <a:lnTo>
                  <a:pt x="1616025" y="0"/>
                </a:lnTo>
                <a:lnTo>
                  <a:pt x="1601467" y="0"/>
                </a:lnTo>
                <a:lnTo>
                  <a:pt x="1586908" y="0"/>
                </a:lnTo>
                <a:lnTo>
                  <a:pt x="1572349" y="0"/>
                </a:lnTo>
                <a:lnTo>
                  <a:pt x="1557790" y="0"/>
                </a:lnTo>
                <a:lnTo>
                  <a:pt x="1543231" y="0"/>
                </a:lnTo>
                <a:lnTo>
                  <a:pt x="1528673" y="0"/>
                </a:lnTo>
                <a:lnTo>
                  <a:pt x="1514114" y="0"/>
                </a:lnTo>
                <a:lnTo>
                  <a:pt x="1499555" y="0"/>
                </a:lnTo>
                <a:lnTo>
                  <a:pt x="1484996" y="0"/>
                </a:lnTo>
                <a:lnTo>
                  <a:pt x="1470437" y="0"/>
                </a:lnTo>
                <a:lnTo>
                  <a:pt x="1455879" y="0"/>
                </a:lnTo>
                <a:lnTo>
                  <a:pt x="1441320" y="0"/>
                </a:lnTo>
                <a:lnTo>
                  <a:pt x="1426761" y="0"/>
                </a:lnTo>
                <a:lnTo>
                  <a:pt x="1412202" y="0"/>
                </a:lnTo>
                <a:lnTo>
                  <a:pt x="1397644" y="0"/>
                </a:lnTo>
                <a:lnTo>
                  <a:pt x="1383085" y="0"/>
                </a:lnTo>
                <a:lnTo>
                  <a:pt x="1368526" y="0"/>
                </a:lnTo>
                <a:lnTo>
                  <a:pt x="1353967" y="0"/>
                </a:lnTo>
                <a:lnTo>
                  <a:pt x="1339408" y="0"/>
                </a:lnTo>
                <a:lnTo>
                  <a:pt x="1324850" y="0"/>
                </a:lnTo>
                <a:lnTo>
                  <a:pt x="1310291" y="0"/>
                </a:lnTo>
                <a:lnTo>
                  <a:pt x="1295732" y="0"/>
                </a:lnTo>
                <a:lnTo>
                  <a:pt x="1281173" y="0"/>
                </a:lnTo>
                <a:lnTo>
                  <a:pt x="1266615" y="0"/>
                </a:lnTo>
                <a:lnTo>
                  <a:pt x="1252056" y="0"/>
                </a:lnTo>
                <a:lnTo>
                  <a:pt x="1237497" y="0"/>
                </a:lnTo>
                <a:lnTo>
                  <a:pt x="1222938" y="0"/>
                </a:lnTo>
                <a:lnTo>
                  <a:pt x="1208379" y="0"/>
                </a:lnTo>
                <a:lnTo>
                  <a:pt x="1193821" y="0"/>
                </a:lnTo>
                <a:lnTo>
                  <a:pt x="1179262" y="0"/>
                </a:lnTo>
                <a:lnTo>
                  <a:pt x="1164703" y="0"/>
                </a:lnTo>
                <a:lnTo>
                  <a:pt x="1150144" y="0"/>
                </a:lnTo>
                <a:lnTo>
                  <a:pt x="1135585" y="0"/>
                </a:lnTo>
                <a:lnTo>
                  <a:pt x="1121027" y="0"/>
                </a:lnTo>
                <a:lnTo>
                  <a:pt x="1106468" y="0"/>
                </a:lnTo>
                <a:lnTo>
                  <a:pt x="1091909" y="0"/>
                </a:lnTo>
                <a:lnTo>
                  <a:pt x="1077350" y="0"/>
                </a:lnTo>
                <a:lnTo>
                  <a:pt x="1062792" y="0"/>
                </a:lnTo>
                <a:lnTo>
                  <a:pt x="1048233" y="0"/>
                </a:lnTo>
                <a:lnTo>
                  <a:pt x="1033674" y="0"/>
                </a:lnTo>
                <a:lnTo>
                  <a:pt x="1019115" y="0"/>
                </a:lnTo>
                <a:lnTo>
                  <a:pt x="1004556" y="0"/>
                </a:lnTo>
                <a:lnTo>
                  <a:pt x="989997" y="0"/>
                </a:lnTo>
                <a:lnTo>
                  <a:pt x="975439" y="0"/>
                </a:lnTo>
                <a:lnTo>
                  <a:pt x="960880" y="0"/>
                </a:lnTo>
                <a:lnTo>
                  <a:pt x="946321" y="0"/>
                </a:lnTo>
                <a:lnTo>
                  <a:pt x="931762" y="0"/>
                </a:lnTo>
                <a:lnTo>
                  <a:pt x="917204" y="0"/>
                </a:lnTo>
                <a:lnTo>
                  <a:pt x="902645" y="0"/>
                </a:lnTo>
                <a:lnTo>
                  <a:pt x="888086" y="0"/>
                </a:lnTo>
                <a:lnTo>
                  <a:pt x="873527" y="0"/>
                </a:lnTo>
                <a:lnTo>
                  <a:pt x="858968" y="0"/>
                </a:lnTo>
                <a:lnTo>
                  <a:pt x="844410" y="0"/>
                </a:lnTo>
                <a:lnTo>
                  <a:pt x="829851" y="0"/>
                </a:lnTo>
                <a:lnTo>
                  <a:pt x="815292" y="0"/>
                </a:lnTo>
                <a:lnTo>
                  <a:pt x="800733" y="0"/>
                </a:lnTo>
                <a:lnTo>
                  <a:pt x="786175" y="0"/>
                </a:lnTo>
                <a:lnTo>
                  <a:pt x="771616" y="0"/>
                </a:lnTo>
                <a:lnTo>
                  <a:pt x="757057" y="0"/>
                </a:lnTo>
                <a:lnTo>
                  <a:pt x="742498" y="0"/>
                </a:lnTo>
                <a:lnTo>
                  <a:pt x="727939" y="0"/>
                </a:lnTo>
                <a:lnTo>
                  <a:pt x="713381" y="0"/>
                </a:lnTo>
                <a:lnTo>
                  <a:pt x="698822" y="0"/>
                </a:lnTo>
                <a:lnTo>
                  <a:pt x="684263" y="0"/>
                </a:lnTo>
                <a:lnTo>
                  <a:pt x="669704" y="0"/>
                </a:lnTo>
                <a:lnTo>
                  <a:pt x="655145" y="0"/>
                </a:lnTo>
                <a:lnTo>
                  <a:pt x="640587" y="0"/>
                </a:lnTo>
                <a:lnTo>
                  <a:pt x="626028" y="0"/>
                </a:lnTo>
                <a:lnTo>
                  <a:pt x="611469" y="0"/>
                </a:lnTo>
                <a:lnTo>
                  <a:pt x="596910" y="0"/>
                </a:lnTo>
                <a:lnTo>
                  <a:pt x="582352" y="0"/>
                </a:lnTo>
                <a:lnTo>
                  <a:pt x="567793" y="0"/>
                </a:lnTo>
                <a:lnTo>
                  <a:pt x="553234" y="0"/>
                </a:lnTo>
                <a:lnTo>
                  <a:pt x="538675" y="0"/>
                </a:lnTo>
                <a:lnTo>
                  <a:pt x="524116" y="0"/>
                </a:lnTo>
                <a:lnTo>
                  <a:pt x="509558" y="0"/>
                </a:lnTo>
                <a:lnTo>
                  <a:pt x="494999" y="0"/>
                </a:lnTo>
                <a:lnTo>
                  <a:pt x="480440" y="0"/>
                </a:lnTo>
                <a:lnTo>
                  <a:pt x="465881" y="0"/>
                </a:lnTo>
                <a:lnTo>
                  <a:pt x="451322" y="0"/>
                </a:lnTo>
                <a:lnTo>
                  <a:pt x="436764" y="0"/>
                </a:lnTo>
                <a:lnTo>
                  <a:pt x="422205" y="0"/>
                </a:lnTo>
                <a:lnTo>
                  <a:pt x="407646" y="0"/>
                </a:lnTo>
                <a:lnTo>
                  <a:pt x="393087" y="0"/>
                </a:lnTo>
                <a:lnTo>
                  <a:pt x="378528" y="0"/>
                </a:lnTo>
                <a:lnTo>
                  <a:pt x="363970" y="0"/>
                </a:lnTo>
                <a:lnTo>
                  <a:pt x="349411" y="0"/>
                </a:lnTo>
                <a:lnTo>
                  <a:pt x="334852" y="0"/>
                </a:lnTo>
                <a:lnTo>
                  <a:pt x="320293" y="0"/>
                </a:lnTo>
                <a:lnTo>
                  <a:pt x="305735" y="0"/>
                </a:lnTo>
                <a:lnTo>
                  <a:pt x="291176" y="0"/>
                </a:lnTo>
                <a:lnTo>
                  <a:pt x="276617" y="0"/>
                </a:lnTo>
                <a:lnTo>
                  <a:pt x="262058" y="0"/>
                </a:lnTo>
                <a:lnTo>
                  <a:pt x="247499" y="0"/>
                </a:lnTo>
                <a:lnTo>
                  <a:pt x="232941" y="0"/>
                </a:lnTo>
                <a:lnTo>
                  <a:pt x="218382" y="0"/>
                </a:lnTo>
                <a:lnTo>
                  <a:pt x="203823" y="0"/>
                </a:lnTo>
                <a:lnTo>
                  <a:pt x="189264" y="0"/>
                </a:lnTo>
                <a:lnTo>
                  <a:pt x="174705" y="0"/>
                </a:lnTo>
                <a:lnTo>
                  <a:pt x="160147" y="0"/>
                </a:lnTo>
                <a:lnTo>
                  <a:pt x="145588" y="0"/>
                </a:lnTo>
                <a:lnTo>
                  <a:pt x="131029" y="0"/>
                </a:lnTo>
                <a:lnTo>
                  <a:pt x="116470" y="0"/>
                </a:lnTo>
                <a:lnTo>
                  <a:pt x="101912" y="0"/>
                </a:lnTo>
                <a:lnTo>
                  <a:pt x="87353" y="0"/>
                </a:lnTo>
                <a:lnTo>
                  <a:pt x="72794" y="0"/>
                </a:lnTo>
                <a:lnTo>
                  <a:pt x="58235" y="0"/>
                </a:lnTo>
                <a:lnTo>
                  <a:pt x="43676" y="0"/>
                </a:lnTo>
                <a:lnTo>
                  <a:pt x="29118" y="0"/>
                </a:lnTo>
                <a:lnTo>
                  <a:pt x="14559" y="0"/>
                </a:lnTo>
                <a:lnTo>
                  <a:pt x="0" y="0"/>
                </a:lnTo>
                <a:lnTo>
                  <a:pt x="0" y="13501"/>
                </a:lnTo>
                <a:lnTo>
                  <a:pt x="0" y="27001"/>
                </a:lnTo>
                <a:lnTo>
                  <a:pt x="0" y="40502"/>
                </a:lnTo>
                <a:lnTo>
                  <a:pt x="0" y="54002"/>
                </a:lnTo>
                <a:lnTo>
                  <a:pt x="0" y="67503"/>
                </a:lnTo>
                <a:lnTo>
                  <a:pt x="0" y="81003"/>
                </a:lnTo>
                <a:lnTo>
                  <a:pt x="0" y="94504"/>
                </a:lnTo>
                <a:lnTo>
                  <a:pt x="0" y="108004"/>
                </a:lnTo>
                <a:lnTo>
                  <a:pt x="0" y="121505"/>
                </a:lnTo>
                <a:lnTo>
                  <a:pt x="0" y="135005"/>
                </a:lnTo>
                <a:lnTo>
                  <a:pt x="0" y="148506"/>
                </a:lnTo>
                <a:lnTo>
                  <a:pt x="0" y="162006"/>
                </a:lnTo>
                <a:lnTo>
                  <a:pt x="0" y="175507"/>
                </a:lnTo>
                <a:lnTo>
                  <a:pt x="0" y="189007"/>
                </a:lnTo>
                <a:lnTo>
                  <a:pt x="0" y="202508"/>
                </a:lnTo>
                <a:lnTo>
                  <a:pt x="0" y="216009"/>
                </a:lnTo>
                <a:lnTo>
                  <a:pt x="0" y="229509"/>
                </a:lnTo>
                <a:lnTo>
                  <a:pt x="0" y="243010"/>
                </a:lnTo>
                <a:lnTo>
                  <a:pt x="0" y="256510"/>
                </a:lnTo>
                <a:lnTo>
                  <a:pt x="0" y="270011"/>
                </a:lnTo>
                <a:lnTo>
                  <a:pt x="0" y="283511"/>
                </a:lnTo>
                <a:lnTo>
                  <a:pt x="0" y="297012"/>
                </a:lnTo>
                <a:lnTo>
                  <a:pt x="0" y="310512"/>
                </a:lnTo>
                <a:lnTo>
                  <a:pt x="0" y="324013"/>
                </a:lnTo>
                <a:lnTo>
                  <a:pt x="0" y="337513"/>
                </a:lnTo>
                <a:lnTo>
                  <a:pt x="0" y="351014"/>
                </a:lnTo>
                <a:lnTo>
                  <a:pt x="0" y="364514"/>
                </a:lnTo>
                <a:lnTo>
                  <a:pt x="0" y="378015"/>
                </a:lnTo>
                <a:lnTo>
                  <a:pt x="0" y="391516"/>
                </a:lnTo>
                <a:lnTo>
                  <a:pt x="0" y="405016"/>
                </a:lnTo>
                <a:lnTo>
                  <a:pt x="0" y="418517"/>
                </a:lnTo>
                <a:lnTo>
                  <a:pt x="0" y="432017"/>
                </a:lnTo>
                <a:lnTo>
                  <a:pt x="0" y="445518"/>
                </a:lnTo>
                <a:lnTo>
                  <a:pt x="0" y="459018"/>
                </a:lnTo>
                <a:lnTo>
                  <a:pt x="0" y="472519"/>
                </a:lnTo>
                <a:lnTo>
                  <a:pt x="0" y="486019"/>
                </a:lnTo>
                <a:lnTo>
                  <a:pt x="0" y="499520"/>
                </a:lnTo>
                <a:lnTo>
                  <a:pt x="0" y="513020"/>
                </a:lnTo>
                <a:lnTo>
                  <a:pt x="0" y="526521"/>
                </a:lnTo>
                <a:lnTo>
                  <a:pt x="0" y="540021"/>
                </a:lnTo>
                <a:lnTo>
                  <a:pt x="0" y="553522"/>
                </a:lnTo>
                <a:lnTo>
                  <a:pt x="0" y="567022"/>
                </a:lnTo>
                <a:lnTo>
                  <a:pt x="0" y="580523"/>
                </a:lnTo>
                <a:lnTo>
                  <a:pt x="0" y="594024"/>
                </a:lnTo>
                <a:lnTo>
                  <a:pt x="0" y="607524"/>
                </a:lnTo>
                <a:lnTo>
                  <a:pt x="0" y="621025"/>
                </a:lnTo>
                <a:lnTo>
                  <a:pt x="0" y="634525"/>
                </a:lnTo>
                <a:lnTo>
                  <a:pt x="0" y="648026"/>
                </a:lnTo>
                <a:lnTo>
                  <a:pt x="0" y="661526"/>
                </a:lnTo>
                <a:lnTo>
                  <a:pt x="0" y="675027"/>
                </a:lnTo>
                <a:lnTo>
                  <a:pt x="0" y="688527"/>
                </a:lnTo>
                <a:lnTo>
                  <a:pt x="0" y="702028"/>
                </a:lnTo>
                <a:lnTo>
                  <a:pt x="0" y="715528"/>
                </a:lnTo>
                <a:lnTo>
                  <a:pt x="0" y="729029"/>
                </a:lnTo>
                <a:lnTo>
                  <a:pt x="0" y="742529"/>
                </a:lnTo>
                <a:lnTo>
                  <a:pt x="0" y="756030"/>
                </a:lnTo>
                <a:lnTo>
                  <a:pt x="0" y="769531"/>
                </a:lnTo>
                <a:lnTo>
                  <a:pt x="0" y="783031"/>
                </a:lnTo>
                <a:lnTo>
                  <a:pt x="0" y="796532"/>
                </a:lnTo>
                <a:lnTo>
                  <a:pt x="0" y="810032"/>
                </a:lnTo>
                <a:lnTo>
                  <a:pt x="0" y="823533"/>
                </a:lnTo>
                <a:lnTo>
                  <a:pt x="0" y="837033"/>
                </a:lnTo>
                <a:lnTo>
                  <a:pt x="0" y="850534"/>
                </a:lnTo>
                <a:lnTo>
                  <a:pt x="0" y="864034"/>
                </a:lnTo>
                <a:lnTo>
                  <a:pt x="0" y="877535"/>
                </a:lnTo>
                <a:lnTo>
                  <a:pt x="0" y="891035"/>
                </a:lnTo>
                <a:lnTo>
                  <a:pt x="0" y="904536"/>
                </a:lnTo>
                <a:lnTo>
                  <a:pt x="0" y="918036"/>
                </a:lnTo>
                <a:lnTo>
                  <a:pt x="0" y="931537"/>
                </a:lnTo>
                <a:lnTo>
                  <a:pt x="0" y="945037"/>
                </a:lnTo>
                <a:lnTo>
                  <a:pt x="0" y="958538"/>
                </a:lnTo>
                <a:lnTo>
                  <a:pt x="0" y="972039"/>
                </a:lnTo>
                <a:lnTo>
                  <a:pt x="0" y="985539"/>
                </a:lnTo>
                <a:lnTo>
                  <a:pt x="0" y="999040"/>
                </a:lnTo>
                <a:lnTo>
                  <a:pt x="0" y="1012540"/>
                </a:lnTo>
                <a:lnTo>
                  <a:pt x="0" y="1026041"/>
                </a:lnTo>
                <a:lnTo>
                  <a:pt x="0" y="1039541"/>
                </a:lnTo>
                <a:lnTo>
                  <a:pt x="0" y="1053042"/>
                </a:lnTo>
                <a:lnTo>
                  <a:pt x="0" y="1066542"/>
                </a:lnTo>
                <a:lnTo>
                  <a:pt x="0" y="1080043"/>
                </a:lnTo>
                <a:lnTo>
                  <a:pt x="0" y="1093543"/>
                </a:lnTo>
                <a:lnTo>
                  <a:pt x="0" y="1107044"/>
                </a:lnTo>
                <a:lnTo>
                  <a:pt x="0" y="1120544"/>
                </a:lnTo>
                <a:lnTo>
                  <a:pt x="0" y="1134045"/>
                </a:lnTo>
                <a:lnTo>
                  <a:pt x="0" y="1147546"/>
                </a:lnTo>
                <a:lnTo>
                  <a:pt x="0" y="1161046"/>
                </a:lnTo>
                <a:lnTo>
                  <a:pt x="0" y="1174547"/>
                </a:lnTo>
                <a:lnTo>
                  <a:pt x="0" y="1188047"/>
                </a:lnTo>
                <a:lnTo>
                  <a:pt x="0" y="1201548"/>
                </a:lnTo>
                <a:lnTo>
                  <a:pt x="0" y="1215048"/>
                </a:lnTo>
                <a:lnTo>
                  <a:pt x="0" y="1228549"/>
                </a:lnTo>
                <a:lnTo>
                  <a:pt x="0" y="1242049"/>
                </a:lnTo>
                <a:lnTo>
                  <a:pt x="0" y="1255550"/>
                </a:lnTo>
                <a:lnTo>
                  <a:pt x="0" y="1269050"/>
                </a:lnTo>
                <a:lnTo>
                  <a:pt x="0" y="1282551"/>
                </a:lnTo>
                <a:lnTo>
                  <a:pt x="0" y="1296051"/>
                </a:lnTo>
                <a:lnTo>
                  <a:pt x="0" y="1309552"/>
                </a:lnTo>
                <a:lnTo>
                  <a:pt x="0" y="1323052"/>
                </a:lnTo>
                <a:lnTo>
                  <a:pt x="0" y="1336553"/>
                </a:lnTo>
                <a:lnTo>
                  <a:pt x="0" y="1350054"/>
                </a:lnTo>
                <a:lnTo>
                  <a:pt x="0" y="1363554"/>
                </a:lnTo>
                <a:lnTo>
                  <a:pt x="0" y="1377055"/>
                </a:lnTo>
                <a:lnTo>
                  <a:pt x="0" y="1390555"/>
                </a:lnTo>
                <a:lnTo>
                  <a:pt x="0" y="1404056"/>
                </a:lnTo>
                <a:lnTo>
                  <a:pt x="0" y="1417556"/>
                </a:lnTo>
                <a:lnTo>
                  <a:pt x="0" y="1431057"/>
                </a:lnTo>
                <a:lnTo>
                  <a:pt x="0" y="1444557"/>
                </a:lnTo>
                <a:lnTo>
                  <a:pt x="0" y="1458058"/>
                </a:lnTo>
                <a:lnTo>
                  <a:pt x="0" y="1471558"/>
                </a:lnTo>
                <a:lnTo>
                  <a:pt x="0" y="1485059"/>
                </a:lnTo>
                <a:lnTo>
                  <a:pt x="0" y="1498559"/>
                </a:lnTo>
                <a:lnTo>
                  <a:pt x="0" y="1512060"/>
                </a:lnTo>
                <a:lnTo>
                  <a:pt x="0" y="1525560"/>
                </a:lnTo>
                <a:lnTo>
                  <a:pt x="0" y="1539061"/>
                </a:lnTo>
                <a:lnTo>
                  <a:pt x="0" y="1552562"/>
                </a:lnTo>
                <a:lnTo>
                  <a:pt x="0" y="1566062"/>
                </a:lnTo>
                <a:lnTo>
                  <a:pt x="0" y="1579563"/>
                </a:lnTo>
                <a:lnTo>
                  <a:pt x="0" y="1593063"/>
                </a:lnTo>
                <a:lnTo>
                  <a:pt x="0" y="1606564"/>
                </a:lnTo>
                <a:lnTo>
                  <a:pt x="0" y="1620064"/>
                </a:lnTo>
                <a:lnTo>
                  <a:pt x="0" y="1633565"/>
                </a:lnTo>
                <a:lnTo>
                  <a:pt x="0" y="1647065"/>
                </a:lnTo>
                <a:lnTo>
                  <a:pt x="0" y="1660566"/>
                </a:lnTo>
                <a:lnTo>
                  <a:pt x="0" y="1674066"/>
                </a:lnTo>
                <a:lnTo>
                  <a:pt x="0" y="1687567"/>
                </a:lnTo>
                <a:lnTo>
                  <a:pt x="0" y="1701067"/>
                </a:lnTo>
                <a:lnTo>
                  <a:pt x="0" y="1714568"/>
                </a:lnTo>
                <a:lnTo>
                  <a:pt x="0" y="1728069"/>
                </a:lnTo>
                <a:lnTo>
                  <a:pt x="0" y="1741569"/>
                </a:lnTo>
                <a:lnTo>
                  <a:pt x="0" y="1755070"/>
                </a:lnTo>
                <a:lnTo>
                  <a:pt x="0" y="1768570"/>
                </a:lnTo>
                <a:lnTo>
                  <a:pt x="0" y="1782071"/>
                </a:lnTo>
                <a:lnTo>
                  <a:pt x="0" y="1795571"/>
                </a:lnTo>
                <a:lnTo>
                  <a:pt x="0" y="1809072"/>
                </a:lnTo>
                <a:lnTo>
                  <a:pt x="0" y="1822572"/>
                </a:lnTo>
                <a:lnTo>
                  <a:pt x="0" y="1836073"/>
                </a:lnTo>
                <a:lnTo>
                  <a:pt x="0" y="1849573"/>
                </a:lnTo>
                <a:lnTo>
                  <a:pt x="0" y="1863074"/>
                </a:lnTo>
                <a:lnTo>
                  <a:pt x="0" y="1876574"/>
                </a:lnTo>
                <a:lnTo>
                  <a:pt x="0" y="1890075"/>
                </a:lnTo>
                <a:lnTo>
                  <a:pt x="0" y="1903575"/>
                </a:lnTo>
                <a:lnTo>
                  <a:pt x="0" y="1917076"/>
                </a:lnTo>
                <a:lnTo>
                  <a:pt x="0" y="1930577"/>
                </a:lnTo>
                <a:lnTo>
                  <a:pt x="0" y="1944077"/>
                </a:lnTo>
                <a:lnTo>
                  <a:pt x="0" y="1957578"/>
                </a:lnTo>
                <a:lnTo>
                  <a:pt x="0" y="1971078"/>
                </a:lnTo>
                <a:lnTo>
                  <a:pt x="0" y="1984579"/>
                </a:lnTo>
                <a:lnTo>
                  <a:pt x="0" y="1998079"/>
                </a:lnTo>
                <a:lnTo>
                  <a:pt x="0" y="2011580"/>
                </a:lnTo>
                <a:lnTo>
                  <a:pt x="0" y="2025080"/>
                </a:lnTo>
                <a:lnTo>
                  <a:pt x="0" y="2038581"/>
                </a:lnTo>
                <a:lnTo>
                  <a:pt x="0" y="2052081"/>
                </a:lnTo>
                <a:lnTo>
                  <a:pt x="0" y="2065582"/>
                </a:lnTo>
                <a:lnTo>
                  <a:pt x="0" y="2079082"/>
                </a:lnTo>
                <a:lnTo>
                  <a:pt x="0" y="2092583"/>
                </a:lnTo>
                <a:lnTo>
                  <a:pt x="0" y="2106084"/>
                </a:lnTo>
                <a:lnTo>
                  <a:pt x="0" y="2119584"/>
                </a:lnTo>
                <a:lnTo>
                  <a:pt x="0" y="2133085"/>
                </a:lnTo>
                <a:lnTo>
                  <a:pt x="0" y="2146585"/>
                </a:lnTo>
                <a:lnTo>
                  <a:pt x="0" y="2160086"/>
                </a:lnTo>
                <a:lnTo>
                  <a:pt x="0" y="2173586"/>
                </a:lnTo>
                <a:lnTo>
                  <a:pt x="0" y="2187087"/>
                </a:lnTo>
                <a:lnTo>
                  <a:pt x="0" y="2200587"/>
                </a:lnTo>
                <a:lnTo>
                  <a:pt x="0" y="2214088"/>
                </a:lnTo>
                <a:lnTo>
                  <a:pt x="0" y="2227588"/>
                </a:lnTo>
                <a:lnTo>
                  <a:pt x="0" y="2241089"/>
                </a:lnTo>
                <a:lnTo>
                  <a:pt x="0" y="2254589"/>
                </a:lnTo>
                <a:lnTo>
                  <a:pt x="0" y="2268090"/>
                </a:lnTo>
                <a:lnTo>
                  <a:pt x="0" y="2281590"/>
                </a:lnTo>
                <a:lnTo>
                  <a:pt x="0" y="2295091"/>
                </a:lnTo>
                <a:lnTo>
                  <a:pt x="0" y="2308592"/>
                </a:lnTo>
                <a:lnTo>
                  <a:pt x="0" y="2322092"/>
                </a:lnTo>
                <a:lnTo>
                  <a:pt x="0" y="2335593"/>
                </a:lnTo>
                <a:lnTo>
                  <a:pt x="0" y="2349093"/>
                </a:lnTo>
                <a:lnTo>
                  <a:pt x="0" y="2362594"/>
                </a:lnTo>
                <a:lnTo>
                  <a:pt x="0" y="2376094"/>
                </a:lnTo>
                <a:lnTo>
                  <a:pt x="0" y="2389595"/>
                </a:lnTo>
                <a:lnTo>
                  <a:pt x="0" y="2403095"/>
                </a:lnTo>
                <a:lnTo>
                  <a:pt x="0" y="2416596"/>
                </a:lnTo>
                <a:lnTo>
                  <a:pt x="0" y="2430096"/>
                </a:lnTo>
                <a:lnTo>
                  <a:pt x="14559" y="2430096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41B1E-4B92-44D9-951F-B395FD5F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1605" y="3724337"/>
            <a:ext cx="2193996" cy="1901548"/>
          </a:xfrm>
          <a:custGeom xmlns:a="http://schemas.openxmlformats.org/drawingml/2006/main">
            <a:pathLst>
              <a:path w="2193996" h="1901548">
                <a:moveTo>
                  <a:pt x="68413" y="1888632"/>
                </a:moveTo>
                <a:lnTo>
                  <a:pt x="69043" y="1888048"/>
                </a:lnTo>
                <a:lnTo>
                  <a:pt x="72781" y="1874547"/>
                </a:lnTo>
                <a:lnTo>
                  <a:pt x="82905" y="1861047"/>
                </a:lnTo>
                <a:lnTo>
                  <a:pt x="82971" y="1860985"/>
                </a:lnTo>
                <a:lnTo>
                  <a:pt x="87339" y="1847546"/>
                </a:lnTo>
                <a:lnTo>
                  <a:pt x="95947" y="1834046"/>
                </a:lnTo>
                <a:lnTo>
                  <a:pt x="97530" y="1832577"/>
                </a:lnTo>
                <a:lnTo>
                  <a:pt x="101898" y="1820545"/>
                </a:lnTo>
                <a:lnTo>
                  <a:pt x="109216" y="1807044"/>
                </a:lnTo>
                <a:lnTo>
                  <a:pt x="112089" y="1804380"/>
                </a:lnTo>
                <a:lnTo>
                  <a:pt x="116457" y="1793544"/>
                </a:lnTo>
                <a:lnTo>
                  <a:pt x="122679" y="1780043"/>
                </a:lnTo>
                <a:lnTo>
                  <a:pt x="126648" y="1776363"/>
                </a:lnTo>
                <a:lnTo>
                  <a:pt x="131015" y="1766543"/>
                </a:lnTo>
                <a:lnTo>
                  <a:pt x="136306" y="1753042"/>
                </a:lnTo>
                <a:lnTo>
                  <a:pt x="141207" y="1748497"/>
                </a:lnTo>
                <a:lnTo>
                  <a:pt x="145574" y="1739542"/>
                </a:lnTo>
                <a:lnTo>
                  <a:pt x="150072" y="1726041"/>
                </a:lnTo>
                <a:lnTo>
                  <a:pt x="155765" y="1720761"/>
                </a:lnTo>
                <a:lnTo>
                  <a:pt x="160133" y="1712541"/>
                </a:lnTo>
                <a:lnTo>
                  <a:pt x="163957" y="1699040"/>
                </a:lnTo>
                <a:lnTo>
                  <a:pt x="170324" y="1693135"/>
                </a:lnTo>
                <a:lnTo>
                  <a:pt x="174691" y="1685540"/>
                </a:lnTo>
                <a:lnTo>
                  <a:pt x="177943" y="1672039"/>
                </a:lnTo>
                <a:lnTo>
                  <a:pt x="184883" y="1665603"/>
                </a:lnTo>
                <a:lnTo>
                  <a:pt x="189250" y="1658539"/>
                </a:lnTo>
                <a:lnTo>
                  <a:pt x="192015" y="1645038"/>
                </a:lnTo>
                <a:lnTo>
                  <a:pt x="199442" y="1638150"/>
                </a:lnTo>
                <a:lnTo>
                  <a:pt x="203809" y="1631538"/>
                </a:lnTo>
                <a:lnTo>
                  <a:pt x="206159" y="1618037"/>
                </a:lnTo>
                <a:lnTo>
                  <a:pt x="214001" y="1610765"/>
                </a:lnTo>
                <a:lnTo>
                  <a:pt x="218367" y="1604536"/>
                </a:lnTo>
                <a:lnTo>
                  <a:pt x="220366" y="1591036"/>
                </a:lnTo>
                <a:lnTo>
                  <a:pt x="228559" y="1583437"/>
                </a:lnTo>
                <a:lnTo>
                  <a:pt x="232926" y="1577535"/>
                </a:lnTo>
                <a:lnTo>
                  <a:pt x="234626" y="1564035"/>
                </a:lnTo>
                <a:lnTo>
                  <a:pt x="243118" y="1556158"/>
                </a:lnTo>
                <a:lnTo>
                  <a:pt x="247485" y="1550534"/>
                </a:lnTo>
                <a:lnTo>
                  <a:pt x="248931" y="1537034"/>
                </a:lnTo>
                <a:lnTo>
                  <a:pt x="257677" y="1528922"/>
                </a:lnTo>
                <a:lnTo>
                  <a:pt x="262043" y="1523533"/>
                </a:lnTo>
                <a:lnTo>
                  <a:pt x="263320" y="1510033"/>
                </a:lnTo>
                <a:lnTo>
                  <a:pt x="272236" y="1501763"/>
                </a:lnTo>
                <a:lnTo>
                  <a:pt x="276602" y="1496532"/>
                </a:lnTo>
                <a:lnTo>
                  <a:pt x="277729" y="1483032"/>
                </a:lnTo>
                <a:lnTo>
                  <a:pt x="286794" y="1474623"/>
                </a:lnTo>
                <a:lnTo>
                  <a:pt x="291160" y="1469531"/>
                </a:lnTo>
                <a:lnTo>
                  <a:pt x="292155" y="1456031"/>
                </a:lnTo>
                <a:lnTo>
                  <a:pt x="301353" y="1447499"/>
                </a:lnTo>
                <a:lnTo>
                  <a:pt x="305719" y="1442530"/>
                </a:lnTo>
                <a:lnTo>
                  <a:pt x="306597" y="1429029"/>
                </a:lnTo>
                <a:lnTo>
                  <a:pt x="315912" y="1420389"/>
                </a:lnTo>
                <a:lnTo>
                  <a:pt x="320277" y="1415529"/>
                </a:lnTo>
                <a:lnTo>
                  <a:pt x="321053" y="1402028"/>
                </a:lnTo>
                <a:lnTo>
                  <a:pt x="330471" y="1393261"/>
                </a:lnTo>
                <a:lnTo>
                  <a:pt x="334805" y="1388528"/>
                </a:lnTo>
                <a:lnTo>
                  <a:pt x="334910" y="1375027"/>
                </a:lnTo>
                <a:lnTo>
                  <a:pt x="333330" y="1361527"/>
                </a:lnTo>
                <a:lnTo>
                  <a:pt x="330471" y="1355424"/>
                </a:lnTo>
                <a:lnTo>
                  <a:pt x="324537" y="1348026"/>
                </a:lnTo>
                <a:lnTo>
                  <a:pt x="320716" y="1334526"/>
                </a:lnTo>
                <a:lnTo>
                  <a:pt x="319445" y="1321025"/>
                </a:lnTo>
                <a:lnTo>
                  <a:pt x="315912" y="1310850"/>
                </a:lnTo>
                <a:lnTo>
                  <a:pt x="313092" y="1307525"/>
                </a:lnTo>
                <a:lnTo>
                  <a:pt x="306718" y="1294024"/>
                </a:lnTo>
                <a:lnTo>
                  <a:pt x="305315" y="1280524"/>
                </a:lnTo>
                <a:lnTo>
                  <a:pt x="302226" y="1267023"/>
                </a:lnTo>
                <a:lnTo>
                  <a:pt x="301353" y="1265671"/>
                </a:lnTo>
                <a:lnTo>
                  <a:pt x="292986" y="1253523"/>
                </a:lnTo>
                <a:lnTo>
                  <a:pt x="291078" y="1240022"/>
                </a:lnTo>
                <a:lnTo>
                  <a:pt x="289149" y="1226521"/>
                </a:lnTo>
                <a:lnTo>
                  <a:pt x="286794" y="1222093"/>
                </a:lnTo>
                <a:lnTo>
                  <a:pt x="279807" y="1213021"/>
                </a:lnTo>
                <a:lnTo>
                  <a:pt x="276840" y="1199520"/>
                </a:lnTo>
                <a:lnTo>
                  <a:pt x="275465" y="1186020"/>
                </a:lnTo>
                <a:lnTo>
                  <a:pt x="272236" y="1178116"/>
                </a:lnTo>
                <a:lnTo>
                  <a:pt x="267607" y="1172519"/>
                </a:lnTo>
                <a:lnTo>
                  <a:pt x="262723" y="1159019"/>
                </a:lnTo>
                <a:lnTo>
                  <a:pt x="261440" y="1145518"/>
                </a:lnTo>
                <a:lnTo>
                  <a:pt x="257677" y="1132683"/>
                </a:lnTo>
                <a:lnTo>
                  <a:pt x="257102" y="1132018"/>
                </a:lnTo>
                <a:lnTo>
                  <a:pt x="248837" y="1118517"/>
                </a:lnTo>
                <a:lnTo>
                  <a:pt x="247244" y="1105017"/>
                </a:lnTo>
                <a:lnTo>
                  <a:pt x="244811" y="1091516"/>
                </a:lnTo>
                <a:lnTo>
                  <a:pt x="243118" y="1088660"/>
                </a:lnTo>
                <a:lnTo>
                  <a:pt x="235332" y="1078016"/>
                </a:lnTo>
                <a:lnTo>
                  <a:pt x="232994" y="1064515"/>
                </a:lnTo>
                <a:lnTo>
                  <a:pt x="231395" y="1051014"/>
                </a:lnTo>
                <a:lnTo>
                  <a:pt x="228559" y="1045006"/>
                </a:lnTo>
                <a:lnTo>
                  <a:pt x="222561" y="1037514"/>
                </a:lnTo>
                <a:lnTo>
                  <a:pt x="218799" y="1024013"/>
                </a:lnTo>
                <a:lnTo>
                  <a:pt x="217520" y="1010513"/>
                </a:lnTo>
                <a:lnTo>
                  <a:pt x="214001" y="1000471"/>
                </a:lnTo>
                <a:lnTo>
                  <a:pt x="211070" y="997012"/>
                </a:lnTo>
                <a:lnTo>
                  <a:pt x="204795" y="983512"/>
                </a:lnTo>
                <a:lnTo>
                  <a:pt x="203396" y="970011"/>
                </a:lnTo>
                <a:lnTo>
                  <a:pt x="200262" y="956511"/>
                </a:lnTo>
                <a:lnTo>
                  <a:pt x="199442" y="955246"/>
                </a:lnTo>
                <a:lnTo>
                  <a:pt x="191046" y="943010"/>
                </a:lnTo>
                <a:lnTo>
                  <a:pt x="189160" y="929510"/>
                </a:lnTo>
                <a:lnTo>
                  <a:pt x="187207" y="916009"/>
                </a:lnTo>
                <a:lnTo>
                  <a:pt x="184883" y="911667"/>
                </a:lnTo>
                <a:lnTo>
                  <a:pt x="177847" y="902509"/>
                </a:lnTo>
                <a:lnTo>
                  <a:pt x="174924" y="889008"/>
                </a:lnTo>
                <a:lnTo>
                  <a:pt x="173535" y="875508"/>
                </a:lnTo>
                <a:lnTo>
                  <a:pt x="170324" y="867714"/>
                </a:lnTo>
                <a:lnTo>
                  <a:pt x="165612" y="862007"/>
                </a:lnTo>
                <a:lnTo>
                  <a:pt x="160806" y="848506"/>
                </a:lnTo>
                <a:lnTo>
                  <a:pt x="159518" y="835006"/>
                </a:lnTo>
                <a:lnTo>
                  <a:pt x="155765" y="822337"/>
                </a:lnTo>
                <a:lnTo>
                  <a:pt x="155047" y="821505"/>
                </a:lnTo>
                <a:lnTo>
                  <a:pt x="146903" y="808005"/>
                </a:lnTo>
                <a:lnTo>
                  <a:pt x="145326" y="794504"/>
                </a:lnTo>
                <a:lnTo>
                  <a:pt x="142858" y="781004"/>
                </a:lnTo>
                <a:lnTo>
                  <a:pt x="141207" y="778231"/>
                </a:lnTo>
                <a:lnTo>
                  <a:pt x="133383" y="767503"/>
                </a:lnTo>
                <a:lnTo>
                  <a:pt x="131077" y="754003"/>
                </a:lnTo>
                <a:lnTo>
                  <a:pt x="129460" y="740502"/>
                </a:lnTo>
                <a:lnTo>
                  <a:pt x="126648" y="734587"/>
                </a:lnTo>
                <a:lnTo>
                  <a:pt x="120587" y="727002"/>
                </a:lnTo>
                <a:lnTo>
                  <a:pt x="116883" y="713501"/>
                </a:lnTo>
                <a:lnTo>
                  <a:pt x="115595" y="700001"/>
                </a:lnTo>
                <a:lnTo>
                  <a:pt x="112089" y="690091"/>
                </a:lnTo>
                <a:lnTo>
                  <a:pt x="109050" y="686500"/>
                </a:lnTo>
                <a:lnTo>
                  <a:pt x="102866" y="672999"/>
                </a:lnTo>
                <a:lnTo>
                  <a:pt x="101476" y="659499"/>
                </a:lnTo>
                <a:lnTo>
                  <a:pt x="98296" y="645998"/>
                </a:lnTo>
                <a:lnTo>
                  <a:pt x="97530" y="644822"/>
                </a:lnTo>
                <a:lnTo>
                  <a:pt x="89106" y="632498"/>
                </a:lnTo>
                <a:lnTo>
                  <a:pt x="87243" y="618997"/>
                </a:lnTo>
                <a:lnTo>
                  <a:pt x="85264" y="605497"/>
                </a:lnTo>
                <a:lnTo>
                  <a:pt x="82971" y="601240"/>
                </a:lnTo>
                <a:lnTo>
                  <a:pt x="75888" y="591996"/>
                </a:lnTo>
                <a:lnTo>
                  <a:pt x="73008" y="578496"/>
                </a:lnTo>
                <a:lnTo>
                  <a:pt x="71605" y="564995"/>
                </a:lnTo>
                <a:lnTo>
                  <a:pt x="68413" y="557310"/>
                </a:lnTo>
                <a:lnTo>
                  <a:pt x="63618" y="551495"/>
                </a:lnTo>
                <a:lnTo>
                  <a:pt x="58889" y="537994"/>
                </a:lnTo>
                <a:lnTo>
                  <a:pt x="57596" y="524494"/>
                </a:lnTo>
                <a:lnTo>
                  <a:pt x="53854" y="511990"/>
                </a:lnTo>
                <a:lnTo>
                  <a:pt x="52994" y="510993"/>
                </a:lnTo>
                <a:lnTo>
                  <a:pt x="44970" y="497493"/>
                </a:lnTo>
                <a:lnTo>
                  <a:pt x="43407" y="483992"/>
                </a:lnTo>
                <a:lnTo>
                  <a:pt x="40905" y="470491"/>
                </a:lnTo>
                <a:lnTo>
                  <a:pt x="39295" y="467802"/>
                </a:lnTo>
                <a:lnTo>
                  <a:pt x="31435" y="456991"/>
                </a:lnTo>
                <a:lnTo>
                  <a:pt x="29161" y="443490"/>
                </a:lnTo>
                <a:lnTo>
                  <a:pt x="27524" y="429990"/>
                </a:lnTo>
                <a:lnTo>
                  <a:pt x="24736" y="424168"/>
                </a:lnTo>
                <a:lnTo>
                  <a:pt x="18613" y="416489"/>
                </a:lnTo>
                <a:lnTo>
                  <a:pt x="14967" y="402989"/>
                </a:lnTo>
                <a:lnTo>
                  <a:pt x="13989" y="389488"/>
                </a:lnTo>
                <a:lnTo>
                  <a:pt x="13492" y="375988"/>
                </a:lnTo>
                <a:lnTo>
                  <a:pt x="13676" y="362487"/>
                </a:lnTo>
                <a:lnTo>
                  <a:pt x="13463" y="348987"/>
                </a:lnTo>
                <a:lnTo>
                  <a:pt x="13230" y="335486"/>
                </a:lnTo>
                <a:lnTo>
                  <a:pt x="12973" y="321986"/>
                </a:lnTo>
                <a:lnTo>
                  <a:pt x="12686" y="308485"/>
                </a:lnTo>
                <a:lnTo>
                  <a:pt x="12365" y="294985"/>
                </a:lnTo>
                <a:lnTo>
                  <a:pt x="12002" y="281484"/>
                </a:lnTo>
                <a:lnTo>
                  <a:pt x="11592" y="267983"/>
                </a:lnTo>
                <a:lnTo>
                  <a:pt x="11126" y="254483"/>
                </a:lnTo>
                <a:lnTo>
                  <a:pt x="10596" y="240982"/>
                </a:lnTo>
                <a:lnTo>
                  <a:pt x="10178" y="231550"/>
                </a:lnTo>
                <a:lnTo>
                  <a:pt x="9764" y="227482"/>
                </a:lnTo>
                <a:lnTo>
                  <a:pt x="8483" y="213981"/>
                </a:lnTo>
                <a:lnTo>
                  <a:pt x="7366" y="200481"/>
                </a:lnTo>
                <a:lnTo>
                  <a:pt x="6391" y="186980"/>
                </a:lnTo>
                <a:lnTo>
                  <a:pt x="5541" y="173480"/>
                </a:lnTo>
                <a:lnTo>
                  <a:pt x="4798" y="159979"/>
                </a:lnTo>
                <a:lnTo>
                  <a:pt x="4644" y="146479"/>
                </a:lnTo>
                <a:lnTo>
                  <a:pt x="7802" y="132978"/>
                </a:lnTo>
                <a:lnTo>
                  <a:pt x="10178" y="127634"/>
                </a:lnTo>
                <a:lnTo>
                  <a:pt x="15427" y="132978"/>
                </a:lnTo>
                <a:lnTo>
                  <a:pt x="24736" y="134863"/>
                </a:lnTo>
                <a:lnTo>
                  <a:pt x="37035" y="146479"/>
                </a:lnTo>
                <a:lnTo>
                  <a:pt x="39295" y="148472"/>
                </a:lnTo>
                <a:lnTo>
                  <a:pt x="51505" y="159979"/>
                </a:lnTo>
                <a:lnTo>
                  <a:pt x="53854" y="162168"/>
                </a:lnTo>
                <a:lnTo>
                  <a:pt x="65868" y="173480"/>
                </a:lnTo>
                <a:lnTo>
                  <a:pt x="68413" y="175851"/>
                </a:lnTo>
                <a:lnTo>
                  <a:pt x="80245" y="186980"/>
                </a:lnTo>
                <a:lnTo>
                  <a:pt x="82971" y="189522"/>
                </a:lnTo>
                <a:lnTo>
                  <a:pt x="94449" y="200481"/>
                </a:lnTo>
                <a:lnTo>
                  <a:pt x="97530" y="203354"/>
                </a:lnTo>
                <a:lnTo>
                  <a:pt x="108666" y="213981"/>
                </a:lnTo>
                <a:lnTo>
                  <a:pt x="112089" y="217203"/>
                </a:lnTo>
                <a:lnTo>
                  <a:pt x="122914" y="227482"/>
                </a:lnTo>
                <a:lnTo>
                  <a:pt x="126648" y="231014"/>
                </a:lnTo>
                <a:lnTo>
                  <a:pt x="137190" y="240982"/>
                </a:lnTo>
                <a:lnTo>
                  <a:pt x="141207" y="244802"/>
                </a:lnTo>
                <a:lnTo>
                  <a:pt x="151480" y="254483"/>
                </a:lnTo>
                <a:lnTo>
                  <a:pt x="155765" y="258580"/>
                </a:lnTo>
                <a:lnTo>
                  <a:pt x="165773" y="267983"/>
                </a:lnTo>
                <a:lnTo>
                  <a:pt x="170324" y="272363"/>
                </a:lnTo>
                <a:lnTo>
                  <a:pt x="180053" y="281484"/>
                </a:lnTo>
                <a:lnTo>
                  <a:pt x="184883" y="286167"/>
                </a:lnTo>
                <a:lnTo>
                  <a:pt x="194305" y="294985"/>
                </a:lnTo>
                <a:lnTo>
                  <a:pt x="199442" y="300009"/>
                </a:lnTo>
                <a:lnTo>
                  <a:pt x="208513" y="308485"/>
                </a:lnTo>
                <a:lnTo>
                  <a:pt x="214001" y="313907"/>
                </a:lnTo>
                <a:lnTo>
                  <a:pt x="222656" y="321986"/>
                </a:lnTo>
                <a:lnTo>
                  <a:pt x="228559" y="327884"/>
                </a:lnTo>
                <a:lnTo>
                  <a:pt x="236713" y="335486"/>
                </a:lnTo>
                <a:lnTo>
                  <a:pt x="243118" y="341965"/>
                </a:lnTo>
                <a:lnTo>
                  <a:pt x="250654" y="348987"/>
                </a:lnTo>
                <a:lnTo>
                  <a:pt x="257677" y="356182"/>
                </a:lnTo>
                <a:lnTo>
                  <a:pt x="264448" y="362487"/>
                </a:lnTo>
                <a:lnTo>
                  <a:pt x="272236" y="370576"/>
                </a:lnTo>
                <a:lnTo>
                  <a:pt x="278050" y="375988"/>
                </a:lnTo>
                <a:lnTo>
                  <a:pt x="286794" y="385196"/>
                </a:lnTo>
                <a:lnTo>
                  <a:pt x="291408" y="389488"/>
                </a:lnTo>
                <a:lnTo>
                  <a:pt x="301353" y="400102"/>
                </a:lnTo>
                <a:lnTo>
                  <a:pt x="304457" y="402989"/>
                </a:lnTo>
                <a:lnTo>
                  <a:pt x="315912" y="415373"/>
                </a:lnTo>
                <a:lnTo>
                  <a:pt x="317112" y="416489"/>
                </a:lnTo>
                <a:lnTo>
                  <a:pt x="330002" y="429990"/>
                </a:lnTo>
                <a:lnTo>
                  <a:pt x="330471" y="430427"/>
                </a:lnTo>
                <a:lnTo>
                  <a:pt x="343717" y="443490"/>
                </a:lnTo>
                <a:lnTo>
                  <a:pt x="345030" y="444717"/>
                </a:lnTo>
                <a:lnTo>
                  <a:pt x="357598" y="456991"/>
                </a:lnTo>
                <a:lnTo>
                  <a:pt x="359588" y="458854"/>
                </a:lnTo>
                <a:lnTo>
                  <a:pt x="371608" y="470491"/>
                </a:lnTo>
                <a:lnTo>
                  <a:pt x="374147" y="472873"/>
                </a:lnTo>
                <a:lnTo>
                  <a:pt x="385716" y="483992"/>
                </a:lnTo>
                <a:lnTo>
                  <a:pt x="388706" y="486803"/>
                </a:lnTo>
                <a:lnTo>
                  <a:pt x="399898" y="497493"/>
                </a:lnTo>
                <a:lnTo>
                  <a:pt x="403265" y="500667"/>
                </a:lnTo>
                <a:lnTo>
                  <a:pt x="414132" y="510993"/>
                </a:lnTo>
                <a:lnTo>
                  <a:pt x="417823" y="514486"/>
                </a:lnTo>
                <a:lnTo>
                  <a:pt x="428402" y="524494"/>
                </a:lnTo>
                <a:lnTo>
                  <a:pt x="432382" y="528276"/>
                </a:lnTo>
                <a:lnTo>
                  <a:pt x="442691" y="537994"/>
                </a:lnTo>
                <a:lnTo>
                  <a:pt x="446941" y="542054"/>
                </a:lnTo>
                <a:lnTo>
                  <a:pt x="456884" y="551495"/>
                </a:lnTo>
                <a:lnTo>
                  <a:pt x="461500" y="556213"/>
                </a:lnTo>
                <a:lnTo>
                  <a:pt x="470618" y="564995"/>
                </a:lnTo>
                <a:lnTo>
                  <a:pt x="476059" y="574578"/>
                </a:lnTo>
                <a:lnTo>
                  <a:pt x="480225" y="578496"/>
                </a:lnTo>
                <a:lnTo>
                  <a:pt x="487613" y="591996"/>
                </a:lnTo>
                <a:lnTo>
                  <a:pt x="490617" y="594966"/>
                </a:lnTo>
                <a:lnTo>
                  <a:pt x="500775" y="605497"/>
                </a:lnTo>
                <a:lnTo>
                  <a:pt x="505176" y="610778"/>
                </a:lnTo>
                <a:lnTo>
                  <a:pt x="513785" y="618997"/>
                </a:lnTo>
                <a:lnTo>
                  <a:pt x="519735" y="630984"/>
                </a:lnTo>
                <a:lnTo>
                  <a:pt x="521348" y="632498"/>
                </a:lnTo>
                <a:lnTo>
                  <a:pt x="530845" y="645998"/>
                </a:lnTo>
                <a:lnTo>
                  <a:pt x="534294" y="649483"/>
                </a:lnTo>
                <a:lnTo>
                  <a:pt x="544239" y="659499"/>
                </a:lnTo>
                <a:lnTo>
                  <a:pt x="548853" y="665503"/>
                </a:lnTo>
                <a:lnTo>
                  <a:pt x="556753" y="672999"/>
                </a:lnTo>
                <a:lnTo>
                  <a:pt x="562687" y="686500"/>
                </a:lnTo>
                <a:lnTo>
                  <a:pt x="563411" y="687192"/>
                </a:lnTo>
                <a:lnTo>
                  <a:pt x="574191" y="700001"/>
                </a:lnTo>
                <a:lnTo>
                  <a:pt x="577970" y="703937"/>
                </a:lnTo>
                <a:lnTo>
                  <a:pt x="587671" y="713501"/>
                </a:lnTo>
                <a:lnTo>
                  <a:pt x="592529" y="720478"/>
                </a:lnTo>
                <a:lnTo>
                  <a:pt x="599434" y="727002"/>
                </a:lnTo>
                <a:lnTo>
                  <a:pt x="605270" y="740502"/>
                </a:lnTo>
                <a:lnTo>
                  <a:pt x="607088" y="742255"/>
                </a:lnTo>
                <a:lnTo>
                  <a:pt x="617609" y="754003"/>
                </a:lnTo>
                <a:lnTo>
                  <a:pt x="621647" y="758383"/>
                </a:lnTo>
                <a:lnTo>
                  <a:pt x="631040" y="767503"/>
                </a:lnTo>
                <a:lnTo>
                  <a:pt x="636205" y="775827"/>
                </a:lnTo>
                <a:lnTo>
                  <a:pt x="641702" y="781004"/>
                </a:lnTo>
                <a:lnTo>
                  <a:pt x="648170" y="794504"/>
                </a:lnTo>
                <a:lnTo>
                  <a:pt x="650764" y="797038"/>
                </a:lnTo>
                <a:lnTo>
                  <a:pt x="661094" y="808005"/>
                </a:lnTo>
                <a:lnTo>
                  <a:pt x="665323" y="811990"/>
                </a:lnTo>
                <a:lnTo>
                  <a:pt x="679102" y="821505"/>
                </a:lnTo>
                <a:lnTo>
                  <a:pt x="679882" y="822168"/>
                </a:lnTo>
                <a:lnTo>
                  <a:pt x="694440" y="826599"/>
                </a:lnTo>
                <a:lnTo>
                  <a:pt x="704486" y="835006"/>
                </a:lnTo>
                <a:lnTo>
                  <a:pt x="708999" y="838284"/>
                </a:lnTo>
                <a:lnTo>
                  <a:pt x="723558" y="843485"/>
                </a:lnTo>
                <a:lnTo>
                  <a:pt x="729221" y="848506"/>
                </a:lnTo>
                <a:lnTo>
                  <a:pt x="738117" y="852771"/>
                </a:lnTo>
                <a:lnTo>
                  <a:pt x="750407" y="862007"/>
                </a:lnTo>
                <a:lnTo>
                  <a:pt x="752676" y="863876"/>
                </a:lnTo>
                <a:lnTo>
                  <a:pt x="767234" y="867749"/>
                </a:lnTo>
                <a:lnTo>
                  <a:pt x="776261" y="875508"/>
                </a:lnTo>
                <a:lnTo>
                  <a:pt x="781793" y="879154"/>
                </a:lnTo>
                <a:lnTo>
                  <a:pt x="796352" y="886395"/>
                </a:lnTo>
                <a:lnTo>
                  <a:pt x="810911" y="879559"/>
                </a:lnTo>
                <a:lnTo>
                  <a:pt x="817921" y="875508"/>
                </a:lnTo>
                <a:lnTo>
                  <a:pt x="825470" y="868508"/>
                </a:lnTo>
                <a:lnTo>
                  <a:pt x="840028" y="866049"/>
                </a:lnTo>
                <a:lnTo>
                  <a:pt x="844435" y="862007"/>
                </a:lnTo>
                <a:lnTo>
                  <a:pt x="854587" y="852601"/>
                </a:lnTo>
                <a:lnTo>
                  <a:pt x="869146" y="852094"/>
                </a:lnTo>
                <a:lnTo>
                  <a:pt x="873016" y="848506"/>
                </a:lnTo>
                <a:lnTo>
                  <a:pt x="883705" y="839057"/>
                </a:lnTo>
                <a:lnTo>
                  <a:pt x="889680" y="835006"/>
                </a:lnTo>
                <a:lnTo>
                  <a:pt x="898264" y="827046"/>
                </a:lnTo>
                <a:lnTo>
                  <a:pt x="912822" y="825542"/>
                </a:lnTo>
                <a:lnTo>
                  <a:pt x="917204" y="821505"/>
                </a:lnTo>
                <a:lnTo>
                  <a:pt x="927381" y="812082"/>
                </a:lnTo>
                <a:lnTo>
                  <a:pt x="941940" y="811295"/>
                </a:lnTo>
                <a:lnTo>
                  <a:pt x="945488" y="808005"/>
                </a:lnTo>
                <a:lnTo>
                  <a:pt x="956499" y="798555"/>
                </a:lnTo>
                <a:lnTo>
                  <a:pt x="961844" y="794504"/>
                </a:lnTo>
                <a:lnTo>
                  <a:pt x="971057" y="785961"/>
                </a:lnTo>
                <a:lnTo>
                  <a:pt x="985616" y="785031"/>
                </a:lnTo>
                <a:lnTo>
                  <a:pt x="989977" y="781004"/>
                </a:lnTo>
                <a:lnTo>
                  <a:pt x="1000175" y="771570"/>
                </a:lnTo>
                <a:lnTo>
                  <a:pt x="1014734" y="770304"/>
                </a:lnTo>
                <a:lnTo>
                  <a:pt x="1017754" y="767503"/>
                </a:lnTo>
                <a:lnTo>
                  <a:pt x="1029293" y="758052"/>
                </a:lnTo>
                <a:lnTo>
                  <a:pt x="1034254" y="754003"/>
                </a:lnTo>
                <a:lnTo>
                  <a:pt x="1043851" y="745104"/>
                </a:lnTo>
                <a:lnTo>
                  <a:pt x="1058410" y="744515"/>
                </a:lnTo>
                <a:lnTo>
                  <a:pt x="1062749" y="740502"/>
                </a:lnTo>
                <a:lnTo>
                  <a:pt x="1072969" y="731062"/>
                </a:lnTo>
                <a:lnTo>
                  <a:pt x="1087528" y="728998"/>
                </a:lnTo>
                <a:lnTo>
                  <a:pt x="1089680" y="727002"/>
                </a:lnTo>
                <a:lnTo>
                  <a:pt x="1102086" y="717550"/>
                </a:lnTo>
                <a:lnTo>
                  <a:pt x="1106815" y="713501"/>
                </a:lnTo>
                <a:lnTo>
                  <a:pt x="1116645" y="704386"/>
                </a:lnTo>
                <a:lnTo>
                  <a:pt x="1131204" y="703990"/>
                </a:lnTo>
                <a:lnTo>
                  <a:pt x="1135513" y="700001"/>
                </a:lnTo>
                <a:lnTo>
                  <a:pt x="1145763" y="690556"/>
                </a:lnTo>
                <a:lnTo>
                  <a:pt x="1160322" y="687173"/>
                </a:lnTo>
                <a:lnTo>
                  <a:pt x="1161048" y="686500"/>
                </a:lnTo>
                <a:lnTo>
                  <a:pt x="1174880" y="677048"/>
                </a:lnTo>
                <a:lnTo>
                  <a:pt x="1179466" y="672999"/>
                </a:lnTo>
                <a:lnTo>
                  <a:pt x="1189439" y="663753"/>
                </a:lnTo>
                <a:lnTo>
                  <a:pt x="1203998" y="663449"/>
                </a:lnTo>
                <a:lnTo>
                  <a:pt x="1208262" y="659499"/>
                </a:lnTo>
                <a:lnTo>
                  <a:pt x="1218557" y="650052"/>
                </a:lnTo>
                <a:lnTo>
                  <a:pt x="1230360" y="645998"/>
                </a:lnTo>
                <a:lnTo>
                  <a:pt x="1233116" y="643443"/>
                </a:lnTo>
                <a:lnTo>
                  <a:pt x="1247674" y="636545"/>
                </a:lnTo>
                <a:lnTo>
                  <a:pt x="1252173" y="632498"/>
                </a:lnTo>
                <a:lnTo>
                  <a:pt x="1262233" y="623172"/>
                </a:lnTo>
                <a:lnTo>
                  <a:pt x="1276792" y="622883"/>
                </a:lnTo>
                <a:lnTo>
                  <a:pt x="1280985" y="618997"/>
                </a:lnTo>
                <a:lnTo>
                  <a:pt x="1291351" y="609549"/>
                </a:lnTo>
                <a:lnTo>
                  <a:pt x="1300241" y="605497"/>
                </a:lnTo>
                <a:lnTo>
                  <a:pt x="1305910" y="600241"/>
                </a:lnTo>
                <a:lnTo>
                  <a:pt x="1320468" y="596042"/>
                </a:lnTo>
                <a:lnTo>
                  <a:pt x="1324912" y="591996"/>
                </a:lnTo>
                <a:lnTo>
                  <a:pt x="1335027" y="582621"/>
                </a:lnTo>
                <a:lnTo>
                  <a:pt x="1349586" y="582185"/>
                </a:lnTo>
                <a:lnTo>
                  <a:pt x="1353565" y="578496"/>
                </a:lnTo>
                <a:lnTo>
                  <a:pt x="1364145" y="569046"/>
                </a:lnTo>
                <a:lnTo>
                  <a:pt x="1369178" y="564995"/>
                </a:lnTo>
                <a:lnTo>
                  <a:pt x="1378703" y="556162"/>
                </a:lnTo>
                <a:lnTo>
                  <a:pt x="1393262" y="555480"/>
                </a:lnTo>
                <a:lnTo>
                  <a:pt x="1397563" y="551495"/>
                </a:lnTo>
                <a:lnTo>
                  <a:pt x="1407821" y="542048"/>
                </a:lnTo>
                <a:lnTo>
                  <a:pt x="1413569" y="537994"/>
                </a:lnTo>
                <a:lnTo>
                  <a:pt x="1422380" y="529823"/>
                </a:lnTo>
                <a:lnTo>
                  <a:pt x="1436939" y="528196"/>
                </a:lnTo>
                <a:lnTo>
                  <a:pt x="1440932" y="524494"/>
                </a:lnTo>
                <a:lnTo>
                  <a:pt x="1451497" y="515039"/>
                </a:lnTo>
                <a:lnTo>
                  <a:pt x="1455889" y="510993"/>
                </a:lnTo>
                <a:lnTo>
                  <a:pt x="1466056" y="501569"/>
                </a:lnTo>
                <a:lnTo>
                  <a:pt x="1472832" y="497493"/>
                </a:lnTo>
                <a:lnTo>
                  <a:pt x="1480615" y="490275"/>
                </a:lnTo>
                <a:lnTo>
                  <a:pt x="1495174" y="487843"/>
                </a:lnTo>
                <a:lnTo>
                  <a:pt x="1499327" y="483992"/>
                </a:lnTo>
                <a:lnTo>
                  <a:pt x="1509733" y="474540"/>
                </a:lnTo>
                <a:lnTo>
                  <a:pt x="1514147" y="470491"/>
                </a:lnTo>
                <a:lnTo>
                  <a:pt x="1524291" y="461086"/>
                </a:lnTo>
                <a:lnTo>
                  <a:pt x="1532862" y="456991"/>
                </a:lnTo>
                <a:lnTo>
                  <a:pt x="1538850" y="451438"/>
                </a:lnTo>
                <a:lnTo>
                  <a:pt x="1553409" y="447426"/>
                </a:lnTo>
                <a:lnTo>
                  <a:pt x="1557655" y="443490"/>
                </a:lnTo>
                <a:lnTo>
                  <a:pt x="1567968" y="434040"/>
                </a:lnTo>
                <a:lnTo>
                  <a:pt x="1572419" y="429990"/>
                </a:lnTo>
                <a:lnTo>
                  <a:pt x="1582526" y="420619"/>
                </a:lnTo>
                <a:lnTo>
                  <a:pt x="1594230" y="416489"/>
                </a:lnTo>
                <a:lnTo>
                  <a:pt x="1597085" y="413842"/>
                </a:lnTo>
                <a:lnTo>
                  <a:pt x="1611644" y="406974"/>
                </a:lnTo>
                <a:lnTo>
                  <a:pt x="1615943" y="402989"/>
                </a:lnTo>
                <a:lnTo>
                  <a:pt x="1626203" y="393539"/>
                </a:lnTo>
                <a:lnTo>
                  <a:pt x="1630719" y="389488"/>
                </a:lnTo>
                <a:lnTo>
                  <a:pt x="1640762" y="380176"/>
                </a:lnTo>
                <a:lnTo>
                  <a:pt x="1655320" y="376814"/>
                </a:lnTo>
                <a:lnTo>
                  <a:pt x="1656211" y="375988"/>
                </a:lnTo>
                <a:lnTo>
                  <a:pt x="1669879" y="366500"/>
                </a:lnTo>
                <a:lnTo>
                  <a:pt x="1674209" y="362487"/>
                </a:lnTo>
                <a:lnTo>
                  <a:pt x="1684438" y="353039"/>
                </a:lnTo>
                <a:lnTo>
                  <a:pt x="1689065" y="348987"/>
                </a:lnTo>
                <a:lnTo>
                  <a:pt x="1698997" y="339777"/>
                </a:lnTo>
                <a:lnTo>
                  <a:pt x="1713556" y="337689"/>
                </a:lnTo>
                <a:lnTo>
                  <a:pt x="1715931" y="335486"/>
                </a:lnTo>
                <a:lnTo>
                  <a:pt x="1728114" y="326014"/>
                </a:lnTo>
                <a:lnTo>
                  <a:pt x="1732464" y="321986"/>
                </a:lnTo>
                <a:lnTo>
                  <a:pt x="1742673" y="312540"/>
                </a:lnTo>
                <a:lnTo>
                  <a:pt x="1747494" y="308485"/>
                </a:lnTo>
                <a:lnTo>
                  <a:pt x="1757232" y="299455"/>
                </a:lnTo>
                <a:lnTo>
                  <a:pt x="1771791" y="297976"/>
                </a:lnTo>
                <a:lnTo>
                  <a:pt x="1775017" y="294985"/>
                </a:lnTo>
                <a:lnTo>
                  <a:pt x="1786349" y="285522"/>
                </a:lnTo>
                <a:lnTo>
                  <a:pt x="1790713" y="281484"/>
                </a:lnTo>
                <a:lnTo>
                  <a:pt x="1800908" y="272042"/>
                </a:lnTo>
                <a:lnTo>
                  <a:pt x="1806067" y="267983"/>
                </a:lnTo>
                <a:lnTo>
                  <a:pt x="1815467" y="259267"/>
                </a:lnTo>
                <a:lnTo>
                  <a:pt x="1830026" y="257927"/>
                </a:lnTo>
                <a:lnTo>
                  <a:pt x="1833740" y="254483"/>
                </a:lnTo>
                <a:lnTo>
                  <a:pt x="1844585" y="245026"/>
                </a:lnTo>
                <a:lnTo>
                  <a:pt x="1848961" y="240982"/>
                </a:lnTo>
                <a:lnTo>
                  <a:pt x="1859144" y="231547"/>
                </a:lnTo>
                <a:lnTo>
                  <a:pt x="1864892" y="227482"/>
                </a:lnTo>
                <a:lnTo>
                  <a:pt x="1873702" y="219312"/>
                </a:lnTo>
                <a:lnTo>
                  <a:pt x="1888261" y="217684"/>
                </a:lnTo>
                <a:lnTo>
                  <a:pt x="1892254" y="213981"/>
                </a:lnTo>
                <a:lnTo>
                  <a:pt x="1902820" y="204527"/>
                </a:lnTo>
                <a:lnTo>
                  <a:pt x="1907211" y="200481"/>
                </a:lnTo>
                <a:lnTo>
                  <a:pt x="1917379" y="191056"/>
                </a:lnTo>
                <a:lnTo>
                  <a:pt x="1924156" y="186980"/>
                </a:lnTo>
                <a:lnTo>
                  <a:pt x="1931937" y="179764"/>
                </a:lnTo>
                <a:lnTo>
                  <a:pt x="1946496" y="177331"/>
                </a:lnTo>
                <a:lnTo>
                  <a:pt x="1950650" y="173480"/>
                </a:lnTo>
                <a:lnTo>
                  <a:pt x="1961055" y="164028"/>
                </a:lnTo>
                <a:lnTo>
                  <a:pt x="1965469" y="159979"/>
                </a:lnTo>
                <a:lnTo>
                  <a:pt x="1975614" y="150574"/>
                </a:lnTo>
                <a:lnTo>
                  <a:pt x="1984187" y="146479"/>
                </a:lnTo>
                <a:lnTo>
                  <a:pt x="1990173" y="140928"/>
                </a:lnTo>
                <a:lnTo>
                  <a:pt x="2004731" y="136914"/>
                </a:lnTo>
                <a:lnTo>
                  <a:pt x="2008977" y="132978"/>
                </a:lnTo>
                <a:lnTo>
                  <a:pt x="2019290" y="123527"/>
                </a:lnTo>
                <a:lnTo>
                  <a:pt x="2023742" y="119478"/>
                </a:lnTo>
                <a:lnTo>
                  <a:pt x="2033849" y="110106"/>
                </a:lnTo>
                <a:lnTo>
                  <a:pt x="2045557" y="105977"/>
                </a:lnTo>
                <a:lnTo>
                  <a:pt x="2048408" y="103334"/>
                </a:lnTo>
                <a:lnTo>
                  <a:pt x="2062967" y="96461"/>
                </a:lnTo>
                <a:lnTo>
                  <a:pt x="2067265" y="92476"/>
                </a:lnTo>
                <a:lnTo>
                  <a:pt x="2077525" y="83027"/>
                </a:lnTo>
                <a:lnTo>
                  <a:pt x="2082041" y="78976"/>
                </a:lnTo>
                <a:lnTo>
                  <a:pt x="2092084" y="69664"/>
                </a:lnTo>
                <a:lnTo>
                  <a:pt x="2106643" y="66304"/>
                </a:lnTo>
                <a:lnTo>
                  <a:pt x="2107536" y="65475"/>
                </a:lnTo>
                <a:lnTo>
                  <a:pt x="2121201" y="55988"/>
                </a:lnTo>
                <a:lnTo>
                  <a:pt x="2125532" y="51975"/>
                </a:lnTo>
                <a:lnTo>
                  <a:pt x="2135760" y="42527"/>
                </a:lnTo>
                <a:lnTo>
                  <a:pt x="2140388" y="38474"/>
                </a:lnTo>
                <a:lnTo>
                  <a:pt x="2150319" y="29265"/>
                </a:lnTo>
                <a:lnTo>
                  <a:pt x="2164878" y="27178"/>
                </a:lnTo>
                <a:lnTo>
                  <a:pt x="2167255" y="24974"/>
                </a:lnTo>
                <a:lnTo>
                  <a:pt x="2179437" y="15502"/>
                </a:lnTo>
                <a:lnTo>
                  <a:pt x="2183787" y="11473"/>
                </a:lnTo>
                <a:lnTo>
                  <a:pt x="2193996" y="2027"/>
                </a:lnTo>
                <a:lnTo>
                  <a:pt x="2193996" y="0"/>
                </a:lnTo>
                <a:lnTo>
                  <a:pt x="2181595" y="11473"/>
                </a:lnTo>
                <a:lnTo>
                  <a:pt x="2179437" y="13472"/>
                </a:lnTo>
                <a:lnTo>
                  <a:pt x="2164878" y="23865"/>
                </a:lnTo>
                <a:lnTo>
                  <a:pt x="2163683" y="24974"/>
                </a:lnTo>
                <a:lnTo>
                  <a:pt x="2150319" y="27119"/>
                </a:lnTo>
                <a:lnTo>
                  <a:pt x="2138074" y="38474"/>
                </a:lnTo>
                <a:lnTo>
                  <a:pt x="2135760" y="40500"/>
                </a:lnTo>
                <a:lnTo>
                  <a:pt x="2123338" y="51975"/>
                </a:lnTo>
                <a:lnTo>
                  <a:pt x="2121201" y="53954"/>
                </a:lnTo>
                <a:lnTo>
                  <a:pt x="2106643" y="59940"/>
                </a:lnTo>
                <a:lnTo>
                  <a:pt x="2100674" y="65475"/>
                </a:lnTo>
                <a:lnTo>
                  <a:pt x="2092084" y="67569"/>
                </a:lnTo>
                <a:lnTo>
                  <a:pt x="2079782" y="78976"/>
                </a:lnTo>
                <a:lnTo>
                  <a:pt x="2077525" y="81001"/>
                </a:lnTo>
                <a:lnTo>
                  <a:pt x="2065066" y="92476"/>
                </a:lnTo>
                <a:lnTo>
                  <a:pt x="2062967" y="94422"/>
                </a:lnTo>
                <a:lnTo>
                  <a:pt x="2048408" y="97905"/>
                </a:lnTo>
                <a:lnTo>
                  <a:pt x="2039703" y="105977"/>
                </a:lnTo>
                <a:lnTo>
                  <a:pt x="2033849" y="108042"/>
                </a:lnTo>
                <a:lnTo>
                  <a:pt x="2021515" y="119478"/>
                </a:lnTo>
                <a:lnTo>
                  <a:pt x="2019290" y="121501"/>
                </a:lnTo>
                <a:lnTo>
                  <a:pt x="2006766" y="132978"/>
                </a:lnTo>
                <a:lnTo>
                  <a:pt x="2004731" y="134865"/>
                </a:lnTo>
                <a:lnTo>
                  <a:pt x="1990173" y="136953"/>
                </a:lnTo>
                <a:lnTo>
                  <a:pt x="1979901" y="146479"/>
                </a:lnTo>
                <a:lnTo>
                  <a:pt x="1975614" y="148526"/>
                </a:lnTo>
                <a:lnTo>
                  <a:pt x="1963260" y="159979"/>
                </a:lnTo>
                <a:lnTo>
                  <a:pt x="1961055" y="162002"/>
                </a:lnTo>
                <a:lnTo>
                  <a:pt x="1948419" y="173480"/>
                </a:lnTo>
                <a:lnTo>
                  <a:pt x="1946496" y="175263"/>
                </a:lnTo>
                <a:lnTo>
                  <a:pt x="1931937" y="176622"/>
                </a:lnTo>
                <a:lnTo>
                  <a:pt x="1920767" y="186980"/>
                </a:lnTo>
                <a:lnTo>
                  <a:pt x="1917379" y="189018"/>
                </a:lnTo>
                <a:lnTo>
                  <a:pt x="1905012" y="200481"/>
                </a:lnTo>
                <a:lnTo>
                  <a:pt x="1902820" y="202501"/>
                </a:lnTo>
                <a:lnTo>
                  <a:pt x="1889990" y="213981"/>
                </a:lnTo>
                <a:lnTo>
                  <a:pt x="1888261" y="215584"/>
                </a:lnTo>
                <a:lnTo>
                  <a:pt x="1873702" y="216647"/>
                </a:lnTo>
                <a:lnTo>
                  <a:pt x="1862018" y="227482"/>
                </a:lnTo>
                <a:lnTo>
                  <a:pt x="1859144" y="229514"/>
                </a:lnTo>
                <a:lnTo>
                  <a:pt x="1846767" y="240982"/>
                </a:lnTo>
                <a:lnTo>
                  <a:pt x="1844585" y="242999"/>
                </a:lnTo>
                <a:lnTo>
                  <a:pt x="1831416" y="254483"/>
                </a:lnTo>
                <a:lnTo>
                  <a:pt x="1830026" y="255772"/>
                </a:lnTo>
                <a:lnTo>
                  <a:pt x="1815467" y="256875"/>
                </a:lnTo>
                <a:lnTo>
                  <a:pt x="1803487" y="267983"/>
                </a:lnTo>
                <a:lnTo>
                  <a:pt x="1800908" y="270013"/>
                </a:lnTo>
                <a:lnTo>
                  <a:pt x="1788522" y="281484"/>
                </a:lnTo>
                <a:lnTo>
                  <a:pt x="1786349" y="283494"/>
                </a:lnTo>
                <a:lnTo>
                  <a:pt x="1772589" y="294985"/>
                </a:lnTo>
                <a:lnTo>
                  <a:pt x="1771791" y="295724"/>
                </a:lnTo>
                <a:lnTo>
                  <a:pt x="1757232" y="297220"/>
                </a:lnTo>
                <a:lnTo>
                  <a:pt x="1745083" y="308485"/>
                </a:lnTo>
                <a:lnTo>
                  <a:pt x="1742673" y="310512"/>
                </a:lnTo>
                <a:lnTo>
                  <a:pt x="1730273" y="321986"/>
                </a:lnTo>
                <a:lnTo>
                  <a:pt x="1728114" y="323985"/>
                </a:lnTo>
                <a:lnTo>
                  <a:pt x="1713556" y="334371"/>
                </a:lnTo>
                <a:lnTo>
                  <a:pt x="1712353" y="335486"/>
                </a:lnTo>
                <a:lnTo>
                  <a:pt x="1698997" y="337632"/>
                </a:lnTo>
                <a:lnTo>
                  <a:pt x="1686751" y="348987"/>
                </a:lnTo>
                <a:lnTo>
                  <a:pt x="1684438" y="351013"/>
                </a:lnTo>
                <a:lnTo>
                  <a:pt x="1672015" y="362487"/>
                </a:lnTo>
                <a:lnTo>
                  <a:pt x="1669879" y="364467"/>
                </a:lnTo>
                <a:lnTo>
                  <a:pt x="1655320" y="370449"/>
                </a:lnTo>
                <a:lnTo>
                  <a:pt x="1649347" y="375988"/>
                </a:lnTo>
                <a:lnTo>
                  <a:pt x="1640762" y="378082"/>
                </a:lnTo>
                <a:lnTo>
                  <a:pt x="1628460" y="389488"/>
                </a:lnTo>
                <a:lnTo>
                  <a:pt x="1626203" y="391513"/>
                </a:lnTo>
                <a:lnTo>
                  <a:pt x="1613743" y="402989"/>
                </a:lnTo>
                <a:lnTo>
                  <a:pt x="1611644" y="404935"/>
                </a:lnTo>
                <a:lnTo>
                  <a:pt x="1597085" y="408415"/>
                </a:lnTo>
                <a:lnTo>
                  <a:pt x="1588378" y="416489"/>
                </a:lnTo>
                <a:lnTo>
                  <a:pt x="1582526" y="418554"/>
                </a:lnTo>
                <a:lnTo>
                  <a:pt x="1570192" y="429990"/>
                </a:lnTo>
                <a:lnTo>
                  <a:pt x="1567968" y="432014"/>
                </a:lnTo>
                <a:lnTo>
                  <a:pt x="1555444" y="443490"/>
                </a:lnTo>
                <a:lnTo>
                  <a:pt x="1553409" y="445377"/>
                </a:lnTo>
                <a:lnTo>
                  <a:pt x="1538850" y="447464"/>
                </a:lnTo>
                <a:lnTo>
                  <a:pt x="1528577" y="456991"/>
                </a:lnTo>
                <a:lnTo>
                  <a:pt x="1524291" y="459039"/>
                </a:lnTo>
                <a:lnTo>
                  <a:pt x="1511938" y="470491"/>
                </a:lnTo>
                <a:lnTo>
                  <a:pt x="1509733" y="472514"/>
                </a:lnTo>
                <a:lnTo>
                  <a:pt x="1497097" y="483992"/>
                </a:lnTo>
                <a:lnTo>
                  <a:pt x="1495174" y="485775"/>
                </a:lnTo>
                <a:lnTo>
                  <a:pt x="1480615" y="487134"/>
                </a:lnTo>
                <a:lnTo>
                  <a:pt x="1469444" y="497493"/>
                </a:lnTo>
                <a:lnTo>
                  <a:pt x="1466056" y="499531"/>
                </a:lnTo>
                <a:lnTo>
                  <a:pt x="1453690" y="510993"/>
                </a:lnTo>
                <a:lnTo>
                  <a:pt x="1451497" y="513013"/>
                </a:lnTo>
                <a:lnTo>
                  <a:pt x="1438667" y="524494"/>
                </a:lnTo>
                <a:lnTo>
                  <a:pt x="1436939" y="526097"/>
                </a:lnTo>
                <a:lnTo>
                  <a:pt x="1422380" y="527159"/>
                </a:lnTo>
                <a:lnTo>
                  <a:pt x="1410695" y="537994"/>
                </a:lnTo>
                <a:lnTo>
                  <a:pt x="1407821" y="540021"/>
                </a:lnTo>
                <a:lnTo>
                  <a:pt x="1395362" y="551495"/>
                </a:lnTo>
                <a:lnTo>
                  <a:pt x="1393262" y="553440"/>
                </a:lnTo>
                <a:lnTo>
                  <a:pt x="1378703" y="553828"/>
                </a:lnTo>
                <a:lnTo>
                  <a:pt x="1366661" y="564995"/>
                </a:lnTo>
                <a:lnTo>
                  <a:pt x="1364145" y="567020"/>
                </a:lnTo>
                <a:lnTo>
                  <a:pt x="1351298" y="578496"/>
                </a:lnTo>
                <a:lnTo>
                  <a:pt x="1349586" y="580083"/>
                </a:lnTo>
                <a:lnTo>
                  <a:pt x="1335027" y="580559"/>
                </a:lnTo>
                <a:lnTo>
                  <a:pt x="1322686" y="591996"/>
                </a:lnTo>
                <a:lnTo>
                  <a:pt x="1320468" y="594016"/>
                </a:lnTo>
                <a:lnTo>
                  <a:pt x="1305910" y="596118"/>
                </a:lnTo>
                <a:lnTo>
                  <a:pt x="1295796" y="605497"/>
                </a:lnTo>
                <a:lnTo>
                  <a:pt x="1291351" y="607523"/>
                </a:lnTo>
                <a:lnTo>
                  <a:pt x="1278762" y="618997"/>
                </a:lnTo>
                <a:lnTo>
                  <a:pt x="1276792" y="620823"/>
                </a:lnTo>
                <a:lnTo>
                  <a:pt x="1262233" y="621085"/>
                </a:lnTo>
                <a:lnTo>
                  <a:pt x="1249921" y="632498"/>
                </a:lnTo>
                <a:lnTo>
                  <a:pt x="1247674" y="634519"/>
                </a:lnTo>
                <a:lnTo>
                  <a:pt x="1233116" y="637970"/>
                </a:lnTo>
                <a:lnTo>
                  <a:pt x="1224458" y="645998"/>
                </a:lnTo>
                <a:lnTo>
                  <a:pt x="1218557" y="648025"/>
                </a:lnTo>
                <a:lnTo>
                  <a:pt x="1206053" y="659499"/>
                </a:lnTo>
                <a:lnTo>
                  <a:pt x="1203998" y="661403"/>
                </a:lnTo>
                <a:lnTo>
                  <a:pt x="1189439" y="661626"/>
                </a:lnTo>
                <a:lnTo>
                  <a:pt x="1177172" y="672999"/>
                </a:lnTo>
                <a:lnTo>
                  <a:pt x="1174880" y="675022"/>
                </a:lnTo>
                <a:lnTo>
                  <a:pt x="1160322" y="680692"/>
                </a:lnTo>
                <a:lnTo>
                  <a:pt x="1154058" y="686500"/>
                </a:lnTo>
                <a:lnTo>
                  <a:pt x="1145763" y="688528"/>
                </a:lnTo>
                <a:lnTo>
                  <a:pt x="1133311" y="700001"/>
                </a:lnTo>
                <a:lnTo>
                  <a:pt x="1131204" y="701952"/>
                </a:lnTo>
                <a:lnTo>
                  <a:pt x="1116645" y="702193"/>
                </a:lnTo>
                <a:lnTo>
                  <a:pt x="1104450" y="713501"/>
                </a:lnTo>
                <a:lnTo>
                  <a:pt x="1102086" y="715525"/>
                </a:lnTo>
                <a:lnTo>
                  <a:pt x="1087528" y="724843"/>
                </a:lnTo>
                <a:lnTo>
                  <a:pt x="1085200" y="727002"/>
                </a:lnTo>
                <a:lnTo>
                  <a:pt x="1072969" y="729032"/>
                </a:lnTo>
                <a:lnTo>
                  <a:pt x="1060551" y="740502"/>
                </a:lnTo>
                <a:lnTo>
                  <a:pt x="1058410" y="742482"/>
                </a:lnTo>
                <a:lnTo>
                  <a:pt x="1043851" y="742803"/>
                </a:lnTo>
                <a:lnTo>
                  <a:pt x="1031773" y="754003"/>
                </a:lnTo>
                <a:lnTo>
                  <a:pt x="1029293" y="756027"/>
                </a:lnTo>
                <a:lnTo>
                  <a:pt x="1015281" y="767503"/>
                </a:lnTo>
                <a:lnTo>
                  <a:pt x="1014734" y="768011"/>
                </a:lnTo>
                <a:lnTo>
                  <a:pt x="1000175" y="769536"/>
                </a:lnTo>
                <a:lnTo>
                  <a:pt x="987779" y="781004"/>
                </a:lnTo>
                <a:lnTo>
                  <a:pt x="985616" y="783002"/>
                </a:lnTo>
                <a:lnTo>
                  <a:pt x="971057" y="783482"/>
                </a:lnTo>
                <a:lnTo>
                  <a:pt x="959171" y="794504"/>
                </a:lnTo>
                <a:lnTo>
                  <a:pt x="956499" y="796529"/>
                </a:lnTo>
                <a:lnTo>
                  <a:pt x="943129" y="808005"/>
                </a:lnTo>
                <a:lnTo>
                  <a:pt x="941940" y="809107"/>
                </a:lnTo>
                <a:lnTo>
                  <a:pt x="927381" y="810043"/>
                </a:lnTo>
                <a:lnTo>
                  <a:pt x="915003" y="821505"/>
                </a:lnTo>
                <a:lnTo>
                  <a:pt x="912822" y="823514"/>
                </a:lnTo>
                <a:lnTo>
                  <a:pt x="898264" y="824276"/>
                </a:lnTo>
                <a:lnTo>
                  <a:pt x="886692" y="835006"/>
                </a:lnTo>
                <a:lnTo>
                  <a:pt x="883705" y="837031"/>
                </a:lnTo>
                <a:lnTo>
                  <a:pt x="870724" y="848506"/>
                </a:lnTo>
                <a:lnTo>
                  <a:pt x="869146" y="849970"/>
                </a:lnTo>
                <a:lnTo>
                  <a:pt x="854587" y="850554"/>
                </a:lnTo>
                <a:lnTo>
                  <a:pt x="842225" y="862007"/>
                </a:lnTo>
                <a:lnTo>
                  <a:pt x="840028" y="864022"/>
                </a:lnTo>
                <a:lnTo>
                  <a:pt x="825470" y="865257"/>
                </a:lnTo>
                <a:lnTo>
                  <a:pt x="814415" y="875508"/>
                </a:lnTo>
                <a:lnTo>
                  <a:pt x="810911" y="877533"/>
                </a:lnTo>
                <a:lnTo>
                  <a:pt x="796352" y="880923"/>
                </a:lnTo>
                <a:lnTo>
                  <a:pt x="781793" y="876907"/>
                </a:lnTo>
                <a:lnTo>
                  <a:pt x="779670" y="875508"/>
                </a:lnTo>
                <a:lnTo>
                  <a:pt x="767234" y="864819"/>
                </a:lnTo>
                <a:lnTo>
                  <a:pt x="755800" y="862007"/>
                </a:lnTo>
                <a:lnTo>
                  <a:pt x="752676" y="859193"/>
                </a:lnTo>
                <a:lnTo>
                  <a:pt x="738117" y="850460"/>
                </a:lnTo>
                <a:lnTo>
                  <a:pt x="734041" y="848506"/>
                </a:lnTo>
                <a:lnTo>
                  <a:pt x="723558" y="839211"/>
                </a:lnTo>
                <a:lnTo>
                  <a:pt x="708999" y="836003"/>
                </a:lnTo>
                <a:lnTo>
                  <a:pt x="707627" y="835006"/>
                </a:lnTo>
                <a:lnTo>
                  <a:pt x="694440" y="823971"/>
                </a:lnTo>
                <a:lnTo>
                  <a:pt x="686405" y="821505"/>
                </a:lnTo>
                <a:lnTo>
                  <a:pt x="679882" y="815648"/>
                </a:lnTo>
                <a:lnTo>
                  <a:pt x="665323" y="809733"/>
                </a:lnTo>
                <a:lnTo>
                  <a:pt x="663489" y="808005"/>
                </a:lnTo>
                <a:lnTo>
                  <a:pt x="650815" y="794504"/>
                </a:lnTo>
                <a:lnTo>
                  <a:pt x="650764" y="794457"/>
                </a:lnTo>
                <a:lnTo>
                  <a:pt x="646260" y="781004"/>
                </a:lnTo>
                <a:lnTo>
                  <a:pt x="636205" y="771534"/>
                </a:lnTo>
                <a:lnTo>
                  <a:pt x="633703" y="767503"/>
                </a:lnTo>
                <a:lnTo>
                  <a:pt x="621647" y="755797"/>
                </a:lnTo>
                <a:lnTo>
                  <a:pt x="619993" y="754003"/>
                </a:lnTo>
                <a:lnTo>
                  <a:pt x="610801" y="740502"/>
                </a:lnTo>
                <a:lnTo>
                  <a:pt x="607088" y="737024"/>
                </a:lnTo>
                <a:lnTo>
                  <a:pt x="603293" y="727002"/>
                </a:lnTo>
                <a:lnTo>
                  <a:pt x="592529" y="716833"/>
                </a:lnTo>
                <a:lnTo>
                  <a:pt x="590209" y="713501"/>
                </a:lnTo>
                <a:lnTo>
                  <a:pt x="577970" y="701434"/>
                </a:lnTo>
                <a:lnTo>
                  <a:pt x="576594" y="700001"/>
                </a:lnTo>
                <a:lnTo>
                  <a:pt x="569703" y="686500"/>
                </a:lnTo>
                <a:lnTo>
                  <a:pt x="563411" y="680602"/>
                </a:lnTo>
                <a:lnTo>
                  <a:pt x="560122" y="672999"/>
                </a:lnTo>
                <a:lnTo>
                  <a:pt x="548853" y="662306"/>
                </a:lnTo>
                <a:lnTo>
                  <a:pt x="546695" y="659499"/>
                </a:lnTo>
                <a:lnTo>
                  <a:pt x="534294" y="647010"/>
                </a:lnTo>
                <a:lnTo>
                  <a:pt x="533293" y="645998"/>
                </a:lnTo>
                <a:lnTo>
                  <a:pt x="527842" y="632498"/>
                </a:lnTo>
                <a:lnTo>
                  <a:pt x="519735" y="624888"/>
                </a:lnTo>
                <a:lnTo>
                  <a:pt x="516811" y="618997"/>
                </a:lnTo>
                <a:lnTo>
                  <a:pt x="505176" y="607889"/>
                </a:lnTo>
                <a:lnTo>
                  <a:pt x="503183" y="605497"/>
                </a:lnTo>
                <a:lnTo>
                  <a:pt x="490617" y="592470"/>
                </a:lnTo>
                <a:lnTo>
                  <a:pt x="490138" y="591996"/>
                </a:lnTo>
                <a:lnTo>
                  <a:pt x="485445" y="578496"/>
                </a:lnTo>
                <a:lnTo>
                  <a:pt x="476059" y="569670"/>
                </a:lnTo>
                <a:lnTo>
                  <a:pt x="473405" y="564995"/>
                </a:lnTo>
                <a:lnTo>
                  <a:pt x="461500" y="553530"/>
                </a:lnTo>
                <a:lnTo>
                  <a:pt x="459509" y="551495"/>
                </a:lnTo>
                <a:lnTo>
                  <a:pt x="446941" y="539562"/>
                </a:lnTo>
                <a:lnTo>
                  <a:pt x="445300" y="537994"/>
                </a:lnTo>
                <a:lnTo>
                  <a:pt x="432382" y="525817"/>
                </a:lnTo>
                <a:lnTo>
                  <a:pt x="430990" y="524494"/>
                </a:lnTo>
                <a:lnTo>
                  <a:pt x="417823" y="512038"/>
                </a:lnTo>
                <a:lnTo>
                  <a:pt x="416720" y="510993"/>
                </a:lnTo>
                <a:lnTo>
                  <a:pt x="403265" y="498209"/>
                </a:lnTo>
                <a:lnTo>
                  <a:pt x="402505" y="497493"/>
                </a:lnTo>
                <a:lnTo>
                  <a:pt x="388706" y="484313"/>
                </a:lnTo>
                <a:lnTo>
                  <a:pt x="388365" y="483992"/>
                </a:lnTo>
                <a:lnTo>
                  <a:pt x="375037" y="470491"/>
                </a:lnTo>
                <a:lnTo>
                  <a:pt x="374147" y="469665"/>
                </a:lnTo>
                <a:lnTo>
                  <a:pt x="362900" y="456991"/>
                </a:lnTo>
                <a:lnTo>
                  <a:pt x="359588" y="453913"/>
                </a:lnTo>
                <a:lnTo>
                  <a:pt x="350260" y="443490"/>
                </a:lnTo>
                <a:lnTo>
                  <a:pt x="345030" y="438628"/>
                </a:lnTo>
                <a:lnTo>
                  <a:pt x="337221" y="429990"/>
                </a:lnTo>
                <a:lnTo>
                  <a:pt x="330471" y="423714"/>
                </a:lnTo>
                <a:lnTo>
                  <a:pt x="323868" y="416489"/>
                </a:lnTo>
                <a:lnTo>
                  <a:pt x="315912" y="409091"/>
                </a:lnTo>
                <a:lnTo>
                  <a:pt x="310268" y="402989"/>
                </a:lnTo>
                <a:lnTo>
                  <a:pt x="301353" y="394697"/>
                </a:lnTo>
                <a:lnTo>
                  <a:pt x="296473" y="389488"/>
                </a:lnTo>
                <a:lnTo>
                  <a:pt x="286794" y="380484"/>
                </a:lnTo>
                <a:lnTo>
                  <a:pt x="282525" y="375988"/>
                </a:lnTo>
                <a:lnTo>
                  <a:pt x="272236" y="366411"/>
                </a:lnTo>
                <a:lnTo>
                  <a:pt x="268458" y="362487"/>
                </a:lnTo>
                <a:lnTo>
                  <a:pt x="257677" y="352448"/>
                </a:lnTo>
                <a:lnTo>
                  <a:pt x="254299" y="348987"/>
                </a:lnTo>
                <a:lnTo>
                  <a:pt x="243118" y="338569"/>
                </a:lnTo>
                <a:lnTo>
                  <a:pt x="240070" y="335486"/>
                </a:lnTo>
                <a:lnTo>
                  <a:pt x="228559" y="324753"/>
                </a:lnTo>
                <a:lnTo>
                  <a:pt x="225789" y="321986"/>
                </a:lnTo>
                <a:lnTo>
                  <a:pt x="214001" y="310983"/>
                </a:lnTo>
                <a:lnTo>
                  <a:pt x="211472" y="308485"/>
                </a:lnTo>
                <a:lnTo>
                  <a:pt x="199442" y="297243"/>
                </a:lnTo>
                <a:lnTo>
                  <a:pt x="197132" y="294985"/>
                </a:lnTo>
                <a:lnTo>
                  <a:pt x="184883" y="283521"/>
                </a:lnTo>
                <a:lnTo>
                  <a:pt x="182782" y="281484"/>
                </a:lnTo>
                <a:lnTo>
                  <a:pt x="170324" y="269805"/>
                </a:lnTo>
                <a:lnTo>
                  <a:pt x="168431" y="267983"/>
                </a:lnTo>
                <a:lnTo>
                  <a:pt x="155765" y="256082"/>
                </a:lnTo>
                <a:lnTo>
                  <a:pt x="154093" y="254483"/>
                </a:lnTo>
                <a:lnTo>
                  <a:pt x="141207" y="242340"/>
                </a:lnTo>
                <a:lnTo>
                  <a:pt x="139779" y="240982"/>
                </a:lnTo>
                <a:lnTo>
                  <a:pt x="126648" y="228566"/>
                </a:lnTo>
                <a:lnTo>
                  <a:pt x="125502" y="227482"/>
                </a:lnTo>
                <a:lnTo>
                  <a:pt x="112089" y="214745"/>
                </a:lnTo>
                <a:lnTo>
                  <a:pt x="111277" y="213981"/>
                </a:lnTo>
                <a:lnTo>
                  <a:pt x="97530" y="200863"/>
                </a:lnTo>
                <a:lnTo>
                  <a:pt x="97120" y="200481"/>
                </a:lnTo>
                <a:lnTo>
                  <a:pt x="83021" y="186980"/>
                </a:lnTo>
                <a:lnTo>
                  <a:pt x="82971" y="186934"/>
                </a:lnTo>
                <a:lnTo>
                  <a:pt x="69483" y="173480"/>
                </a:lnTo>
                <a:lnTo>
                  <a:pt x="68413" y="172485"/>
                </a:lnTo>
                <a:lnTo>
                  <a:pt x="55863" y="159979"/>
                </a:lnTo>
                <a:lnTo>
                  <a:pt x="53854" y="158114"/>
                </a:lnTo>
                <a:lnTo>
                  <a:pt x="42166" y="146479"/>
                </a:lnTo>
                <a:lnTo>
                  <a:pt x="39295" y="143814"/>
                </a:lnTo>
                <a:lnTo>
                  <a:pt x="28398" y="132978"/>
                </a:lnTo>
                <a:lnTo>
                  <a:pt x="24736" y="129579"/>
                </a:lnTo>
                <a:lnTo>
                  <a:pt x="14566" y="119478"/>
                </a:lnTo>
                <a:lnTo>
                  <a:pt x="10178" y="115403"/>
                </a:lnTo>
                <a:lnTo>
                  <a:pt x="5602" y="119478"/>
                </a:lnTo>
                <a:lnTo>
                  <a:pt x="1506" y="132978"/>
                </a:lnTo>
                <a:lnTo>
                  <a:pt x="0" y="146479"/>
                </a:lnTo>
                <a:lnTo>
                  <a:pt x="92" y="159979"/>
                </a:lnTo>
                <a:lnTo>
                  <a:pt x="471" y="173480"/>
                </a:lnTo>
                <a:lnTo>
                  <a:pt x="902" y="186980"/>
                </a:lnTo>
                <a:lnTo>
                  <a:pt x="1395" y="200481"/>
                </a:lnTo>
                <a:lnTo>
                  <a:pt x="1958" y="213981"/>
                </a:lnTo>
                <a:lnTo>
                  <a:pt x="2603" y="227482"/>
                </a:lnTo>
                <a:lnTo>
                  <a:pt x="3341" y="240982"/>
                </a:lnTo>
                <a:lnTo>
                  <a:pt x="4187" y="254483"/>
                </a:lnTo>
                <a:lnTo>
                  <a:pt x="5158" y="267983"/>
                </a:lnTo>
                <a:lnTo>
                  <a:pt x="6272" y="281484"/>
                </a:lnTo>
                <a:lnTo>
                  <a:pt x="7549" y="294985"/>
                </a:lnTo>
                <a:lnTo>
                  <a:pt x="9016" y="308485"/>
                </a:lnTo>
                <a:lnTo>
                  <a:pt x="10178" y="318130"/>
                </a:lnTo>
                <a:lnTo>
                  <a:pt x="10270" y="321986"/>
                </a:lnTo>
                <a:lnTo>
                  <a:pt x="10559" y="335486"/>
                </a:lnTo>
                <a:lnTo>
                  <a:pt x="10816" y="348987"/>
                </a:lnTo>
                <a:lnTo>
                  <a:pt x="11045" y="362487"/>
                </a:lnTo>
                <a:lnTo>
                  <a:pt x="10776" y="375988"/>
                </a:lnTo>
                <a:lnTo>
                  <a:pt x="11347" y="389488"/>
                </a:lnTo>
                <a:lnTo>
                  <a:pt x="12461" y="402989"/>
                </a:lnTo>
                <a:lnTo>
                  <a:pt x="14367" y="416489"/>
                </a:lnTo>
                <a:lnTo>
                  <a:pt x="24736" y="429492"/>
                </a:lnTo>
                <a:lnTo>
                  <a:pt x="24975" y="429990"/>
                </a:lnTo>
                <a:lnTo>
                  <a:pt x="26768" y="443490"/>
                </a:lnTo>
                <a:lnTo>
                  <a:pt x="28047" y="456991"/>
                </a:lnTo>
                <a:lnTo>
                  <a:pt x="34958" y="470491"/>
                </a:lnTo>
                <a:lnTo>
                  <a:pt x="39295" y="475386"/>
                </a:lnTo>
                <a:lnTo>
                  <a:pt x="41049" y="483992"/>
                </a:lnTo>
                <a:lnTo>
                  <a:pt x="42076" y="497493"/>
                </a:lnTo>
                <a:lnTo>
                  <a:pt x="46125" y="510993"/>
                </a:lnTo>
                <a:lnTo>
                  <a:pt x="53854" y="519955"/>
                </a:lnTo>
                <a:lnTo>
                  <a:pt x="55212" y="524494"/>
                </a:lnTo>
                <a:lnTo>
                  <a:pt x="56284" y="537994"/>
                </a:lnTo>
                <a:lnTo>
                  <a:pt x="58712" y="551495"/>
                </a:lnTo>
                <a:lnTo>
                  <a:pt x="68413" y="563261"/>
                </a:lnTo>
                <a:lnTo>
                  <a:pt x="69133" y="564995"/>
                </a:lnTo>
                <a:lnTo>
                  <a:pt x="70570" y="578496"/>
                </a:lnTo>
                <a:lnTo>
                  <a:pt x="72118" y="591996"/>
                </a:lnTo>
                <a:lnTo>
                  <a:pt x="81240" y="605497"/>
                </a:lnTo>
                <a:lnTo>
                  <a:pt x="82971" y="607432"/>
                </a:lnTo>
                <a:lnTo>
                  <a:pt x="84876" y="618997"/>
                </a:lnTo>
                <a:lnTo>
                  <a:pt x="85993" y="632498"/>
                </a:lnTo>
                <a:lnTo>
                  <a:pt x="91314" y="645998"/>
                </a:lnTo>
                <a:lnTo>
                  <a:pt x="97530" y="653094"/>
                </a:lnTo>
                <a:lnTo>
                  <a:pt x="99113" y="659499"/>
                </a:lnTo>
                <a:lnTo>
                  <a:pt x="100129" y="672999"/>
                </a:lnTo>
                <a:lnTo>
                  <a:pt x="103268" y="686500"/>
                </a:lnTo>
                <a:lnTo>
                  <a:pt x="112089" y="696925"/>
                </a:lnTo>
                <a:lnTo>
                  <a:pt x="113177" y="700001"/>
                </a:lnTo>
                <a:lnTo>
                  <a:pt x="114377" y="713501"/>
                </a:lnTo>
                <a:lnTo>
                  <a:pt x="116310" y="727002"/>
                </a:lnTo>
                <a:lnTo>
                  <a:pt x="126648" y="739939"/>
                </a:lnTo>
                <a:lnTo>
                  <a:pt x="126916" y="740502"/>
                </a:lnTo>
                <a:lnTo>
                  <a:pt x="128684" y="754003"/>
                </a:lnTo>
                <a:lnTo>
                  <a:pt x="129977" y="767503"/>
                </a:lnTo>
                <a:lnTo>
                  <a:pt x="136991" y="781004"/>
                </a:lnTo>
                <a:lnTo>
                  <a:pt x="141207" y="785758"/>
                </a:lnTo>
                <a:lnTo>
                  <a:pt x="142968" y="794504"/>
                </a:lnTo>
                <a:lnTo>
                  <a:pt x="143999" y="808005"/>
                </a:lnTo>
                <a:lnTo>
                  <a:pt x="148107" y="821505"/>
                </a:lnTo>
                <a:lnTo>
                  <a:pt x="155765" y="830377"/>
                </a:lnTo>
                <a:lnTo>
                  <a:pt x="157137" y="835006"/>
                </a:lnTo>
                <a:lnTo>
                  <a:pt x="158199" y="848506"/>
                </a:lnTo>
                <a:lnTo>
                  <a:pt x="160664" y="862007"/>
                </a:lnTo>
                <a:lnTo>
                  <a:pt x="170324" y="873705"/>
                </a:lnTo>
                <a:lnTo>
                  <a:pt x="171067" y="875508"/>
                </a:lnTo>
                <a:lnTo>
                  <a:pt x="172486" y="889008"/>
                </a:lnTo>
                <a:lnTo>
                  <a:pt x="174054" y="902509"/>
                </a:lnTo>
                <a:lnTo>
                  <a:pt x="183313" y="916009"/>
                </a:lnTo>
                <a:lnTo>
                  <a:pt x="184883" y="917764"/>
                </a:lnTo>
                <a:lnTo>
                  <a:pt x="186793" y="929510"/>
                </a:lnTo>
                <a:lnTo>
                  <a:pt x="187919" y="943010"/>
                </a:lnTo>
                <a:lnTo>
                  <a:pt x="193319" y="956511"/>
                </a:lnTo>
                <a:lnTo>
                  <a:pt x="199442" y="963494"/>
                </a:lnTo>
                <a:lnTo>
                  <a:pt x="201034" y="970011"/>
                </a:lnTo>
                <a:lnTo>
                  <a:pt x="202050" y="983512"/>
                </a:lnTo>
                <a:lnTo>
                  <a:pt x="205234" y="997012"/>
                </a:lnTo>
                <a:lnTo>
                  <a:pt x="214001" y="1007360"/>
                </a:lnTo>
                <a:lnTo>
                  <a:pt x="215105" y="1010513"/>
                </a:lnTo>
                <a:lnTo>
                  <a:pt x="216292" y="1024013"/>
                </a:lnTo>
                <a:lnTo>
                  <a:pt x="218253" y="1037514"/>
                </a:lnTo>
                <a:lnTo>
                  <a:pt x="228559" y="1050386"/>
                </a:lnTo>
                <a:lnTo>
                  <a:pt x="228856" y="1051014"/>
                </a:lnTo>
                <a:lnTo>
                  <a:pt x="230601" y="1064515"/>
                </a:lnTo>
                <a:lnTo>
                  <a:pt x="231908" y="1078016"/>
                </a:lnTo>
                <a:lnTo>
                  <a:pt x="239026" y="1091516"/>
                </a:lnTo>
                <a:lnTo>
                  <a:pt x="243118" y="1096129"/>
                </a:lnTo>
                <a:lnTo>
                  <a:pt x="244887" y="1105017"/>
                </a:lnTo>
                <a:lnTo>
                  <a:pt x="245922" y="1118517"/>
                </a:lnTo>
                <a:lnTo>
                  <a:pt x="250090" y="1132018"/>
                </a:lnTo>
                <a:lnTo>
                  <a:pt x="257677" y="1140798"/>
                </a:lnTo>
                <a:lnTo>
                  <a:pt x="259061" y="1145518"/>
                </a:lnTo>
                <a:lnTo>
                  <a:pt x="260115" y="1159019"/>
                </a:lnTo>
                <a:lnTo>
                  <a:pt x="262618" y="1172519"/>
                </a:lnTo>
                <a:lnTo>
                  <a:pt x="272236" y="1184149"/>
                </a:lnTo>
                <a:lnTo>
                  <a:pt x="273000" y="1186020"/>
                </a:lnTo>
                <a:lnTo>
                  <a:pt x="274402" y="1199520"/>
                </a:lnTo>
                <a:lnTo>
                  <a:pt x="275990" y="1213021"/>
                </a:lnTo>
                <a:lnTo>
                  <a:pt x="285388" y="1226521"/>
                </a:lnTo>
                <a:lnTo>
                  <a:pt x="286794" y="1228093"/>
                </a:lnTo>
                <a:lnTo>
                  <a:pt x="288711" y="1240022"/>
                </a:lnTo>
                <a:lnTo>
                  <a:pt x="289845" y="1253523"/>
                </a:lnTo>
                <a:lnTo>
                  <a:pt x="295326" y="1267023"/>
                </a:lnTo>
                <a:lnTo>
                  <a:pt x="301353" y="1273893"/>
                </a:lnTo>
                <a:lnTo>
                  <a:pt x="302956" y="1280524"/>
                </a:lnTo>
                <a:lnTo>
                  <a:pt x="303968" y="1294024"/>
                </a:lnTo>
                <a:lnTo>
                  <a:pt x="307201" y="1307525"/>
                </a:lnTo>
                <a:lnTo>
                  <a:pt x="315912" y="1317795"/>
                </a:lnTo>
                <a:lnTo>
                  <a:pt x="317033" y="1321025"/>
                </a:lnTo>
                <a:lnTo>
                  <a:pt x="318208" y="1334526"/>
                </a:lnTo>
                <a:lnTo>
                  <a:pt x="320197" y="1348026"/>
                </a:lnTo>
                <a:lnTo>
                  <a:pt x="330471" y="1360833"/>
                </a:lnTo>
                <a:lnTo>
                  <a:pt x="330796" y="1361527"/>
                </a:lnTo>
                <a:lnTo>
                  <a:pt x="332517" y="1375027"/>
                </a:lnTo>
                <a:lnTo>
                  <a:pt x="332614" y="1388528"/>
                </a:lnTo>
                <a:lnTo>
                  <a:pt x="330471" y="1390869"/>
                </a:lnTo>
                <a:lnTo>
                  <a:pt x="318482" y="1402028"/>
                </a:lnTo>
                <a:lnTo>
                  <a:pt x="318093" y="1415529"/>
                </a:lnTo>
                <a:lnTo>
                  <a:pt x="315912" y="1417957"/>
                </a:lnTo>
                <a:lnTo>
                  <a:pt x="303975" y="1429029"/>
                </a:lnTo>
                <a:lnTo>
                  <a:pt x="303534" y="1442530"/>
                </a:lnTo>
                <a:lnTo>
                  <a:pt x="301353" y="1445012"/>
                </a:lnTo>
                <a:lnTo>
                  <a:pt x="289475" y="1456031"/>
                </a:lnTo>
                <a:lnTo>
                  <a:pt x="288976" y="1469531"/>
                </a:lnTo>
                <a:lnTo>
                  <a:pt x="286794" y="1472075"/>
                </a:lnTo>
                <a:lnTo>
                  <a:pt x="274982" y="1483032"/>
                </a:lnTo>
                <a:lnTo>
                  <a:pt x="274417" y="1496532"/>
                </a:lnTo>
                <a:lnTo>
                  <a:pt x="272236" y="1499146"/>
                </a:lnTo>
                <a:lnTo>
                  <a:pt x="260498" y="1510033"/>
                </a:lnTo>
                <a:lnTo>
                  <a:pt x="259859" y="1523533"/>
                </a:lnTo>
                <a:lnTo>
                  <a:pt x="257677" y="1526226"/>
                </a:lnTo>
                <a:lnTo>
                  <a:pt x="246025" y="1537034"/>
                </a:lnTo>
                <a:lnTo>
                  <a:pt x="245300" y="1550534"/>
                </a:lnTo>
                <a:lnTo>
                  <a:pt x="243118" y="1553345"/>
                </a:lnTo>
                <a:lnTo>
                  <a:pt x="231592" y="1564035"/>
                </a:lnTo>
                <a:lnTo>
                  <a:pt x="230742" y="1577535"/>
                </a:lnTo>
                <a:lnTo>
                  <a:pt x="228559" y="1580485"/>
                </a:lnTo>
                <a:lnTo>
                  <a:pt x="217183" y="1591036"/>
                </a:lnTo>
                <a:lnTo>
                  <a:pt x="216183" y="1604536"/>
                </a:lnTo>
                <a:lnTo>
                  <a:pt x="214001" y="1607650"/>
                </a:lnTo>
                <a:lnTo>
                  <a:pt x="202801" y="1618037"/>
                </a:lnTo>
                <a:lnTo>
                  <a:pt x="201625" y="1631538"/>
                </a:lnTo>
                <a:lnTo>
                  <a:pt x="199442" y="1634843"/>
                </a:lnTo>
                <a:lnTo>
                  <a:pt x="188449" y="1645038"/>
                </a:lnTo>
                <a:lnTo>
                  <a:pt x="187066" y="1658539"/>
                </a:lnTo>
                <a:lnTo>
                  <a:pt x="184883" y="1662070"/>
                </a:lnTo>
                <a:lnTo>
                  <a:pt x="174134" y="1672039"/>
                </a:lnTo>
                <a:lnTo>
                  <a:pt x="172507" y="1685540"/>
                </a:lnTo>
                <a:lnTo>
                  <a:pt x="170324" y="1689337"/>
                </a:lnTo>
                <a:lnTo>
                  <a:pt x="159861" y="1699040"/>
                </a:lnTo>
                <a:lnTo>
                  <a:pt x="157949" y="1712541"/>
                </a:lnTo>
                <a:lnTo>
                  <a:pt x="155765" y="1716650"/>
                </a:lnTo>
                <a:lnTo>
                  <a:pt x="145639" y="1726041"/>
                </a:lnTo>
                <a:lnTo>
                  <a:pt x="143390" y="1739542"/>
                </a:lnTo>
                <a:lnTo>
                  <a:pt x="141207" y="1744019"/>
                </a:lnTo>
                <a:lnTo>
                  <a:pt x="131477" y="1753042"/>
                </a:lnTo>
                <a:lnTo>
                  <a:pt x="128831" y="1766543"/>
                </a:lnTo>
                <a:lnTo>
                  <a:pt x="126648" y="1771452"/>
                </a:lnTo>
                <a:lnTo>
                  <a:pt x="117384" y="1780043"/>
                </a:lnTo>
                <a:lnTo>
                  <a:pt x="114273" y="1793544"/>
                </a:lnTo>
                <a:lnTo>
                  <a:pt x="112089" y="1798962"/>
                </a:lnTo>
                <a:lnTo>
                  <a:pt x="103373" y="1807044"/>
                </a:lnTo>
                <a:lnTo>
                  <a:pt x="99714" y="1820545"/>
                </a:lnTo>
                <a:lnTo>
                  <a:pt x="97530" y="1826561"/>
                </a:lnTo>
                <a:lnTo>
                  <a:pt x="89459" y="1834046"/>
                </a:lnTo>
                <a:lnTo>
                  <a:pt x="85155" y="1847546"/>
                </a:lnTo>
                <a:lnTo>
                  <a:pt x="82971" y="1854265"/>
                </a:lnTo>
                <a:lnTo>
                  <a:pt x="75659" y="1861047"/>
                </a:lnTo>
                <a:lnTo>
                  <a:pt x="70597" y="1874547"/>
                </a:lnTo>
                <a:lnTo>
                  <a:pt x="68413" y="1882093"/>
                </a:lnTo>
                <a:lnTo>
                  <a:pt x="61992" y="1888048"/>
                </a:lnTo>
                <a:lnTo>
                  <a:pt x="56038" y="1901548"/>
                </a:lnTo>
                <a:lnTo>
                  <a:pt x="58222" y="1901548"/>
                </a:lnTo>
                <a:lnTo>
                  <a:pt x="68413" y="1888632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30596-7AF7-4FB3-AB64-4561954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249" y="3726364"/>
            <a:ext cx="2189351" cy="1899521"/>
          </a:xfrm>
          <a:custGeom xmlns:a="http://schemas.openxmlformats.org/drawingml/2006/main">
            <a:pathLst>
              <a:path w="2189351" h="1899521">
                <a:moveTo>
                  <a:pt x="63768" y="1889373"/>
                </a:moveTo>
                <a:lnTo>
                  <a:pt x="67383" y="1886020"/>
                </a:lnTo>
                <a:lnTo>
                  <a:pt x="70320" y="1872520"/>
                </a:lnTo>
                <a:lnTo>
                  <a:pt x="78327" y="1861892"/>
                </a:lnTo>
                <a:lnTo>
                  <a:pt x="81424" y="1859019"/>
                </a:lnTo>
                <a:lnTo>
                  <a:pt x="84879" y="1845519"/>
                </a:lnTo>
                <a:lnTo>
                  <a:pt x="92886" y="1834326"/>
                </a:lnTo>
                <a:lnTo>
                  <a:pt x="95374" y="1832018"/>
                </a:lnTo>
                <a:lnTo>
                  <a:pt x="99438" y="1818518"/>
                </a:lnTo>
                <a:lnTo>
                  <a:pt x="107445" y="1806661"/>
                </a:lnTo>
                <a:lnTo>
                  <a:pt x="109217" y="1805017"/>
                </a:lnTo>
                <a:lnTo>
                  <a:pt x="113996" y="1791517"/>
                </a:lnTo>
                <a:lnTo>
                  <a:pt x="122003" y="1778879"/>
                </a:lnTo>
                <a:lnTo>
                  <a:pt x="122934" y="1778016"/>
                </a:lnTo>
                <a:lnTo>
                  <a:pt x="128555" y="1764515"/>
                </a:lnTo>
                <a:lnTo>
                  <a:pt x="136490" y="1751015"/>
                </a:lnTo>
                <a:lnTo>
                  <a:pt x="136562" y="1750948"/>
                </a:lnTo>
                <a:lnTo>
                  <a:pt x="143114" y="1737514"/>
                </a:lnTo>
                <a:lnTo>
                  <a:pt x="149860" y="1724014"/>
                </a:lnTo>
                <a:lnTo>
                  <a:pt x="151121" y="1722845"/>
                </a:lnTo>
                <a:lnTo>
                  <a:pt x="157672" y="1710513"/>
                </a:lnTo>
                <a:lnTo>
                  <a:pt x="163408" y="1697013"/>
                </a:lnTo>
                <a:lnTo>
                  <a:pt x="165680" y="1694906"/>
                </a:lnTo>
                <a:lnTo>
                  <a:pt x="172231" y="1683512"/>
                </a:lnTo>
                <a:lnTo>
                  <a:pt x="177108" y="1670012"/>
                </a:lnTo>
                <a:lnTo>
                  <a:pt x="180239" y="1667108"/>
                </a:lnTo>
                <a:lnTo>
                  <a:pt x="186790" y="1656511"/>
                </a:lnTo>
                <a:lnTo>
                  <a:pt x="190936" y="1643011"/>
                </a:lnTo>
                <a:lnTo>
                  <a:pt x="194797" y="1639430"/>
                </a:lnTo>
                <a:lnTo>
                  <a:pt x="201348" y="1629510"/>
                </a:lnTo>
                <a:lnTo>
                  <a:pt x="204874" y="1616010"/>
                </a:lnTo>
                <a:lnTo>
                  <a:pt x="209356" y="1611853"/>
                </a:lnTo>
                <a:lnTo>
                  <a:pt x="215907" y="1602509"/>
                </a:lnTo>
                <a:lnTo>
                  <a:pt x="218905" y="1589008"/>
                </a:lnTo>
                <a:lnTo>
                  <a:pt x="223915" y="1584362"/>
                </a:lnTo>
                <a:lnTo>
                  <a:pt x="230466" y="1575508"/>
                </a:lnTo>
                <a:lnTo>
                  <a:pt x="233014" y="1562007"/>
                </a:lnTo>
                <a:lnTo>
                  <a:pt x="238474" y="1556944"/>
                </a:lnTo>
                <a:lnTo>
                  <a:pt x="245024" y="1548507"/>
                </a:lnTo>
                <a:lnTo>
                  <a:pt x="247194" y="1535006"/>
                </a:lnTo>
                <a:lnTo>
                  <a:pt x="253032" y="1529591"/>
                </a:lnTo>
                <a:lnTo>
                  <a:pt x="259583" y="1521506"/>
                </a:lnTo>
                <a:lnTo>
                  <a:pt x="261497" y="1508005"/>
                </a:lnTo>
                <a:lnTo>
                  <a:pt x="267591" y="1502353"/>
                </a:lnTo>
                <a:lnTo>
                  <a:pt x="274142" y="1494505"/>
                </a:lnTo>
                <a:lnTo>
                  <a:pt x="275831" y="1481004"/>
                </a:lnTo>
                <a:lnTo>
                  <a:pt x="282150" y="1475143"/>
                </a:lnTo>
                <a:lnTo>
                  <a:pt x="288700" y="1467504"/>
                </a:lnTo>
                <a:lnTo>
                  <a:pt x="290191" y="1454003"/>
                </a:lnTo>
                <a:lnTo>
                  <a:pt x="296709" y="1447957"/>
                </a:lnTo>
                <a:lnTo>
                  <a:pt x="303259" y="1440503"/>
                </a:lnTo>
                <a:lnTo>
                  <a:pt x="304574" y="1427002"/>
                </a:lnTo>
                <a:lnTo>
                  <a:pt x="311268" y="1420793"/>
                </a:lnTo>
                <a:lnTo>
                  <a:pt x="317817" y="1413502"/>
                </a:lnTo>
                <a:lnTo>
                  <a:pt x="318978" y="1400001"/>
                </a:lnTo>
                <a:lnTo>
                  <a:pt x="325826" y="1393626"/>
                </a:lnTo>
                <a:lnTo>
                  <a:pt x="332352" y="1386500"/>
                </a:lnTo>
                <a:lnTo>
                  <a:pt x="332659" y="1373000"/>
                </a:lnTo>
                <a:lnTo>
                  <a:pt x="331221" y="1359499"/>
                </a:lnTo>
                <a:lnTo>
                  <a:pt x="325826" y="1347986"/>
                </a:lnTo>
                <a:lnTo>
                  <a:pt x="324232" y="1345999"/>
                </a:lnTo>
                <a:lnTo>
                  <a:pt x="318579" y="1332498"/>
                </a:lnTo>
                <a:lnTo>
                  <a:pt x="317213" y="1318998"/>
                </a:lnTo>
                <a:lnTo>
                  <a:pt x="313084" y="1305497"/>
                </a:lnTo>
                <a:lnTo>
                  <a:pt x="311268" y="1303040"/>
                </a:lnTo>
                <a:lnTo>
                  <a:pt x="304824" y="1291997"/>
                </a:lnTo>
                <a:lnTo>
                  <a:pt x="303031" y="1278496"/>
                </a:lnTo>
                <a:lnTo>
                  <a:pt x="300527" y="1264996"/>
                </a:lnTo>
                <a:lnTo>
                  <a:pt x="296709" y="1259083"/>
                </a:lnTo>
                <a:lnTo>
                  <a:pt x="291483" y="1251495"/>
                </a:lnTo>
                <a:lnTo>
                  <a:pt x="288800" y="1237995"/>
                </a:lnTo>
                <a:lnTo>
                  <a:pt x="287141" y="1224494"/>
                </a:lnTo>
                <a:lnTo>
                  <a:pt x="282150" y="1215109"/>
                </a:lnTo>
                <a:lnTo>
                  <a:pt x="278981" y="1210993"/>
                </a:lnTo>
                <a:lnTo>
                  <a:pt x="274634" y="1197493"/>
                </a:lnTo>
                <a:lnTo>
                  <a:pt x="273285" y="1183992"/>
                </a:lnTo>
                <a:lnTo>
                  <a:pt x="267873" y="1170492"/>
                </a:lnTo>
                <a:lnTo>
                  <a:pt x="267591" y="1170134"/>
                </a:lnTo>
                <a:lnTo>
                  <a:pt x="260686" y="1156991"/>
                </a:lnTo>
                <a:lnTo>
                  <a:pt x="259175" y="1143491"/>
                </a:lnTo>
                <a:lnTo>
                  <a:pt x="255957" y="1129990"/>
                </a:lnTo>
                <a:lnTo>
                  <a:pt x="253032" y="1125790"/>
                </a:lnTo>
                <a:lnTo>
                  <a:pt x="247107" y="1116490"/>
                </a:lnTo>
                <a:lnTo>
                  <a:pt x="244956" y="1102989"/>
                </a:lnTo>
                <a:lnTo>
                  <a:pt x="242939" y="1089489"/>
                </a:lnTo>
                <a:lnTo>
                  <a:pt x="238474" y="1081952"/>
                </a:lnTo>
                <a:lnTo>
                  <a:pt x="234111" y="1075988"/>
                </a:lnTo>
                <a:lnTo>
                  <a:pt x="230742" y="1062488"/>
                </a:lnTo>
                <a:lnTo>
                  <a:pt x="229291" y="1048987"/>
                </a:lnTo>
                <a:lnTo>
                  <a:pt x="223915" y="1037598"/>
                </a:lnTo>
                <a:lnTo>
                  <a:pt x="222225" y="1035487"/>
                </a:lnTo>
                <a:lnTo>
                  <a:pt x="216662" y="1021986"/>
                </a:lnTo>
                <a:lnTo>
                  <a:pt x="215290" y="1008485"/>
                </a:lnTo>
                <a:lnTo>
                  <a:pt x="211101" y="994985"/>
                </a:lnTo>
                <a:lnTo>
                  <a:pt x="209356" y="992627"/>
                </a:lnTo>
                <a:lnTo>
                  <a:pt x="202896" y="981484"/>
                </a:lnTo>
                <a:lnTo>
                  <a:pt x="201113" y="967984"/>
                </a:lnTo>
                <a:lnTo>
                  <a:pt x="198574" y="954483"/>
                </a:lnTo>
                <a:lnTo>
                  <a:pt x="194797" y="948661"/>
                </a:lnTo>
                <a:lnTo>
                  <a:pt x="189529" y="940983"/>
                </a:lnTo>
                <a:lnTo>
                  <a:pt x="186883" y="927482"/>
                </a:lnTo>
                <a:lnTo>
                  <a:pt x="185205" y="913982"/>
                </a:lnTo>
                <a:lnTo>
                  <a:pt x="180239" y="904701"/>
                </a:lnTo>
                <a:lnTo>
                  <a:pt x="176997" y="900481"/>
                </a:lnTo>
                <a:lnTo>
                  <a:pt x="172717" y="886981"/>
                </a:lnTo>
                <a:lnTo>
                  <a:pt x="171359" y="873480"/>
                </a:lnTo>
                <a:lnTo>
                  <a:pt x="165867" y="859980"/>
                </a:lnTo>
                <a:lnTo>
                  <a:pt x="165680" y="859742"/>
                </a:lnTo>
                <a:lnTo>
                  <a:pt x="158768" y="846479"/>
                </a:lnTo>
                <a:lnTo>
                  <a:pt x="157255" y="832979"/>
                </a:lnTo>
                <a:lnTo>
                  <a:pt x="153990" y="819478"/>
                </a:lnTo>
                <a:lnTo>
                  <a:pt x="151121" y="815372"/>
                </a:lnTo>
                <a:lnTo>
                  <a:pt x="145163" y="805977"/>
                </a:lnTo>
                <a:lnTo>
                  <a:pt x="143038" y="792477"/>
                </a:lnTo>
                <a:lnTo>
                  <a:pt x="140996" y="778976"/>
                </a:lnTo>
                <a:lnTo>
                  <a:pt x="136562" y="771533"/>
                </a:lnTo>
                <a:lnTo>
                  <a:pt x="132144" y="765476"/>
                </a:lnTo>
                <a:lnTo>
                  <a:pt x="128826" y="751975"/>
                </a:lnTo>
                <a:lnTo>
                  <a:pt x="127360" y="738475"/>
                </a:lnTo>
                <a:lnTo>
                  <a:pt x="122003" y="727208"/>
                </a:lnTo>
                <a:lnTo>
                  <a:pt x="120219" y="724974"/>
                </a:lnTo>
                <a:lnTo>
                  <a:pt x="114745" y="711474"/>
                </a:lnTo>
                <a:lnTo>
                  <a:pt x="113368" y="697973"/>
                </a:lnTo>
                <a:lnTo>
                  <a:pt x="109117" y="684473"/>
                </a:lnTo>
                <a:lnTo>
                  <a:pt x="107445" y="682220"/>
                </a:lnTo>
                <a:lnTo>
                  <a:pt x="100959" y="670972"/>
                </a:lnTo>
                <a:lnTo>
                  <a:pt x="99194" y="657472"/>
                </a:lnTo>
                <a:lnTo>
                  <a:pt x="96620" y="643971"/>
                </a:lnTo>
                <a:lnTo>
                  <a:pt x="92886" y="638240"/>
                </a:lnTo>
                <a:lnTo>
                  <a:pt x="87576" y="630470"/>
                </a:lnTo>
                <a:lnTo>
                  <a:pt x="84966" y="616970"/>
                </a:lnTo>
                <a:lnTo>
                  <a:pt x="83269" y="603469"/>
                </a:lnTo>
                <a:lnTo>
                  <a:pt x="78327" y="594293"/>
                </a:lnTo>
                <a:lnTo>
                  <a:pt x="75014" y="589969"/>
                </a:lnTo>
                <a:lnTo>
                  <a:pt x="70801" y="576468"/>
                </a:lnTo>
                <a:lnTo>
                  <a:pt x="69433" y="562968"/>
                </a:lnTo>
                <a:lnTo>
                  <a:pt x="63859" y="549467"/>
                </a:lnTo>
                <a:lnTo>
                  <a:pt x="63768" y="549352"/>
                </a:lnTo>
                <a:lnTo>
                  <a:pt x="56849" y="535967"/>
                </a:lnTo>
                <a:lnTo>
                  <a:pt x="55335" y="522466"/>
                </a:lnTo>
                <a:lnTo>
                  <a:pt x="52023" y="508966"/>
                </a:lnTo>
                <a:lnTo>
                  <a:pt x="49209" y="504954"/>
                </a:lnTo>
                <a:lnTo>
                  <a:pt x="43220" y="495465"/>
                </a:lnTo>
                <a:lnTo>
                  <a:pt x="41121" y="481965"/>
                </a:lnTo>
                <a:lnTo>
                  <a:pt x="39052" y="468464"/>
                </a:lnTo>
                <a:lnTo>
                  <a:pt x="34651" y="461115"/>
                </a:lnTo>
                <a:lnTo>
                  <a:pt x="30179" y="454964"/>
                </a:lnTo>
                <a:lnTo>
                  <a:pt x="26909" y="441463"/>
                </a:lnTo>
                <a:lnTo>
                  <a:pt x="25430" y="427962"/>
                </a:lnTo>
                <a:lnTo>
                  <a:pt x="20092" y="416816"/>
                </a:lnTo>
                <a:lnTo>
                  <a:pt x="18214" y="414462"/>
                </a:lnTo>
                <a:lnTo>
                  <a:pt x="12828" y="400961"/>
                </a:lnTo>
                <a:lnTo>
                  <a:pt x="11986" y="387461"/>
                </a:lnTo>
                <a:lnTo>
                  <a:pt x="11564" y="373960"/>
                </a:lnTo>
                <a:lnTo>
                  <a:pt x="11664" y="360460"/>
                </a:lnTo>
                <a:lnTo>
                  <a:pt x="11466" y="346959"/>
                </a:lnTo>
                <a:lnTo>
                  <a:pt x="11256" y="333459"/>
                </a:lnTo>
                <a:lnTo>
                  <a:pt x="11031" y="319958"/>
                </a:lnTo>
                <a:lnTo>
                  <a:pt x="10785" y="306458"/>
                </a:lnTo>
                <a:lnTo>
                  <a:pt x="10515" y="292957"/>
                </a:lnTo>
                <a:lnTo>
                  <a:pt x="10216" y="279457"/>
                </a:lnTo>
                <a:lnTo>
                  <a:pt x="9880" y="265956"/>
                </a:lnTo>
                <a:lnTo>
                  <a:pt x="9502" y="252455"/>
                </a:lnTo>
                <a:lnTo>
                  <a:pt x="9075" y="238955"/>
                </a:lnTo>
                <a:lnTo>
                  <a:pt x="8591" y="225454"/>
                </a:lnTo>
                <a:lnTo>
                  <a:pt x="8040" y="211954"/>
                </a:lnTo>
                <a:lnTo>
                  <a:pt x="7411" y="198453"/>
                </a:lnTo>
                <a:lnTo>
                  <a:pt x="6707" y="184953"/>
                </a:lnTo>
                <a:lnTo>
                  <a:pt x="5884" y="171452"/>
                </a:lnTo>
                <a:lnTo>
                  <a:pt x="5533" y="166408"/>
                </a:lnTo>
                <a:lnTo>
                  <a:pt x="4859" y="157952"/>
                </a:lnTo>
                <a:lnTo>
                  <a:pt x="4644" y="144451"/>
                </a:lnTo>
                <a:lnTo>
                  <a:pt x="5533" y="141277"/>
                </a:lnTo>
                <a:lnTo>
                  <a:pt x="20092" y="135652"/>
                </a:lnTo>
                <a:lnTo>
                  <a:pt x="29408" y="144451"/>
                </a:lnTo>
                <a:lnTo>
                  <a:pt x="34651" y="149074"/>
                </a:lnTo>
                <a:lnTo>
                  <a:pt x="44070" y="157952"/>
                </a:lnTo>
                <a:lnTo>
                  <a:pt x="49209" y="162740"/>
                </a:lnTo>
                <a:lnTo>
                  <a:pt x="58463" y="171452"/>
                </a:lnTo>
                <a:lnTo>
                  <a:pt x="63768" y="176397"/>
                </a:lnTo>
                <a:lnTo>
                  <a:pt x="72865" y="184953"/>
                </a:lnTo>
                <a:lnTo>
                  <a:pt x="78327" y="190045"/>
                </a:lnTo>
                <a:lnTo>
                  <a:pt x="87133" y="198453"/>
                </a:lnTo>
                <a:lnTo>
                  <a:pt x="92886" y="203819"/>
                </a:lnTo>
                <a:lnTo>
                  <a:pt x="101411" y="211954"/>
                </a:lnTo>
                <a:lnTo>
                  <a:pt x="107445" y="217633"/>
                </a:lnTo>
                <a:lnTo>
                  <a:pt x="115682" y="225454"/>
                </a:lnTo>
                <a:lnTo>
                  <a:pt x="122003" y="231435"/>
                </a:lnTo>
                <a:lnTo>
                  <a:pt x="129956" y="238955"/>
                </a:lnTo>
                <a:lnTo>
                  <a:pt x="136562" y="245237"/>
                </a:lnTo>
                <a:lnTo>
                  <a:pt x="144223" y="252455"/>
                </a:lnTo>
                <a:lnTo>
                  <a:pt x="151121" y="259051"/>
                </a:lnTo>
                <a:lnTo>
                  <a:pt x="158470" y="265956"/>
                </a:lnTo>
                <a:lnTo>
                  <a:pt x="165680" y="272894"/>
                </a:lnTo>
                <a:lnTo>
                  <a:pt x="172679" y="279457"/>
                </a:lnTo>
                <a:lnTo>
                  <a:pt x="180239" y="286786"/>
                </a:lnTo>
                <a:lnTo>
                  <a:pt x="186833" y="292957"/>
                </a:lnTo>
                <a:lnTo>
                  <a:pt x="194797" y="300747"/>
                </a:lnTo>
                <a:lnTo>
                  <a:pt x="200909" y="306458"/>
                </a:lnTo>
                <a:lnTo>
                  <a:pt x="209356" y="314804"/>
                </a:lnTo>
                <a:lnTo>
                  <a:pt x="214879" y="319958"/>
                </a:lnTo>
                <a:lnTo>
                  <a:pt x="223915" y="328987"/>
                </a:lnTo>
                <a:lnTo>
                  <a:pt x="228711" y="333459"/>
                </a:lnTo>
                <a:lnTo>
                  <a:pt x="238474" y="343333"/>
                </a:lnTo>
                <a:lnTo>
                  <a:pt x="242366" y="346959"/>
                </a:lnTo>
                <a:lnTo>
                  <a:pt x="253032" y="357889"/>
                </a:lnTo>
                <a:lnTo>
                  <a:pt x="255793" y="360460"/>
                </a:lnTo>
                <a:lnTo>
                  <a:pt x="267591" y="372714"/>
                </a:lnTo>
                <a:lnTo>
                  <a:pt x="268930" y="373960"/>
                </a:lnTo>
                <a:lnTo>
                  <a:pt x="281800" y="387461"/>
                </a:lnTo>
                <a:lnTo>
                  <a:pt x="282150" y="387787"/>
                </a:lnTo>
                <a:lnTo>
                  <a:pt x="295037" y="400961"/>
                </a:lnTo>
                <a:lnTo>
                  <a:pt x="296709" y="402520"/>
                </a:lnTo>
                <a:lnTo>
                  <a:pt x="308542" y="414462"/>
                </a:lnTo>
                <a:lnTo>
                  <a:pt x="311268" y="417003"/>
                </a:lnTo>
                <a:lnTo>
                  <a:pt x="322259" y="427962"/>
                </a:lnTo>
                <a:lnTo>
                  <a:pt x="325826" y="431293"/>
                </a:lnTo>
                <a:lnTo>
                  <a:pt x="336139" y="441463"/>
                </a:lnTo>
                <a:lnTo>
                  <a:pt x="340385" y="445432"/>
                </a:lnTo>
                <a:lnTo>
                  <a:pt x="350146" y="454964"/>
                </a:lnTo>
                <a:lnTo>
                  <a:pt x="354944" y="459455"/>
                </a:lnTo>
                <a:lnTo>
                  <a:pt x="364249" y="468464"/>
                </a:lnTo>
                <a:lnTo>
                  <a:pt x="369503" y="473392"/>
                </a:lnTo>
                <a:lnTo>
                  <a:pt x="378422" y="481965"/>
                </a:lnTo>
                <a:lnTo>
                  <a:pt x="384062" y="487266"/>
                </a:lnTo>
                <a:lnTo>
                  <a:pt x="392646" y="495465"/>
                </a:lnTo>
                <a:lnTo>
                  <a:pt x="398620" y="501098"/>
                </a:lnTo>
                <a:lnTo>
                  <a:pt x="406901" y="508966"/>
                </a:lnTo>
                <a:lnTo>
                  <a:pt x="413179" y="514906"/>
                </a:lnTo>
                <a:lnTo>
                  <a:pt x="421170" y="522466"/>
                </a:lnTo>
                <a:lnTo>
                  <a:pt x="427738" y="528708"/>
                </a:lnTo>
                <a:lnTo>
                  <a:pt x="435438" y="535967"/>
                </a:lnTo>
                <a:lnTo>
                  <a:pt x="442297" y="542519"/>
                </a:lnTo>
                <a:lnTo>
                  <a:pt x="449615" y="549467"/>
                </a:lnTo>
                <a:lnTo>
                  <a:pt x="456855" y="556869"/>
                </a:lnTo>
                <a:lnTo>
                  <a:pt x="463188" y="562968"/>
                </a:lnTo>
                <a:lnTo>
                  <a:pt x="470651" y="576468"/>
                </a:lnTo>
                <a:lnTo>
                  <a:pt x="471414" y="577190"/>
                </a:lnTo>
                <a:lnTo>
                  <a:pt x="480444" y="589969"/>
                </a:lnTo>
                <a:lnTo>
                  <a:pt x="485973" y="595434"/>
                </a:lnTo>
                <a:lnTo>
                  <a:pt x="493724" y="603469"/>
                </a:lnTo>
                <a:lnTo>
                  <a:pt x="500532" y="611639"/>
                </a:lnTo>
                <a:lnTo>
                  <a:pt x="506115" y="616970"/>
                </a:lnTo>
                <a:lnTo>
                  <a:pt x="512600" y="630470"/>
                </a:lnTo>
                <a:lnTo>
                  <a:pt x="515091" y="632836"/>
                </a:lnTo>
                <a:lnTo>
                  <a:pt x="523753" y="643971"/>
                </a:lnTo>
                <a:lnTo>
                  <a:pt x="529649" y="649930"/>
                </a:lnTo>
                <a:lnTo>
                  <a:pt x="537138" y="657472"/>
                </a:lnTo>
                <a:lnTo>
                  <a:pt x="544208" y="666672"/>
                </a:lnTo>
                <a:lnTo>
                  <a:pt x="548740" y="670972"/>
                </a:lnTo>
                <a:lnTo>
                  <a:pt x="555056" y="684473"/>
                </a:lnTo>
                <a:lnTo>
                  <a:pt x="558767" y="688020"/>
                </a:lnTo>
                <a:lnTo>
                  <a:pt x="567144" y="697973"/>
                </a:lnTo>
                <a:lnTo>
                  <a:pt x="573326" y="704412"/>
                </a:lnTo>
                <a:lnTo>
                  <a:pt x="580488" y="711474"/>
                </a:lnTo>
                <a:lnTo>
                  <a:pt x="587885" y="722097"/>
                </a:lnTo>
                <a:lnTo>
                  <a:pt x="590930" y="724974"/>
                </a:lnTo>
                <a:lnTo>
                  <a:pt x="597866" y="738475"/>
                </a:lnTo>
                <a:lnTo>
                  <a:pt x="602443" y="742890"/>
                </a:lnTo>
                <a:lnTo>
                  <a:pt x="610581" y="751975"/>
                </a:lnTo>
                <a:lnTo>
                  <a:pt x="617002" y="758942"/>
                </a:lnTo>
                <a:lnTo>
                  <a:pt x="623731" y="765476"/>
                </a:lnTo>
                <a:lnTo>
                  <a:pt x="631561" y="778092"/>
                </a:lnTo>
                <a:lnTo>
                  <a:pt x="632500" y="778976"/>
                </a:lnTo>
                <a:lnTo>
                  <a:pt x="640922" y="792477"/>
                </a:lnTo>
                <a:lnTo>
                  <a:pt x="646120" y="797554"/>
                </a:lnTo>
                <a:lnTo>
                  <a:pt x="654054" y="805977"/>
                </a:lnTo>
                <a:lnTo>
                  <a:pt x="660679" y="812220"/>
                </a:lnTo>
                <a:lnTo>
                  <a:pt x="671189" y="819478"/>
                </a:lnTo>
                <a:lnTo>
                  <a:pt x="675237" y="822921"/>
                </a:lnTo>
                <a:lnTo>
                  <a:pt x="689796" y="827200"/>
                </a:lnTo>
                <a:lnTo>
                  <a:pt x="696701" y="832979"/>
                </a:lnTo>
                <a:lnTo>
                  <a:pt x="704355" y="838538"/>
                </a:lnTo>
                <a:lnTo>
                  <a:pt x="718914" y="845731"/>
                </a:lnTo>
                <a:lnTo>
                  <a:pt x="719758" y="846479"/>
                </a:lnTo>
                <a:lnTo>
                  <a:pt x="733472" y="853054"/>
                </a:lnTo>
                <a:lnTo>
                  <a:pt x="742689" y="859980"/>
                </a:lnTo>
                <a:lnTo>
                  <a:pt x="748031" y="864381"/>
                </a:lnTo>
                <a:lnTo>
                  <a:pt x="762590" y="868651"/>
                </a:lnTo>
                <a:lnTo>
                  <a:pt x="768208" y="873480"/>
                </a:lnTo>
                <a:lnTo>
                  <a:pt x="777149" y="879373"/>
                </a:lnTo>
                <a:lnTo>
                  <a:pt x="789761" y="886981"/>
                </a:lnTo>
                <a:lnTo>
                  <a:pt x="791708" y="888665"/>
                </a:lnTo>
                <a:lnTo>
                  <a:pt x="793524" y="886981"/>
                </a:lnTo>
                <a:lnTo>
                  <a:pt x="806266" y="879557"/>
                </a:lnTo>
                <a:lnTo>
                  <a:pt x="816782" y="873480"/>
                </a:lnTo>
                <a:lnTo>
                  <a:pt x="820825" y="869731"/>
                </a:lnTo>
                <a:lnTo>
                  <a:pt x="835384" y="866048"/>
                </a:lnTo>
                <a:lnTo>
                  <a:pt x="842000" y="859980"/>
                </a:lnTo>
                <a:lnTo>
                  <a:pt x="849943" y="852620"/>
                </a:lnTo>
                <a:lnTo>
                  <a:pt x="864502" y="852191"/>
                </a:lnTo>
                <a:lnTo>
                  <a:pt x="870663" y="846479"/>
                </a:lnTo>
                <a:lnTo>
                  <a:pt x="879060" y="839055"/>
                </a:lnTo>
                <a:lnTo>
                  <a:pt x="888023" y="832979"/>
                </a:lnTo>
                <a:lnTo>
                  <a:pt x="893619" y="827789"/>
                </a:lnTo>
                <a:lnTo>
                  <a:pt x="908178" y="825542"/>
                </a:lnTo>
                <a:lnTo>
                  <a:pt x="914761" y="819478"/>
                </a:lnTo>
                <a:lnTo>
                  <a:pt x="922737" y="812093"/>
                </a:lnTo>
                <a:lnTo>
                  <a:pt x="937295" y="811455"/>
                </a:lnTo>
                <a:lnTo>
                  <a:pt x="943204" y="805977"/>
                </a:lnTo>
                <a:lnTo>
                  <a:pt x="951854" y="798553"/>
                </a:lnTo>
                <a:lnTo>
                  <a:pt x="959872" y="792477"/>
                </a:lnTo>
                <a:lnTo>
                  <a:pt x="966413" y="786412"/>
                </a:lnTo>
                <a:lnTo>
                  <a:pt x="980972" y="785034"/>
                </a:lnTo>
                <a:lnTo>
                  <a:pt x="987531" y="778976"/>
                </a:lnTo>
                <a:lnTo>
                  <a:pt x="995531" y="771575"/>
                </a:lnTo>
                <a:lnTo>
                  <a:pt x="1010089" y="770569"/>
                </a:lnTo>
                <a:lnTo>
                  <a:pt x="1015583" y="765476"/>
                </a:lnTo>
                <a:lnTo>
                  <a:pt x="1024648" y="758050"/>
                </a:lnTo>
                <a:lnTo>
                  <a:pt x="1032092" y="751975"/>
                </a:lnTo>
                <a:lnTo>
                  <a:pt x="1039207" y="745377"/>
                </a:lnTo>
                <a:lnTo>
                  <a:pt x="1053766" y="744521"/>
                </a:lnTo>
                <a:lnTo>
                  <a:pt x="1060302" y="738475"/>
                </a:lnTo>
                <a:lnTo>
                  <a:pt x="1068325" y="731064"/>
                </a:lnTo>
                <a:lnTo>
                  <a:pt x="1082883" y="729435"/>
                </a:lnTo>
                <a:lnTo>
                  <a:pt x="1087695" y="724974"/>
                </a:lnTo>
                <a:lnTo>
                  <a:pt x="1097442" y="717548"/>
                </a:lnTo>
                <a:lnTo>
                  <a:pt x="1104535" y="711474"/>
                </a:lnTo>
                <a:lnTo>
                  <a:pt x="1112001" y="704552"/>
                </a:lnTo>
                <a:lnTo>
                  <a:pt x="1126560" y="704001"/>
                </a:lnTo>
                <a:lnTo>
                  <a:pt x="1133069" y="697973"/>
                </a:lnTo>
                <a:lnTo>
                  <a:pt x="1141118" y="690557"/>
                </a:lnTo>
                <a:lnTo>
                  <a:pt x="1155677" y="687895"/>
                </a:lnTo>
                <a:lnTo>
                  <a:pt x="1159368" y="684473"/>
                </a:lnTo>
                <a:lnTo>
                  <a:pt x="1170236" y="677046"/>
                </a:lnTo>
                <a:lnTo>
                  <a:pt x="1177116" y="670972"/>
                </a:lnTo>
                <a:lnTo>
                  <a:pt x="1184795" y="663853"/>
                </a:lnTo>
                <a:lnTo>
                  <a:pt x="1199354" y="663468"/>
                </a:lnTo>
                <a:lnTo>
                  <a:pt x="1205826" y="657472"/>
                </a:lnTo>
                <a:lnTo>
                  <a:pt x="1213912" y="650052"/>
                </a:lnTo>
                <a:lnTo>
                  <a:pt x="1228471" y="645684"/>
                </a:lnTo>
                <a:lnTo>
                  <a:pt x="1230319" y="643971"/>
                </a:lnTo>
                <a:lnTo>
                  <a:pt x="1243030" y="636544"/>
                </a:lnTo>
                <a:lnTo>
                  <a:pt x="1249780" y="630470"/>
                </a:lnTo>
                <a:lnTo>
                  <a:pt x="1257589" y="623231"/>
                </a:lnTo>
                <a:lnTo>
                  <a:pt x="1272148" y="622916"/>
                </a:lnTo>
                <a:lnTo>
                  <a:pt x="1278563" y="616970"/>
                </a:lnTo>
                <a:lnTo>
                  <a:pt x="1286707" y="609548"/>
                </a:lnTo>
                <a:lnTo>
                  <a:pt x="1300042" y="603469"/>
                </a:lnTo>
                <a:lnTo>
                  <a:pt x="1301265" y="602335"/>
                </a:lnTo>
                <a:lnTo>
                  <a:pt x="1315824" y="596040"/>
                </a:lnTo>
                <a:lnTo>
                  <a:pt x="1322493" y="589969"/>
                </a:lnTo>
                <a:lnTo>
                  <a:pt x="1330383" y="582657"/>
                </a:lnTo>
                <a:lnTo>
                  <a:pt x="1344942" y="582260"/>
                </a:lnTo>
                <a:lnTo>
                  <a:pt x="1351188" y="576468"/>
                </a:lnTo>
                <a:lnTo>
                  <a:pt x="1359500" y="569044"/>
                </a:lnTo>
                <a:lnTo>
                  <a:pt x="1367050" y="562968"/>
                </a:lnTo>
                <a:lnTo>
                  <a:pt x="1374059" y="556469"/>
                </a:lnTo>
                <a:lnTo>
                  <a:pt x="1388618" y="555491"/>
                </a:lnTo>
                <a:lnTo>
                  <a:pt x="1395120" y="549467"/>
                </a:lnTo>
                <a:lnTo>
                  <a:pt x="1403177" y="542047"/>
                </a:lnTo>
                <a:lnTo>
                  <a:pt x="1411798" y="535967"/>
                </a:lnTo>
                <a:lnTo>
                  <a:pt x="1417735" y="530461"/>
                </a:lnTo>
                <a:lnTo>
                  <a:pt x="1432294" y="528268"/>
                </a:lnTo>
                <a:lnTo>
                  <a:pt x="1438552" y="522466"/>
                </a:lnTo>
                <a:lnTo>
                  <a:pt x="1446853" y="515038"/>
                </a:lnTo>
                <a:lnTo>
                  <a:pt x="1453443" y="508966"/>
                </a:lnTo>
                <a:lnTo>
                  <a:pt x="1461412" y="501579"/>
                </a:lnTo>
                <a:lnTo>
                  <a:pt x="1471576" y="495465"/>
                </a:lnTo>
                <a:lnTo>
                  <a:pt x="1475971" y="491390"/>
                </a:lnTo>
                <a:lnTo>
                  <a:pt x="1490529" y="487883"/>
                </a:lnTo>
                <a:lnTo>
                  <a:pt x="1496913" y="481965"/>
                </a:lnTo>
                <a:lnTo>
                  <a:pt x="1505088" y="474538"/>
                </a:lnTo>
                <a:lnTo>
                  <a:pt x="1511711" y="468464"/>
                </a:lnTo>
                <a:lnTo>
                  <a:pt x="1519647" y="461107"/>
                </a:lnTo>
                <a:lnTo>
                  <a:pt x="1532503" y="454964"/>
                </a:lnTo>
                <a:lnTo>
                  <a:pt x="1534206" y="453385"/>
                </a:lnTo>
                <a:lnTo>
                  <a:pt x="1548765" y="447449"/>
                </a:lnTo>
                <a:lnTo>
                  <a:pt x="1555221" y="441463"/>
                </a:lnTo>
                <a:lnTo>
                  <a:pt x="1563323" y="434038"/>
                </a:lnTo>
                <a:lnTo>
                  <a:pt x="1570002" y="427962"/>
                </a:lnTo>
                <a:lnTo>
                  <a:pt x="1577882" y="420656"/>
                </a:lnTo>
                <a:lnTo>
                  <a:pt x="1592441" y="416116"/>
                </a:lnTo>
                <a:lnTo>
                  <a:pt x="1594225" y="414462"/>
                </a:lnTo>
                <a:lnTo>
                  <a:pt x="1607000" y="406985"/>
                </a:lnTo>
                <a:lnTo>
                  <a:pt x="1613498" y="400961"/>
                </a:lnTo>
                <a:lnTo>
                  <a:pt x="1621558" y="393538"/>
                </a:lnTo>
                <a:lnTo>
                  <a:pt x="1628333" y="387461"/>
                </a:lnTo>
                <a:lnTo>
                  <a:pt x="1636117" y="380243"/>
                </a:lnTo>
                <a:lnTo>
                  <a:pt x="1650676" y="377503"/>
                </a:lnTo>
                <a:lnTo>
                  <a:pt x="1654496" y="373960"/>
                </a:lnTo>
                <a:lnTo>
                  <a:pt x="1665235" y="366506"/>
                </a:lnTo>
                <a:lnTo>
                  <a:pt x="1671759" y="360460"/>
                </a:lnTo>
                <a:lnTo>
                  <a:pt x="1679794" y="353038"/>
                </a:lnTo>
                <a:lnTo>
                  <a:pt x="1686734" y="346959"/>
                </a:lnTo>
                <a:lnTo>
                  <a:pt x="1694352" y="339895"/>
                </a:lnTo>
                <a:lnTo>
                  <a:pt x="1708911" y="338083"/>
                </a:lnTo>
                <a:lnTo>
                  <a:pt x="1713898" y="333459"/>
                </a:lnTo>
                <a:lnTo>
                  <a:pt x="1723470" y="326017"/>
                </a:lnTo>
                <a:lnTo>
                  <a:pt x="1730011" y="319958"/>
                </a:lnTo>
                <a:lnTo>
                  <a:pt x="1738029" y="312540"/>
                </a:lnTo>
                <a:lnTo>
                  <a:pt x="1745260" y="306458"/>
                </a:lnTo>
                <a:lnTo>
                  <a:pt x="1752588" y="299663"/>
                </a:lnTo>
                <a:lnTo>
                  <a:pt x="1767146" y="298201"/>
                </a:lnTo>
                <a:lnTo>
                  <a:pt x="1772801" y="292957"/>
                </a:lnTo>
                <a:lnTo>
                  <a:pt x="1781705" y="285522"/>
                </a:lnTo>
                <a:lnTo>
                  <a:pt x="1788260" y="279457"/>
                </a:lnTo>
                <a:lnTo>
                  <a:pt x="1796264" y="272044"/>
                </a:lnTo>
                <a:lnTo>
                  <a:pt x="1804002" y="265956"/>
                </a:lnTo>
                <a:lnTo>
                  <a:pt x="1810823" y="259631"/>
                </a:lnTo>
                <a:lnTo>
                  <a:pt x="1825382" y="258054"/>
                </a:lnTo>
                <a:lnTo>
                  <a:pt x="1831419" y="252455"/>
                </a:lnTo>
                <a:lnTo>
                  <a:pt x="1839940" y="245025"/>
                </a:lnTo>
                <a:lnTo>
                  <a:pt x="1846510" y="238955"/>
                </a:lnTo>
                <a:lnTo>
                  <a:pt x="1854499" y="231552"/>
                </a:lnTo>
                <a:lnTo>
                  <a:pt x="1863122" y="225454"/>
                </a:lnTo>
                <a:lnTo>
                  <a:pt x="1869058" y="219950"/>
                </a:lnTo>
                <a:lnTo>
                  <a:pt x="1883617" y="217756"/>
                </a:lnTo>
                <a:lnTo>
                  <a:pt x="1889874" y="211954"/>
                </a:lnTo>
                <a:lnTo>
                  <a:pt x="1898175" y="204526"/>
                </a:lnTo>
                <a:lnTo>
                  <a:pt x="1904765" y="198453"/>
                </a:lnTo>
                <a:lnTo>
                  <a:pt x="1912734" y="191067"/>
                </a:lnTo>
                <a:lnTo>
                  <a:pt x="1922901" y="184953"/>
                </a:lnTo>
                <a:lnTo>
                  <a:pt x="1927293" y="180879"/>
                </a:lnTo>
                <a:lnTo>
                  <a:pt x="1941852" y="177371"/>
                </a:lnTo>
                <a:lnTo>
                  <a:pt x="1948235" y="171452"/>
                </a:lnTo>
                <a:lnTo>
                  <a:pt x="1956411" y="164026"/>
                </a:lnTo>
                <a:lnTo>
                  <a:pt x="1963033" y="157952"/>
                </a:lnTo>
                <a:lnTo>
                  <a:pt x="1970969" y="150594"/>
                </a:lnTo>
                <a:lnTo>
                  <a:pt x="1983830" y="144451"/>
                </a:lnTo>
                <a:lnTo>
                  <a:pt x="1985528" y="142876"/>
                </a:lnTo>
                <a:lnTo>
                  <a:pt x="2000087" y="136936"/>
                </a:lnTo>
                <a:lnTo>
                  <a:pt x="2006543" y="130951"/>
                </a:lnTo>
                <a:lnTo>
                  <a:pt x="2014646" y="123526"/>
                </a:lnTo>
                <a:lnTo>
                  <a:pt x="2021324" y="117450"/>
                </a:lnTo>
                <a:lnTo>
                  <a:pt x="2029205" y="110143"/>
                </a:lnTo>
                <a:lnTo>
                  <a:pt x="2043763" y="105607"/>
                </a:lnTo>
                <a:lnTo>
                  <a:pt x="2045550" y="103950"/>
                </a:lnTo>
                <a:lnTo>
                  <a:pt x="2058322" y="96473"/>
                </a:lnTo>
                <a:lnTo>
                  <a:pt x="2064821" y="90449"/>
                </a:lnTo>
                <a:lnTo>
                  <a:pt x="2072881" y="83026"/>
                </a:lnTo>
                <a:lnTo>
                  <a:pt x="2079655" y="76949"/>
                </a:lnTo>
                <a:lnTo>
                  <a:pt x="2087440" y="69730"/>
                </a:lnTo>
                <a:lnTo>
                  <a:pt x="2101999" y="66992"/>
                </a:lnTo>
                <a:lnTo>
                  <a:pt x="2105820" y="63448"/>
                </a:lnTo>
                <a:lnTo>
                  <a:pt x="2116557" y="55993"/>
                </a:lnTo>
                <a:lnTo>
                  <a:pt x="2123081" y="49947"/>
                </a:lnTo>
                <a:lnTo>
                  <a:pt x="2131116" y="42526"/>
                </a:lnTo>
                <a:lnTo>
                  <a:pt x="2138057" y="36447"/>
                </a:lnTo>
                <a:lnTo>
                  <a:pt x="2145675" y="29383"/>
                </a:lnTo>
                <a:lnTo>
                  <a:pt x="2160234" y="27571"/>
                </a:lnTo>
                <a:lnTo>
                  <a:pt x="2165221" y="22946"/>
                </a:lnTo>
                <a:lnTo>
                  <a:pt x="2174792" y="15504"/>
                </a:lnTo>
                <a:lnTo>
                  <a:pt x="2181334" y="9446"/>
                </a:lnTo>
                <a:lnTo>
                  <a:pt x="2189351" y="2028"/>
                </a:lnTo>
                <a:lnTo>
                  <a:pt x="2189351" y="0"/>
                </a:lnTo>
                <a:lnTo>
                  <a:pt x="2179142" y="9446"/>
                </a:lnTo>
                <a:lnTo>
                  <a:pt x="2174792" y="13475"/>
                </a:lnTo>
                <a:lnTo>
                  <a:pt x="2162611" y="22946"/>
                </a:lnTo>
                <a:lnTo>
                  <a:pt x="2160234" y="25151"/>
                </a:lnTo>
                <a:lnTo>
                  <a:pt x="2145675" y="27238"/>
                </a:lnTo>
                <a:lnTo>
                  <a:pt x="2135743" y="36447"/>
                </a:lnTo>
                <a:lnTo>
                  <a:pt x="2131116" y="40499"/>
                </a:lnTo>
                <a:lnTo>
                  <a:pt x="2120887" y="49947"/>
                </a:lnTo>
                <a:lnTo>
                  <a:pt x="2116557" y="53960"/>
                </a:lnTo>
                <a:lnTo>
                  <a:pt x="2102892" y="63448"/>
                </a:lnTo>
                <a:lnTo>
                  <a:pt x="2101999" y="64276"/>
                </a:lnTo>
                <a:lnTo>
                  <a:pt x="2087440" y="67636"/>
                </a:lnTo>
                <a:lnTo>
                  <a:pt x="2077396" y="76949"/>
                </a:lnTo>
                <a:lnTo>
                  <a:pt x="2072881" y="80999"/>
                </a:lnTo>
                <a:lnTo>
                  <a:pt x="2062621" y="90449"/>
                </a:lnTo>
                <a:lnTo>
                  <a:pt x="2058322" y="94434"/>
                </a:lnTo>
                <a:lnTo>
                  <a:pt x="2043763" y="101306"/>
                </a:lnTo>
                <a:lnTo>
                  <a:pt x="2040912" y="103950"/>
                </a:lnTo>
                <a:lnTo>
                  <a:pt x="2029205" y="108079"/>
                </a:lnTo>
                <a:lnTo>
                  <a:pt x="2019097" y="117450"/>
                </a:lnTo>
                <a:lnTo>
                  <a:pt x="2014646" y="121500"/>
                </a:lnTo>
                <a:lnTo>
                  <a:pt x="2004332" y="130951"/>
                </a:lnTo>
                <a:lnTo>
                  <a:pt x="2000087" y="134887"/>
                </a:lnTo>
                <a:lnTo>
                  <a:pt x="1985528" y="138901"/>
                </a:lnTo>
                <a:lnTo>
                  <a:pt x="1979543" y="144451"/>
                </a:lnTo>
                <a:lnTo>
                  <a:pt x="1970969" y="148547"/>
                </a:lnTo>
                <a:lnTo>
                  <a:pt x="1960825" y="157952"/>
                </a:lnTo>
                <a:lnTo>
                  <a:pt x="1956411" y="162000"/>
                </a:lnTo>
                <a:lnTo>
                  <a:pt x="1946005" y="171452"/>
                </a:lnTo>
                <a:lnTo>
                  <a:pt x="1941852" y="175303"/>
                </a:lnTo>
                <a:lnTo>
                  <a:pt x="1927293" y="177737"/>
                </a:lnTo>
                <a:lnTo>
                  <a:pt x="1919512" y="184953"/>
                </a:lnTo>
                <a:lnTo>
                  <a:pt x="1912734" y="189029"/>
                </a:lnTo>
                <a:lnTo>
                  <a:pt x="1902567" y="198453"/>
                </a:lnTo>
                <a:lnTo>
                  <a:pt x="1898175" y="202500"/>
                </a:lnTo>
                <a:lnTo>
                  <a:pt x="1887610" y="211954"/>
                </a:lnTo>
                <a:lnTo>
                  <a:pt x="1883617" y="215657"/>
                </a:lnTo>
                <a:lnTo>
                  <a:pt x="1869058" y="217284"/>
                </a:lnTo>
                <a:lnTo>
                  <a:pt x="1860247" y="225454"/>
                </a:lnTo>
                <a:lnTo>
                  <a:pt x="1854499" y="229519"/>
                </a:lnTo>
                <a:lnTo>
                  <a:pt x="1844316" y="238955"/>
                </a:lnTo>
                <a:lnTo>
                  <a:pt x="1839940" y="242998"/>
                </a:lnTo>
                <a:lnTo>
                  <a:pt x="1829095" y="252455"/>
                </a:lnTo>
                <a:lnTo>
                  <a:pt x="1825382" y="255899"/>
                </a:lnTo>
                <a:lnTo>
                  <a:pt x="1810823" y="257239"/>
                </a:lnTo>
                <a:lnTo>
                  <a:pt x="1801422" y="265956"/>
                </a:lnTo>
                <a:lnTo>
                  <a:pt x="1796264" y="270015"/>
                </a:lnTo>
                <a:lnTo>
                  <a:pt x="1786069" y="279457"/>
                </a:lnTo>
                <a:lnTo>
                  <a:pt x="1781705" y="283494"/>
                </a:lnTo>
                <a:lnTo>
                  <a:pt x="1770373" y="292957"/>
                </a:lnTo>
                <a:lnTo>
                  <a:pt x="1767146" y="295949"/>
                </a:lnTo>
                <a:lnTo>
                  <a:pt x="1752588" y="297428"/>
                </a:lnTo>
                <a:lnTo>
                  <a:pt x="1742850" y="306458"/>
                </a:lnTo>
                <a:lnTo>
                  <a:pt x="1738029" y="310512"/>
                </a:lnTo>
                <a:lnTo>
                  <a:pt x="1727820" y="319958"/>
                </a:lnTo>
                <a:lnTo>
                  <a:pt x="1723470" y="323987"/>
                </a:lnTo>
                <a:lnTo>
                  <a:pt x="1711287" y="333459"/>
                </a:lnTo>
                <a:lnTo>
                  <a:pt x="1708911" y="335662"/>
                </a:lnTo>
                <a:lnTo>
                  <a:pt x="1694352" y="337750"/>
                </a:lnTo>
                <a:lnTo>
                  <a:pt x="1684421" y="346959"/>
                </a:lnTo>
                <a:lnTo>
                  <a:pt x="1679794" y="351012"/>
                </a:lnTo>
                <a:lnTo>
                  <a:pt x="1669565" y="360460"/>
                </a:lnTo>
                <a:lnTo>
                  <a:pt x="1665235" y="364473"/>
                </a:lnTo>
                <a:lnTo>
                  <a:pt x="1651567" y="373960"/>
                </a:lnTo>
                <a:lnTo>
                  <a:pt x="1650676" y="374787"/>
                </a:lnTo>
                <a:lnTo>
                  <a:pt x="1636117" y="378148"/>
                </a:lnTo>
                <a:lnTo>
                  <a:pt x="1626074" y="387461"/>
                </a:lnTo>
                <a:lnTo>
                  <a:pt x="1621558" y="391512"/>
                </a:lnTo>
                <a:lnTo>
                  <a:pt x="1611298" y="400961"/>
                </a:lnTo>
                <a:lnTo>
                  <a:pt x="1607000" y="404946"/>
                </a:lnTo>
                <a:lnTo>
                  <a:pt x="1592441" y="411814"/>
                </a:lnTo>
                <a:lnTo>
                  <a:pt x="1589586" y="414462"/>
                </a:lnTo>
                <a:lnTo>
                  <a:pt x="1577882" y="418591"/>
                </a:lnTo>
                <a:lnTo>
                  <a:pt x="1567775" y="427962"/>
                </a:lnTo>
                <a:lnTo>
                  <a:pt x="1563323" y="432012"/>
                </a:lnTo>
                <a:lnTo>
                  <a:pt x="1553010" y="441463"/>
                </a:lnTo>
                <a:lnTo>
                  <a:pt x="1548765" y="445399"/>
                </a:lnTo>
                <a:lnTo>
                  <a:pt x="1534206" y="449411"/>
                </a:lnTo>
                <a:lnTo>
                  <a:pt x="1528218" y="454964"/>
                </a:lnTo>
                <a:lnTo>
                  <a:pt x="1519647" y="459059"/>
                </a:lnTo>
                <a:lnTo>
                  <a:pt x="1509502" y="468464"/>
                </a:lnTo>
                <a:lnTo>
                  <a:pt x="1505088" y="472512"/>
                </a:lnTo>
                <a:lnTo>
                  <a:pt x="1494683" y="481965"/>
                </a:lnTo>
                <a:lnTo>
                  <a:pt x="1490529" y="485816"/>
                </a:lnTo>
                <a:lnTo>
                  <a:pt x="1475971" y="488248"/>
                </a:lnTo>
                <a:lnTo>
                  <a:pt x="1468188" y="495465"/>
                </a:lnTo>
                <a:lnTo>
                  <a:pt x="1461412" y="499541"/>
                </a:lnTo>
                <a:lnTo>
                  <a:pt x="1451244" y="508966"/>
                </a:lnTo>
                <a:lnTo>
                  <a:pt x="1446853" y="513012"/>
                </a:lnTo>
                <a:lnTo>
                  <a:pt x="1436287" y="522466"/>
                </a:lnTo>
                <a:lnTo>
                  <a:pt x="1432294" y="526169"/>
                </a:lnTo>
                <a:lnTo>
                  <a:pt x="1417735" y="527796"/>
                </a:lnTo>
                <a:lnTo>
                  <a:pt x="1408924" y="535967"/>
                </a:lnTo>
                <a:lnTo>
                  <a:pt x="1403177" y="540020"/>
                </a:lnTo>
                <a:lnTo>
                  <a:pt x="1392919" y="549467"/>
                </a:lnTo>
                <a:lnTo>
                  <a:pt x="1388618" y="553452"/>
                </a:lnTo>
                <a:lnTo>
                  <a:pt x="1374059" y="554135"/>
                </a:lnTo>
                <a:lnTo>
                  <a:pt x="1364533" y="562968"/>
                </a:lnTo>
                <a:lnTo>
                  <a:pt x="1359500" y="567018"/>
                </a:lnTo>
                <a:lnTo>
                  <a:pt x="1348921" y="576468"/>
                </a:lnTo>
                <a:lnTo>
                  <a:pt x="1344942" y="580158"/>
                </a:lnTo>
                <a:lnTo>
                  <a:pt x="1330383" y="580594"/>
                </a:lnTo>
                <a:lnTo>
                  <a:pt x="1320268" y="589969"/>
                </a:lnTo>
                <a:lnTo>
                  <a:pt x="1315824" y="594014"/>
                </a:lnTo>
                <a:lnTo>
                  <a:pt x="1301265" y="598213"/>
                </a:lnTo>
                <a:lnTo>
                  <a:pt x="1295597" y="603469"/>
                </a:lnTo>
                <a:lnTo>
                  <a:pt x="1286707" y="607522"/>
                </a:lnTo>
                <a:lnTo>
                  <a:pt x="1276340" y="616970"/>
                </a:lnTo>
                <a:lnTo>
                  <a:pt x="1272148" y="620856"/>
                </a:lnTo>
                <a:lnTo>
                  <a:pt x="1257589" y="621144"/>
                </a:lnTo>
                <a:lnTo>
                  <a:pt x="1247528" y="630470"/>
                </a:lnTo>
                <a:lnTo>
                  <a:pt x="1243030" y="634518"/>
                </a:lnTo>
                <a:lnTo>
                  <a:pt x="1228471" y="641416"/>
                </a:lnTo>
                <a:lnTo>
                  <a:pt x="1225715" y="643971"/>
                </a:lnTo>
                <a:lnTo>
                  <a:pt x="1213912" y="648025"/>
                </a:lnTo>
                <a:lnTo>
                  <a:pt x="1203617" y="657472"/>
                </a:lnTo>
                <a:lnTo>
                  <a:pt x="1199354" y="661422"/>
                </a:lnTo>
                <a:lnTo>
                  <a:pt x="1184795" y="661726"/>
                </a:lnTo>
                <a:lnTo>
                  <a:pt x="1174822" y="670972"/>
                </a:lnTo>
                <a:lnTo>
                  <a:pt x="1170236" y="675020"/>
                </a:lnTo>
                <a:lnTo>
                  <a:pt x="1156403" y="684473"/>
                </a:lnTo>
                <a:lnTo>
                  <a:pt x="1155677" y="685146"/>
                </a:lnTo>
                <a:lnTo>
                  <a:pt x="1141118" y="688529"/>
                </a:lnTo>
                <a:lnTo>
                  <a:pt x="1130868" y="697973"/>
                </a:lnTo>
                <a:lnTo>
                  <a:pt x="1126560" y="701963"/>
                </a:lnTo>
                <a:lnTo>
                  <a:pt x="1112001" y="702359"/>
                </a:lnTo>
                <a:lnTo>
                  <a:pt x="1102171" y="711474"/>
                </a:lnTo>
                <a:lnTo>
                  <a:pt x="1097442" y="715523"/>
                </a:lnTo>
                <a:lnTo>
                  <a:pt x="1085036" y="724974"/>
                </a:lnTo>
                <a:lnTo>
                  <a:pt x="1082883" y="726970"/>
                </a:lnTo>
                <a:lnTo>
                  <a:pt x="1068325" y="729034"/>
                </a:lnTo>
                <a:lnTo>
                  <a:pt x="1058104" y="738475"/>
                </a:lnTo>
                <a:lnTo>
                  <a:pt x="1053766" y="742488"/>
                </a:lnTo>
                <a:lnTo>
                  <a:pt x="1039207" y="743077"/>
                </a:lnTo>
                <a:lnTo>
                  <a:pt x="1029610" y="751975"/>
                </a:lnTo>
                <a:lnTo>
                  <a:pt x="1024648" y="756025"/>
                </a:lnTo>
                <a:lnTo>
                  <a:pt x="1013110" y="765476"/>
                </a:lnTo>
                <a:lnTo>
                  <a:pt x="1010089" y="768276"/>
                </a:lnTo>
                <a:lnTo>
                  <a:pt x="995531" y="769542"/>
                </a:lnTo>
                <a:lnTo>
                  <a:pt x="985333" y="778976"/>
                </a:lnTo>
                <a:lnTo>
                  <a:pt x="980972" y="783004"/>
                </a:lnTo>
                <a:lnTo>
                  <a:pt x="966413" y="783933"/>
                </a:lnTo>
                <a:lnTo>
                  <a:pt x="957199" y="792477"/>
                </a:lnTo>
                <a:lnTo>
                  <a:pt x="951854" y="796527"/>
                </a:lnTo>
                <a:lnTo>
                  <a:pt x="940844" y="805977"/>
                </a:lnTo>
                <a:lnTo>
                  <a:pt x="937295" y="809268"/>
                </a:lnTo>
                <a:lnTo>
                  <a:pt x="922737" y="810054"/>
                </a:lnTo>
                <a:lnTo>
                  <a:pt x="912560" y="819478"/>
                </a:lnTo>
                <a:lnTo>
                  <a:pt x="908178" y="823514"/>
                </a:lnTo>
                <a:lnTo>
                  <a:pt x="893619" y="825019"/>
                </a:lnTo>
                <a:lnTo>
                  <a:pt x="885035" y="832979"/>
                </a:lnTo>
                <a:lnTo>
                  <a:pt x="879060" y="837029"/>
                </a:lnTo>
                <a:lnTo>
                  <a:pt x="868371" y="846479"/>
                </a:lnTo>
                <a:lnTo>
                  <a:pt x="864502" y="850067"/>
                </a:lnTo>
                <a:lnTo>
                  <a:pt x="849943" y="850573"/>
                </a:lnTo>
                <a:lnTo>
                  <a:pt x="839790" y="859980"/>
                </a:lnTo>
                <a:lnTo>
                  <a:pt x="835384" y="864021"/>
                </a:lnTo>
                <a:lnTo>
                  <a:pt x="820825" y="866480"/>
                </a:lnTo>
                <a:lnTo>
                  <a:pt x="813276" y="873480"/>
                </a:lnTo>
                <a:lnTo>
                  <a:pt x="806266" y="877531"/>
                </a:lnTo>
                <a:lnTo>
                  <a:pt x="791708" y="884368"/>
                </a:lnTo>
                <a:lnTo>
                  <a:pt x="777149" y="877126"/>
                </a:lnTo>
                <a:lnTo>
                  <a:pt x="771617" y="873480"/>
                </a:lnTo>
                <a:lnTo>
                  <a:pt x="762590" y="865721"/>
                </a:lnTo>
                <a:lnTo>
                  <a:pt x="748031" y="861848"/>
                </a:lnTo>
                <a:lnTo>
                  <a:pt x="745763" y="859980"/>
                </a:lnTo>
                <a:lnTo>
                  <a:pt x="733472" y="850743"/>
                </a:lnTo>
                <a:lnTo>
                  <a:pt x="724577" y="846479"/>
                </a:lnTo>
                <a:lnTo>
                  <a:pt x="718914" y="841457"/>
                </a:lnTo>
                <a:lnTo>
                  <a:pt x="704355" y="836257"/>
                </a:lnTo>
                <a:lnTo>
                  <a:pt x="699842" y="832979"/>
                </a:lnTo>
                <a:lnTo>
                  <a:pt x="689796" y="824572"/>
                </a:lnTo>
                <a:lnTo>
                  <a:pt x="675237" y="820141"/>
                </a:lnTo>
                <a:lnTo>
                  <a:pt x="674458" y="819478"/>
                </a:lnTo>
                <a:lnTo>
                  <a:pt x="660679" y="809963"/>
                </a:lnTo>
                <a:lnTo>
                  <a:pt x="656449" y="805977"/>
                </a:lnTo>
                <a:lnTo>
                  <a:pt x="646120" y="795011"/>
                </a:lnTo>
                <a:lnTo>
                  <a:pt x="643526" y="792477"/>
                </a:lnTo>
                <a:lnTo>
                  <a:pt x="637058" y="778976"/>
                </a:lnTo>
                <a:lnTo>
                  <a:pt x="631561" y="773799"/>
                </a:lnTo>
                <a:lnTo>
                  <a:pt x="626395" y="765476"/>
                </a:lnTo>
                <a:lnTo>
                  <a:pt x="617002" y="756356"/>
                </a:lnTo>
                <a:lnTo>
                  <a:pt x="612965" y="751975"/>
                </a:lnTo>
                <a:lnTo>
                  <a:pt x="602443" y="740228"/>
                </a:lnTo>
                <a:lnTo>
                  <a:pt x="600626" y="738475"/>
                </a:lnTo>
                <a:lnTo>
                  <a:pt x="594789" y="724974"/>
                </a:lnTo>
                <a:lnTo>
                  <a:pt x="587885" y="718451"/>
                </a:lnTo>
                <a:lnTo>
                  <a:pt x="583026" y="711474"/>
                </a:lnTo>
                <a:lnTo>
                  <a:pt x="573326" y="701910"/>
                </a:lnTo>
                <a:lnTo>
                  <a:pt x="569547" y="697973"/>
                </a:lnTo>
                <a:lnTo>
                  <a:pt x="558767" y="685165"/>
                </a:lnTo>
                <a:lnTo>
                  <a:pt x="558043" y="684473"/>
                </a:lnTo>
                <a:lnTo>
                  <a:pt x="552109" y="670972"/>
                </a:lnTo>
                <a:lnTo>
                  <a:pt x="544208" y="663475"/>
                </a:lnTo>
                <a:lnTo>
                  <a:pt x="539595" y="657472"/>
                </a:lnTo>
                <a:lnTo>
                  <a:pt x="529649" y="647456"/>
                </a:lnTo>
                <a:lnTo>
                  <a:pt x="526201" y="643971"/>
                </a:lnTo>
                <a:lnTo>
                  <a:pt x="516703" y="630470"/>
                </a:lnTo>
                <a:lnTo>
                  <a:pt x="515091" y="628957"/>
                </a:lnTo>
                <a:lnTo>
                  <a:pt x="509141" y="616970"/>
                </a:lnTo>
                <a:lnTo>
                  <a:pt x="500532" y="608750"/>
                </a:lnTo>
                <a:lnTo>
                  <a:pt x="496131" y="603469"/>
                </a:lnTo>
                <a:lnTo>
                  <a:pt x="485973" y="592938"/>
                </a:lnTo>
                <a:lnTo>
                  <a:pt x="482969" y="589969"/>
                </a:lnTo>
                <a:lnTo>
                  <a:pt x="475581" y="576468"/>
                </a:lnTo>
                <a:lnTo>
                  <a:pt x="471414" y="572551"/>
                </a:lnTo>
                <a:lnTo>
                  <a:pt x="465974" y="562968"/>
                </a:lnTo>
                <a:lnTo>
                  <a:pt x="456855" y="554186"/>
                </a:lnTo>
                <a:lnTo>
                  <a:pt x="452240" y="549467"/>
                </a:lnTo>
                <a:lnTo>
                  <a:pt x="442297" y="540027"/>
                </a:lnTo>
                <a:lnTo>
                  <a:pt x="438047" y="535967"/>
                </a:lnTo>
                <a:lnTo>
                  <a:pt x="427738" y="526249"/>
                </a:lnTo>
                <a:lnTo>
                  <a:pt x="423758" y="522466"/>
                </a:lnTo>
                <a:lnTo>
                  <a:pt x="413179" y="512458"/>
                </a:lnTo>
                <a:lnTo>
                  <a:pt x="409488" y="508966"/>
                </a:lnTo>
                <a:lnTo>
                  <a:pt x="398620" y="498640"/>
                </a:lnTo>
                <a:lnTo>
                  <a:pt x="395253" y="495465"/>
                </a:lnTo>
                <a:lnTo>
                  <a:pt x="384062" y="484776"/>
                </a:lnTo>
                <a:lnTo>
                  <a:pt x="381071" y="481965"/>
                </a:lnTo>
                <a:lnTo>
                  <a:pt x="369503" y="470846"/>
                </a:lnTo>
                <a:lnTo>
                  <a:pt x="366963" y="468464"/>
                </a:lnTo>
                <a:lnTo>
                  <a:pt x="354944" y="456827"/>
                </a:lnTo>
                <a:lnTo>
                  <a:pt x="352954" y="454964"/>
                </a:lnTo>
                <a:lnTo>
                  <a:pt x="340385" y="442690"/>
                </a:lnTo>
                <a:lnTo>
                  <a:pt x="339073" y="441463"/>
                </a:lnTo>
                <a:lnTo>
                  <a:pt x="325826" y="428400"/>
                </a:lnTo>
                <a:lnTo>
                  <a:pt x="325358" y="427962"/>
                </a:lnTo>
                <a:lnTo>
                  <a:pt x="312468" y="414462"/>
                </a:lnTo>
                <a:lnTo>
                  <a:pt x="311268" y="413346"/>
                </a:lnTo>
                <a:lnTo>
                  <a:pt x="299813" y="400961"/>
                </a:lnTo>
                <a:lnTo>
                  <a:pt x="296709" y="398075"/>
                </a:lnTo>
                <a:lnTo>
                  <a:pt x="286764" y="387461"/>
                </a:lnTo>
                <a:lnTo>
                  <a:pt x="282150" y="383168"/>
                </a:lnTo>
                <a:lnTo>
                  <a:pt x="273405" y="373960"/>
                </a:lnTo>
                <a:lnTo>
                  <a:pt x="267591" y="368549"/>
                </a:lnTo>
                <a:lnTo>
                  <a:pt x="259803" y="360460"/>
                </a:lnTo>
                <a:lnTo>
                  <a:pt x="253032" y="354155"/>
                </a:lnTo>
                <a:lnTo>
                  <a:pt x="246010" y="346959"/>
                </a:lnTo>
                <a:lnTo>
                  <a:pt x="238474" y="339937"/>
                </a:lnTo>
                <a:lnTo>
                  <a:pt x="232068" y="333459"/>
                </a:lnTo>
                <a:lnTo>
                  <a:pt x="223915" y="325856"/>
                </a:lnTo>
                <a:lnTo>
                  <a:pt x="218012" y="319958"/>
                </a:lnTo>
                <a:lnTo>
                  <a:pt x="209356" y="311880"/>
                </a:lnTo>
                <a:lnTo>
                  <a:pt x="203868" y="306458"/>
                </a:lnTo>
                <a:lnTo>
                  <a:pt x="194797" y="297982"/>
                </a:lnTo>
                <a:lnTo>
                  <a:pt x="189661" y="292957"/>
                </a:lnTo>
                <a:lnTo>
                  <a:pt x="180239" y="284140"/>
                </a:lnTo>
                <a:lnTo>
                  <a:pt x="175408" y="279457"/>
                </a:lnTo>
                <a:lnTo>
                  <a:pt x="165680" y="270336"/>
                </a:lnTo>
                <a:lnTo>
                  <a:pt x="161128" y="265956"/>
                </a:lnTo>
                <a:lnTo>
                  <a:pt x="151121" y="256553"/>
                </a:lnTo>
                <a:lnTo>
                  <a:pt x="146836" y="252455"/>
                </a:lnTo>
                <a:lnTo>
                  <a:pt x="136562" y="242775"/>
                </a:lnTo>
                <a:lnTo>
                  <a:pt x="132545" y="238955"/>
                </a:lnTo>
                <a:lnTo>
                  <a:pt x="122003" y="228987"/>
                </a:lnTo>
                <a:lnTo>
                  <a:pt x="118270" y="225454"/>
                </a:lnTo>
                <a:lnTo>
                  <a:pt x="107445" y="215175"/>
                </a:lnTo>
                <a:lnTo>
                  <a:pt x="104022" y="211954"/>
                </a:lnTo>
                <a:lnTo>
                  <a:pt x="92886" y="201327"/>
                </a:lnTo>
                <a:lnTo>
                  <a:pt x="89805" y="198453"/>
                </a:lnTo>
                <a:lnTo>
                  <a:pt x="78327" y="187495"/>
                </a:lnTo>
                <a:lnTo>
                  <a:pt x="75601" y="184953"/>
                </a:lnTo>
                <a:lnTo>
                  <a:pt x="63768" y="173824"/>
                </a:lnTo>
                <a:lnTo>
                  <a:pt x="61224" y="171452"/>
                </a:lnTo>
                <a:lnTo>
                  <a:pt x="49209" y="160140"/>
                </a:lnTo>
                <a:lnTo>
                  <a:pt x="46860" y="157952"/>
                </a:lnTo>
                <a:lnTo>
                  <a:pt x="34651" y="146444"/>
                </a:lnTo>
                <a:lnTo>
                  <a:pt x="32390" y="144451"/>
                </a:lnTo>
                <a:lnTo>
                  <a:pt x="20092" y="132836"/>
                </a:lnTo>
                <a:lnTo>
                  <a:pt x="10782" y="130951"/>
                </a:lnTo>
                <a:lnTo>
                  <a:pt x="5533" y="125606"/>
                </a:lnTo>
                <a:lnTo>
                  <a:pt x="3157" y="130951"/>
                </a:lnTo>
                <a:lnTo>
                  <a:pt x="0" y="144451"/>
                </a:lnTo>
                <a:lnTo>
                  <a:pt x="153" y="157952"/>
                </a:lnTo>
                <a:lnTo>
                  <a:pt x="896" y="171452"/>
                </a:lnTo>
                <a:lnTo>
                  <a:pt x="1747" y="184953"/>
                </a:lnTo>
                <a:lnTo>
                  <a:pt x="2721" y="198453"/>
                </a:lnTo>
                <a:lnTo>
                  <a:pt x="3839" y="211954"/>
                </a:lnTo>
                <a:lnTo>
                  <a:pt x="5120" y="225454"/>
                </a:lnTo>
                <a:lnTo>
                  <a:pt x="5533" y="229523"/>
                </a:lnTo>
                <a:lnTo>
                  <a:pt x="5951" y="238955"/>
                </a:lnTo>
                <a:lnTo>
                  <a:pt x="6482" y="252455"/>
                </a:lnTo>
                <a:lnTo>
                  <a:pt x="6948" y="265956"/>
                </a:lnTo>
                <a:lnTo>
                  <a:pt x="7358" y="279457"/>
                </a:lnTo>
                <a:lnTo>
                  <a:pt x="7720" y="292957"/>
                </a:lnTo>
                <a:lnTo>
                  <a:pt x="8042" y="306458"/>
                </a:lnTo>
                <a:lnTo>
                  <a:pt x="8328" y="319958"/>
                </a:lnTo>
                <a:lnTo>
                  <a:pt x="8586" y="333459"/>
                </a:lnTo>
                <a:lnTo>
                  <a:pt x="8819" y="346959"/>
                </a:lnTo>
                <a:lnTo>
                  <a:pt x="9032" y="360460"/>
                </a:lnTo>
                <a:lnTo>
                  <a:pt x="8848" y="373960"/>
                </a:lnTo>
                <a:lnTo>
                  <a:pt x="9344" y="387461"/>
                </a:lnTo>
                <a:lnTo>
                  <a:pt x="10322" y="400961"/>
                </a:lnTo>
                <a:lnTo>
                  <a:pt x="13969" y="414462"/>
                </a:lnTo>
                <a:lnTo>
                  <a:pt x="20092" y="422140"/>
                </a:lnTo>
                <a:lnTo>
                  <a:pt x="22880" y="427962"/>
                </a:lnTo>
                <a:lnTo>
                  <a:pt x="24516" y="441463"/>
                </a:lnTo>
                <a:lnTo>
                  <a:pt x="26791" y="454964"/>
                </a:lnTo>
                <a:lnTo>
                  <a:pt x="34651" y="465775"/>
                </a:lnTo>
                <a:lnTo>
                  <a:pt x="36261" y="468464"/>
                </a:lnTo>
                <a:lnTo>
                  <a:pt x="38763" y="481965"/>
                </a:lnTo>
                <a:lnTo>
                  <a:pt x="40326" y="495465"/>
                </a:lnTo>
                <a:lnTo>
                  <a:pt x="48350" y="508966"/>
                </a:lnTo>
                <a:lnTo>
                  <a:pt x="49209" y="509962"/>
                </a:lnTo>
                <a:lnTo>
                  <a:pt x="52951" y="522466"/>
                </a:lnTo>
                <a:lnTo>
                  <a:pt x="54244" y="535967"/>
                </a:lnTo>
                <a:lnTo>
                  <a:pt x="58974" y="549467"/>
                </a:lnTo>
                <a:lnTo>
                  <a:pt x="63768" y="555282"/>
                </a:lnTo>
                <a:lnTo>
                  <a:pt x="66961" y="562968"/>
                </a:lnTo>
                <a:lnTo>
                  <a:pt x="68363" y="576468"/>
                </a:lnTo>
                <a:lnTo>
                  <a:pt x="71244" y="589969"/>
                </a:lnTo>
                <a:lnTo>
                  <a:pt x="78327" y="599212"/>
                </a:lnTo>
                <a:lnTo>
                  <a:pt x="80620" y="603469"/>
                </a:lnTo>
                <a:lnTo>
                  <a:pt x="82599" y="616970"/>
                </a:lnTo>
                <a:lnTo>
                  <a:pt x="84462" y="630470"/>
                </a:lnTo>
                <a:lnTo>
                  <a:pt x="92886" y="642795"/>
                </a:lnTo>
                <a:lnTo>
                  <a:pt x="93652" y="643971"/>
                </a:lnTo>
                <a:lnTo>
                  <a:pt x="96831" y="657472"/>
                </a:lnTo>
                <a:lnTo>
                  <a:pt x="98222" y="670972"/>
                </a:lnTo>
                <a:lnTo>
                  <a:pt x="104406" y="684473"/>
                </a:lnTo>
                <a:lnTo>
                  <a:pt x="107445" y="688064"/>
                </a:lnTo>
                <a:lnTo>
                  <a:pt x="110950" y="697973"/>
                </a:lnTo>
                <a:lnTo>
                  <a:pt x="112239" y="711474"/>
                </a:lnTo>
                <a:lnTo>
                  <a:pt x="115942" y="724974"/>
                </a:lnTo>
                <a:lnTo>
                  <a:pt x="122003" y="732560"/>
                </a:lnTo>
                <a:lnTo>
                  <a:pt x="124816" y="738475"/>
                </a:lnTo>
                <a:lnTo>
                  <a:pt x="126433" y="751975"/>
                </a:lnTo>
                <a:lnTo>
                  <a:pt x="128739" y="765476"/>
                </a:lnTo>
                <a:lnTo>
                  <a:pt x="136562" y="776203"/>
                </a:lnTo>
                <a:lnTo>
                  <a:pt x="138214" y="778976"/>
                </a:lnTo>
                <a:lnTo>
                  <a:pt x="140681" y="792477"/>
                </a:lnTo>
                <a:lnTo>
                  <a:pt x="142259" y="805977"/>
                </a:lnTo>
                <a:lnTo>
                  <a:pt x="150403" y="819478"/>
                </a:lnTo>
                <a:lnTo>
                  <a:pt x="151121" y="820310"/>
                </a:lnTo>
                <a:lnTo>
                  <a:pt x="154873" y="832979"/>
                </a:lnTo>
                <a:lnTo>
                  <a:pt x="156161" y="846479"/>
                </a:lnTo>
                <a:lnTo>
                  <a:pt x="160968" y="859980"/>
                </a:lnTo>
                <a:lnTo>
                  <a:pt x="165680" y="865686"/>
                </a:lnTo>
                <a:lnTo>
                  <a:pt x="168891" y="873480"/>
                </a:lnTo>
                <a:lnTo>
                  <a:pt x="170280" y="886981"/>
                </a:lnTo>
                <a:lnTo>
                  <a:pt x="173203" y="900481"/>
                </a:lnTo>
                <a:lnTo>
                  <a:pt x="180239" y="909639"/>
                </a:lnTo>
                <a:lnTo>
                  <a:pt x="182562" y="913982"/>
                </a:lnTo>
                <a:lnTo>
                  <a:pt x="184516" y="927482"/>
                </a:lnTo>
                <a:lnTo>
                  <a:pt x="186402" y="940983"/>
                </a:lnTo>
                <a:lnTo>
                  <a:pt x="194797" y="953219"/>
                </a:lnTo>
                <a:lnTo>
                  <a:pt x="195617" y="954483"/>
                </a:lnTo>
                <a:lnTo>
                  <a:pt x="198751" y="967984"/>
                </a:lnTo>
                <a:lnTo>
                  <a:pt x="200150" y="981484"/>
                </a:lnTo>
                <a:lnTo>
                  <a:pt x="206426" y="994985"/>
                </a:lnTo>
                <a:lnTo>
                  <a:pt x="209356" y="998444"/>
                </a:lnTo>
                <a:lnTo>
                  <a:pt x="212876" y="1008485"/>
                </a:lnTo>
                <a:lnTo>
                  <a:pt x="214155" y="1021986"/>
                </a:lnTo>
                <a:lnTo>
                  <a:pt x="217917" y="1035487"/>
                </a:lnTo>
                <a:lnTo>
                  <a:pt x="223915" y="1042978"/>
                </a:lnTo>
                <a:lnTo>
                  <a:pt x="226751" y="1048987"/>
                </a:lnTo>
                <a:lnTo>
                  <a:pt x="228349" y="1062488"/>
                </a:lnTo>
                <a:lnTo>
                  <a:pt x="230687" y="1075988"/>
                </a:lnTo>
                <a:lnTo>
                  <a:pt x="238474" y="1086632"/>
                </a:lnTo>
                <a:lnTo>
                  <a:pt x="240166" y="1089489"/>
                </a:lnTo>
                <a:lnTo>
                  <a:pt x="242599" y="1102989"/>
                </a:lnTo>
                <a:lnTo>
                  <a:pt x="244193" y="1116490"/>
                </a:lnTo>
                <a:lnTo>
                  <a:pt x="252458" y="1129990"/>
                </a:lnTo>
                <a:lnTo>
                  <a:pt x="253032" y="1130656"/>
                </a:lnTo>
                <a:lnTo>
                  <a:pt x="256796" y="1143491"/>
                </a:lnTo>
                <a:lnTo>
                  <a:pt x="258078" y="1156991"/>
                </a:lnTo>
                <a:lnTo>
                  <a:pt x="262962" y="1170492"/>
                </a:lnTo>
                <a:lnTo>
                  <a:pt x="267591" y="1176089"/>
                </a:lnTo>
                <a:lnTo>
                  <a:pt x="270820" y="1183992"/>
                </a:lnTo>
                <a:lnTo>
                  <a:pt x="272196" y="1197493"/>
                </a:lnTo>
                <a:lnTo>
                  <a:pt x="275163" y="1210993"/>
                </a:lnTo>
                <a:lnTo>
                  <a:pt x="282150" y="1220066"/>
                </a:lnTo>
                <a:lnTo>
                  <a:pt x="284505" y="1224494"/>
                </a:lnTo>
                <a:lnTo>
                  <a:pt x="286433" y="1237995"/>
                </a:lnTo>
                <a:lnTo>
                  <a:pt x="288342" y="1251495"/>
                </a:lnTo>
                <a:lnTo>
                  <a:pt x="296709" y="1263644"/>
                </a:lnTo>
                <a:lnTo>
                  <a:pt x="297582" y="1264996"/>
                </a:lnTo>
                <a:lnTo>
                  <a:pt x="300671" y="1278496"/>
                </a:lnTo>
                <a:lnTo>
                  <a:pt x="302074" y="1291997"/>
                </a:lnTo>
                <a:lnTo>
                  <a:pt x="308447" y="1305497"/>
                </a:lnTo>
                <a:lnTo>
                  <a:pt x="311268" y="1308822"/>
                </a:lnTo>
                <a:lnTo>
                  <a:pt x="314801" y="1318998"/>
                </a:lnTo>
                <a:lnTo>
                  <a:pt x="316071" y="1332498"/>
                </a:lnTo>
                <a:lnTo>
                  <a:pt x="319892" y="1345999"/>
                </a:lnTo>
                <a:lnTo>
                  <a:pt x="325826" y="1353396"/>
                </a:lnTo>
                <a:lnTo>
                  <a:pt x="328686" y="1359499"/>
                </a:lnTo>
                <a:lnTo>
                  <a:pt x="330266" y="1373000"/>
                </a:lnTo>
                <a:lnTo>
                  <a:pt x="330161" y="1386500"/>
                </a:lnTo>
                <a:lnTo>
                  <a:pt x="325826" y="1391234"/>
                </a:lnTo>
                <a:lnTo>
                  <a:pt x="316408" y="1400001"/>
                </a:lnTo>
                <a:lnTo>
                  <a:pt x="315633" y="1413502"/>
                </a:lnTo>
                <a:lnTo>
                  <a:pt x="311268" y="1418361"/>
                </a:lnTo>
                <a:lnTo>
                  <a:pt x="301952" y="1427002"/>
                </a:lnTo>
                <a:lnTo>
                  <a:pt x="301074" y="1440503"/>
                </a:lnTo>
                <a:lnTo>
                  <a:pt x="296709" y="1445471"/>
                </a:lnTo>
                <a:lnTo>
                  <a:pt x="287511" y="1454003"/>
                </a:lnTo>
                <a:lnTo>
                  <a:pt x="286516" y="1467504"/>
                </a:lnTo>
                <a:lnTo>
                  <a:pt x="282150" y="1472595"/>
                </a:lnTo>
                <a:lnTo>
                  <a:pt x="273084" y="1481004"/>
                </a:lnTo>
                <a:lnTo>
                  <a:pt x="271957" y="1494505"/>
                </a:lnTo>
                <a:lnTo>
                  <a:pt x="267591" y="1499736"/>
                </a:lnTo>
                <a:lnTo>
                  <a:pt x="258676" y="1508005"/>
                </a:lnTo>
                <a:lnTo>
                  <a:pt x="257399" y="1521506"/>
                </a:lnTo>
                <a:lnTo>
                  <a:pt x="253032" y="1526895"/>
                </a:lnTo>
                <a:lnTo>
                  <a:pt x="244287" y="1535006"/>
                </a:lnTo>
                <a:lnTo>
                  <a:pt x="242840" y="1548507"/>
                </a:lnTo>
                <a:lnTo>
                  <a:pt x="238474" y="1554131"/>
                </a:lnTo>
                <a:lnTo>
                  <a:pt x="229981" y="1562007"/>
                </a:lnTo>
                <a:lnTo>
                  <a:pt x="228281" y="1575508"/>
                </a:lnTo>
                <a:lnTo>
                  <a:pt x="223915" y="1581410"/>
                </a:lnTo>
                <a:lnTo>
                  <a:pt x="215722" y="1589008"/>
                </a:lnTo>
                <a:lnTo>
                  <a:pt x="213723" y="1602509"/>
                </a:lnTo>
                <a:lnTo>
                  <a:pt x="209356" y="1608737"/>
                </a:lnTo>
                <a:lnTo>
                  <a:pt x="201515" y="1616010"/>
                </a:lnTo>
                <a:lnTo>
                  <a:pt x="199164" y="1629510"/>
                </a:lnTo>
                <a:lnTo>
                  <a:pt x="194797" y="1636123"/>
                </a:lnTo>
                <a:lnTo>
                  <a:pt x="187370" y="1643011"/>
                </a:lnTo>
                <a:lnTo>
                  <a:pt x="184606" y="1656511"/>
                </a:lnTo>
                <a:lnTo>
                  <a:pt x="180239" y="1663575"/>
                </a:lnTo>
                <a:lnTo>
                  <a:pt x="173299" y="1670012"/>
                </a:lnTo>
                <a:lnTo>
                  <a:pt x="170047" y="1683512"/>
                </a:lnTo>
                <a:lnTo>
                  <a:pt x="165680" y="1691108"/>
                </a:lnTo>
                <a:lnTo>
                  <a:pt x="159313" y="1697013"/>
                </a:lnTo>
                <a:lnTo>
                  <a:pt x="155488" y="1710513"/>
                </a:lnTo>
                <a:lnTo>
                  <a:pt x="151121" y="1718734"/>
                </a:lnTo>
                <a:lnTo>
                  <a:pt x="145428" y="1724014"/>
                </a:lnTo>
                <a:lnTo>
                  <a:pt x="140930" y="1737514"/>
                </a:lnTo>
                <a:lnTo>
                  <a:pt x="136562" y="1746470"/>
                </a:lnTo>
                <a:lnTo>
                  <a:pt x="131661" y="1751015"/>
                </a:lnTo>
                <a:lnTo>
                  <a:pt x="126371" y="1764515"/>
                </a:lnTo>
                <a:lnTo>
                  <a:pt x="122003" y="1774335"/>
                </a:lnTo>
                <a:lnTo>
                  <a:pt x="118035" y="1778016"/>
                </a:lnTo>
                <a:lnTo>
                  <a:pt x="111812" y="1791517"/>
                </a:lnTo>
                <a:lnTo>
                  <a:pt x="107445" y="1802353"/>
                </a:lnTo>
                <a:lnTo>
                  <a:pt x="104572" y="1805017"/>
                </a:lnTo>
                <a:lnTo>
                  <a:pt x="97254" y="1818518"/>
                </a:lnTo>
                <a:lnTo>
                  <a:pt x="92886" y="1830550"/>
                </a:lnTo>
                <a:lnTo>
                  <a:pt x="91303" y="1832018"/>
                </a:lnTo>
                <a:lnTo>
                  <a:pt x="82695" y="1845519"/>
                </a:lnTo>
                <a:lnTo>
                  <a:pt x="78327" y="1858958"/>
                </a:lnTo>
                <a:lnTo>
                  <a:pt x="78261" y="1859019"/>
                </a:lnTo>
                <a:lnTo>
                  <a:pt x="68136" y="1872520"/>
                </a:lnTo>
                <a:lnTo>
                  <a:pt x="64398" y="1886020"/>
                </a:lnTo>
                <a:lnTo>
                  <a:pt x="63768" y="1886604"/>
                </a:lnTo>
                <a:lnTo>
                  <a:pt x="53578" y="1899521"/>
                </a:lnTo>
                <a:lnTo>
                  <a:pt x="55762" y="1899521"/>
                </a:lnTo>
                <a:lnTo>
                  <a:pt x="63768" y="1889373"/>
                </a:lnTo>
                <a:close/>
              </a:path>
            </a:pathLst>
          </a:custGeom>
          <a:solidFill xmlns:a="http://schemas.openxmlformats.org/drawingml/2006/main">
            <a:srgbClr val="E3AF88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3259F-D3B4-4DAA-8CEA-9EBFAA82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894" y="3728392"/>
            <a:ext cx="2184707" cy="1897493"/>
          </a:xfrm>
          <a:custGeom xmlns:a="http://schemas.openxmlformats.org/drawingml/2006/main">
            <a:pathLst>
              <a:path w="2184707" h="1897493">
                <a:moveTo>
                  <a:pt x="59124" y="1890113"/>
                </a:moveTo>
                <a:lnTo>
                  <a:pt x="65723" y="1883992"/>
                </a:lnTo>
                <a:lnTo>
                  <a:pt x="67860" y="1870492"/>
                </a:lnTo>
                <a:lnTo>
                  <a:pt x="73683" y="1862763"/>
                </a:lnTo>
                <a:lnTo>
                  <a:pt x="79906" y="1856991"/>
                </a:lnTo>
                <a:lnTo>
                  <a:pt x="82419" y="1843491"/>
                </a:lnTo>
                <a:lnTo>
                  <a:pt x="88241" y="1835351"/>
                </a:lnTo>
                <a:lnTo>
                  <a:pt x="94022" y="1829990"/>
                </a:lnTo>
                <a:lnTo>
                  <a:pt x="96977" y="1816490"/>
                </a:lnTo>
                <a:lnTo>
                  <a:pt x="102800" y="1807867"/>
                </a:lnTo>
                <a:lnTo>
                  <a:pt x="108060" y="1802989"/>
                </a:lnTo>
                <a:lnTo>
                  <a:pt x="111536" y="1789489"/>
                </a:lnTo>
                <a:lnTo>
                  <a:pt x="117359" y="1780298"/>
                </a:lnTo>
                <a:lnTo>
                  <a:pt x="122007" y="1775988"/>
                </a:lnTo>
                <a:lnTo>
                  <a:pt x="126095" y="1762488"/>
                </a:lnTo>
                <a:lnTo>
                  <a:pt x="131918" y="1752629"/>
                </a:lnTo>
                <a:lnTo>
                  <a:pt x="135845" y="1748987"/>
                </a:lnTo>
                <a:lnTo>
                  <a:pt x="140653" y="1735487"/>
                </a:lnTo>
                <a:lnTo>
                  <a:pt x="146477" y="1724843"/>
                </a:lnTo>
                <a:lnTo>
                  <a:pt x="149557" y="1721986"/>
                </a:lnTo>
                <a:lnTo>
                  <a:pt x="155212" y="1708485"/>
                </a:lnTo>
                <a:lnTo>
                  <a:pt x="161035" y="1696917"/>
                </a:lnTo>
                <a:lnTo>
                  <a:pt x="163119" y="1694985"/>
                </a:lnTo>
                <a:lnTo>
                  <a:pt x="169771" y="1681484"/>
                </a:lnTo>
                <a:lnTo>
                  <a:pt x="175594" y="1668829"/>
                </a:lnTo>
                <a:lnTo>
                  <a:pt x="176506" y="1667984"/>
                </a:lnTo>
                <a:lnTo>
                  <a:pt x="184329" y="1654483"/>
                </a:lnTo>
                <a:lnTo>
                  <a:pt x="189858" y="1640983"/>
                </a:lnTo>
                <a:lnTo>
                  <a:pt x="190153" y="1640709"/>
                </a:lnTo>
                <a:lnTo>
                  <a:pt x="198888" y="1627482"/>
                </a:lnTo>
                <a:lnTo>
                  <a:pt x="203588" y="1613982"/>
                </a:lnTo>
                <a:lnTo>
                  <a:pt x="204712" y="1612940"/>
                </a:lnTo>
                <a:lnTo>
                  <a:pt x="213447" y="1600481"/>
                </a:lnTo>
                <a:lnTo>
                  <a:pt x="217443" y="1586981"/>
                </a:lnTo>
                <a:lnTo>
                  <a:pt x="219271" y="1585286"/>
                </a:lnTo>
                <a:lnTo>
                  <a:pt x="228005" y="1573480"/>
                </a:lnTo>
                <a:lnTo>
                  <a:pt x="231403" y="1559980"/>
                </a:lnTo>
                <a:lnTo>
                  <a:pt x="233829" y="1557729"/>
                </a:lnTo>
                <a:lnTo>
                  <a:pt x="242564" y="1546479"/>
                </a:lnTo>
                <a:lnTo>
                  <a:pt x="245456" y="1532978"/>
                </a:lnTo>
                <a:lnTo>
                  <a:pt x="248388" y="1530259"/>
                </a:lnTo>
                <a:lnTo>
                  <a:pt x="257123" y="1519478"/>
                </a:lnTo>
                <a:lnTo>
                  <a:pt x="259674" y="1505977"/>
                </a:lnTo>
                <a:lnTo>
                  <a:pt x="262947" y="1502942"/>
                </a:lnTo>
                <a:lnTo>
                  <a:pt x="271681" y="1492477"/>
                </a:lnTo>
                <a:lnTo>
                  <a:pt x="273933" y="1478976"/>
                </a:lnTo>
                <a:lnTo>
                  <a:pt x="277506" y="1475662"/>
                </a:lnTo>
                <a:lnTo>
                  <a:pt x="286240" y="1465476"/>
                </a:lnTo>
                <a:lnTo>
                  <a:pt x="288227" y="1451975"/>
                </a:lnTo>
                <a:lnTo>
                  <a:pt x="292064" y="1448416"/>
                </a:lnTo>
                <a:lnTo>
                  <a:pt x="300799" y="1438475"/>
                </a:lnTo>
                <a:lnTo>
                  <a:pt x="302552" y="1424974"/>
                </a:lnTo>
                <a:lnTo>
                  <a:pt x="306623" y="1421198"/>
                </a:lnTo>
                <a:lnTo>
                  <a:pt x="315357" y="1411474"/>
                </a:lnTo>
                <a:lnTo>
                  <a:pt x="316904" y="1397973"/>
                </a:lnTo>
                <a:lnTo>
                  <a:pt x="321182" y="1393991"/>
                </a:lnTo>
                <a:lnTo>
                  <a:pt x="329898" y="1384473"/>
                </a:lnTo>
                <a:lnTo>
                  <a:pt x="330407" y="1370972"/>
                </a:lnTo>
                <a:lnTo>
                  <a:pt x="329111" y="1357472"/>
                </a:lnTo>
                <a:lnTo>
                  <a:pt x="323978" y="1343971"/>
                </a:lnTo>
                <a:lnTo>
                  <a:pt x="321182" y="1340585"/>
                </a:lnTo>
                <a:lnTo>
                  <a:pt x="316443" y="1330470"/>
                </a:lnTo>
                <a:lnTo>
                  <a:pt x="314980" y="1316970"/>
                </a:lnTo>
                <a:lnTo>
                  <a:pt x="311925" y="1303469"/>
                </a:lnTo>
                <a:lnTo>
                  <a:pt x="306623" y="1296298"/>
                </a:lnTo>
                <a:lnTo>
                  <a:pt x="302930" y="1289969"/>
                </a:lnTo>
                <a:lnTo>
                  <a:pt x="300747" y="1276468"/>
                </a:lnTo>
                <a:lnTo>
                  <a:pt x="298828" y="1262968"/>
                </a:lnTo>
                <a:lnTo>
                  <a:pt x="292064" y="1252494"/>
                </a:lnTo>
                <a:lnTo>
                  <a:pt x="289980" y="1249467"/>
                </a:lnTo>
                <a:lnTo>
                  <a:pt x="286521" y="1235967"/>
                </a:lnTo>
                <a:lnTo>
                  <a:pt x="285133" y="1222466"/>
                </a:lnTo>
                <a:lnTo>
                  <a:pt x="278379" y="1208966"/>
                </a:lnTo>
                <a:lnTo>
                  <a:pt x="277506" y="1207948"/>
                </a:lnTo>
                <a:lnTo>
                  <a:pt x="272428" y="1195465"/>
                </a:lnTo>
                <a:lnTo>
                  <a:pt x="271105" y="1181965"/>
                </a:lnTo>
                <a:lnTo>
                  <a:pt x="267130" y="1168464"/>
                </a:lnTo>
                <a:lnTo>
                  <a:pt x="262947" y="1163142"/>
                </a:lnTo>
                <a:lnTo>
                  <a:pt x="258649" y="1154963"/>
                </a:lnTo>
                <a:lnTo>
                  <a:pt x="256910" y="1141463"/>
                </a:lnTo>
                <a:lnTo>
                  <a:pt x="254498" y="1127962"/>
                </a:lnTo>
                <a:lnTo>
                  <a:pt x="248388" y="1119188"/>
                </a:lnTo>
                <a:lnTo>
                  <a:pt x="245377" y="1114462"/>
                </a:lnTo>
                <a:lnTo>
                  <a:pt x="242668" y="1100961"/>
                </a:lnTo>
                <a:lnTo>
                  <a:pt x="241068" y="1087461"/>
                </a:lnTo>
                <a:lnTo>
                  <a:pt x="233829" y="1075244"/>
                </a:lnTo>
                <a:lnTo>
                  <a:pt x="232890" y="1073960"/>
                </a:lnTo>
                <a:lnTo>
                  <a:pt x="228491" y="1060460"/>
                </a:lnTo>
                <a:lnTo>
                  <a:pt x="227186" y="1046959"/>
                </a:lnTo>
                <a:lnTo>
                  <a:pt x="221977" y="1033459"/>
                </a:lnTo>
                <a:lnTo>
                  <a:pt x="219271" y="1030178"/>
                </a:lnTo>
                <a:lnTo>
                  <a:pt x="214525" y="1019958"/>
                </a:lnTo>
                <a:lnTo>
                  <a:pt x="213061" y="1006458"/>
                </a:lnTo>
                <a:lnTo>
                  <a:pt x="209961" y="992957"/>
                </a:lnTo>
                <a:lnTo>
                  <a:pt x="204712" y="985864"/>
                </a:lnTo>
                <a:lnTo>
                  <a:pt x="200997" y="979457"/>
                </a:lnTo>
                <a:lnTo>
                  <a:pt x="198830" y="965956"/>
                </a:lnTo>
                <a:lnTo>
                  <a:pt x="196886" y="952455"/>
                </a:lnTo>
                <a:lnTo>
                  <a:pt x="190153" y="942076"/>
                </a:lnTo>
                <a:lnTo>
                  <a:pt x="188012" y="938955"/>
                </a:lnTo>
                <a:lnTo>
                  <a:pt x="184605" y="925454"/>
                </a:lnTo>
                <a:lnTo>
                  <a:pt x="183204" y="911954"/>
                </a:lnTo>
                <a:lnTo>
                  <a:pt x="176348" y="898453"/>
                </a:lnTo>
                <a:lnTo>
                  <a:pt x="175594" y="897573"/>
                </a:lnTo>
                <a:lnTo>
                  <a:pt x="170511" y="884953"/>
                </a:lnTo>
                <a:lnTo>
                  <a:pt x="169183" y="871452"/>
                </a:lnTo>
                <a:lnTo>
                  <a:pt x="165150" y="857952"/>
                </a:lnTo>
                <a:lnTo>
                  <a:pt x="161035" y="852713"/>
                </a:lnTo>
                <a:lnTo>
                  <a:pt x="156730" y="844451"/>
                </a:lnTo>
                <a:lnTo>
                  <a:pt x="154992" y="830951"/>
                </a:lnTo>
                <a:lnTo>
                  <a:pt x="152547" y="817450"/>
                </a:lnTo>
                <a:lnTo>
                  <a:pt x="146477" y="808764"/>
                </a:lnTo>
                <a:lnTo>
                  <a:pt x="143423" y="803950"/>
                </a:lnTo>
                <a:lnTo>
                  <a:pt x="140752" y="790449"/>
                </a:lnTo>
                <a:lnTo>
                  <a:pt x="139133" y="776949"/>
                </a:lnTo>
                <a:lnTo>
                  <a:pt x="131918" y="764836"/>
                </a:lnTo>
                <a:lnTo>
                  <a:pt x="130906" y="763448"/>
                </a:lnTo>
                <a:lnTo>
                  <a:pt x="126574" y="749947"/>
                </a:lnTo>
                <a:lnTo>
                  <a:pt x="125261" y="736447"/>
                </a:lnTo>
                <a:lnTo>
                  <a:pt x="119974" y="722946"/>
                </a:lnTo>
                <a:lnTo>
                  <a:pt x="117359" y="719773"/>
                </a:lnTo>
                <a:lnTo>
                  <a:pt x="112607" y="709446"/>
                </a:lnTo>
                <a:lnTo>
                  <a:pt x="111141" y="695945"/>
                </a:lnTo>
                <a:lnTo>
                  <a:pt x="107997" y="682445"/>
                </a:lnTo>
                <a:lnTo>
                  <a:pt x="102800" y="675444"/>
                </a:lnTo>
                <a:lnTo>
                  <a:pt x="99053" y="668944"/>
                </a:lnTo>
                <a:lnTo>
                  <a:pt x="96913" y="655444"/>
                </a:lnTo>
                <a:lnTo>
                  <a:pt x="94944" y="641943"/>
                </a:lnTo>
                <a:lnTo>
                  <a:pt x="88241" y="631656"/>
                </a:lnTo>
                <a:lnTo>
                  <a:pt x="86045" y="628443"/>
                </a:lnTo>
                <a:lnTo>
                  <a:pt x="82689" y="614942"/>
                </a:lnTo>
                <a:lnTo>
                  <a:pt x="81274" y="601442"/>
                </a:lnTo>
                <a:lnTo>
                  <a:pt x="74316" y="587941"/>
                </a:lnTo>
                <a:lnTo>
                  <a:pt x="73683" y="587201"/>
                </a:lnTo>
                <a:lnTo>
                  <a:pt x="68594" y="574440"/>
                </a:lnTo>
                <a:lnTo>
                  <a:pt x="67261" y="560940"/>
                </a:lnTo>
                <a:lnTo>
                  <a:pt x="63168" y="547439"/>
                </a:lnTo>
                <a:lnTo>
                  <a:pt x="59124" y="542285"/>
                </a:lnTo>
                <a:lnTo>
                  <a:pt x="54810" y="533939"/>
                </a:lnTo>
                <a:lnTo>
                  <a:pt x="53074" y="520438"/>
                </a:lnTo>
                <a:lnTo>
                  <a:pt x="50594" y="506938"/>
                </a:lnTo>
                <a:lnTo>
                  <a:pt x="44565" y="498341"/>
                </a:lnTo>
                <a:lnTo>
                  <a:pt x="41469" y="493437"/>
                </a:lnTo>
                <a:lnTo>
                  <a:pt x="38835" y="479937"/>
                </a:lnTo>
                <a:lnTo>
                  <a:pt x="37198" y="466436"/>
                </a:lnTo>
                <a:lnTo>
                  <a:pt x="30006" y="454427"/>
                </a:lnTo>
                <a:lnTo>
                  <a:pt x="28922" y="452936"/>
                </a:lnTo>
                <a:lnTo>
                  <a:pt x="24658" y="439435"/>
                </a:lnTo>
                <a:lnTo>
                  <a:pt x="23335" y="425935"/>
                </a:lnTo>
                <a:lnTo>
                  <a:pt x="17972" y="412434"/>
                </a:lnTo>
                <a:lnTo>
                  <a:pt x="15447" y="409370"/>
                </a:lnTo>
                <a:lnTo>
                  <a:pt x="10688" y="398934"/>
                </a:lnTo>
                <a:lnTo>
                  <a:pt x="9984" y="385433"/>
                </a:lnTo>
                <a:lnTo>
                  <a:pt x="9637" y="371932"/>
                </a:lnTo>
                <a:lnTo>
                  <a:pt x="9651" y="358432"/>
                </a:lnTo>
                <a:lnTo>
                  <a:pt x="9468" y="344931"/>
                </a:lnTo>
                <a:lnTo>
                  <a:pt x="9282" y="331431"/>
                </a:lnTo>
                <a:lnTo>
                  <a:pt x="9089" y="317930"/>
                </a:lnTo>
                <a:lnTo>
                  <a:pt x="8885" y="304430"/>
                </a:lnTo>
                <a:lnTo>
                  <a:pt x="8666" y="290929"/>
                </a:lnTo>
                <a:lnTo>
                  <a:pt x="8429" y="277429"/>
                </a:lnTo>
                <a:lnTo>
                  <a:pt x="8168" y="263928"/>
                </a:lnTo>
                <a:lnTo>
                  <a:pt x="7879" y="250428"/>
                </a:lnTo>
                <a:lnTo>
                  <a:pt x="7555" y="236927"/>
                </a:lnTo>
                <a:lnTo>
                  <a:pt x="7192" y="223427"/>
                </a:lnTo>
                <a:lnTo>
                  <a:pt x="6781" y="209926"/>
                </a:lnTo>
                <a:lnTo>
                  <a:pt x="6315" y="196425"/>
                </a:lnTo>
                <a:lnTo>
                  <a:pt x="5844" y="182925"/>
                </a:lnTo>
                <a:lnTo>
                  <a:pt x="5348" y="169424"/>
                </a:lnTo>
                <a:lnTo>
                  <a:pt x="4805" y="155924"/>
                </a:lnTo>
                <a:lnTo>
                  <a:pt x="4903" y="142423"/>
                </a:lnTo>
                <a:lnTo>
                  <a:pt x="15447" y="136441"/>
                </a:lnTo>
                <a:lnTo>
                  <a:pt x="21781" y="142423"/>
                </a:lnTo>
                <a:lnTo>
                  <a:pt x="30006" y="149675"/>
                </a:lnTo>
                <a:lnTo>
                  <a:pt x="36636" y="155924"/>
                </a:lnTo>
                <a:lnTo>
                  <a:pt x="44565" y="163311"/>
                </a:lnTo>
                <a:lnTo>
                  <a:pt x="51058" y="169424"/>
                </a:lnTo>
                <a:lnTo>
                  <a:pt x="59124" y="176942"/>
                </a:lnTo>
                <a:lnTo>
                  <a:pt x="65485" y="182925"/>
                </a:lnTo>
                <a:lnTo>
                  <a:pt x="73683" y="190568"/>
                </a:lnTo>
                <a:lnTo>
                  <a:pt x="79817" y="196425"/>
                </a:lnTo>
                <a:lnTo>
                  <a:pt x="88241" y="204282"/>
                </a:lnTo>
                <a:lnTo>
                  <a:pt x="94156" y="209926"/>
                </a:lnTo>
                <a:lnTo>
                  <a:pt x="102800" y="218062"/>
                </a:lnTo>
                <a:lnTo>
                  <a:pt x="108450" y="223427"/>
                </a:lnTo>
                <a:lnTo>
                  <a:pt x="117359" y="231856"/>
                </a:lnTo>
                <a:lnTo>
                  <a:pt x="122722" y="236927"/>
                </a:lnTo>
                <a:lnTo>
                  <a:pt x="131918" y="245671"/>
                </a:lnTo>
                <a:lnTo>
                  <a:pt x="136965" y="250428"/>
                </a:lnTo>
                <a:lnTo>
                  <a:pt x="146477" y="259521"/>
                </a:lnTo>
                <a:lnTo>
                  <a:pt x="151167" y="263928"/>
                </a:lnTo>
                <a:lnTo>
                  <a:pt x="161035" y="273425"/>
                </a:lnTo>
                <a:lnTo>
                  <a:pt x="165306" y="277429"/>
                </a:lnTo>
                <a:lnTo>
                  <a:pt x="175594" y="287404"/>
                </a:lnTo>
                <a:lnTo>
                  <a:pt x="179361" y="290929"/>
                </a:lnTo>
                <a:lnTo>
                  <a:pt x="190153" y="301485"/>
                </a:lnTo>
                <a:lnTo>
                  <a:pt x="193304" y="304430"/>
                </a:lnTo>
                <a:lnTo>
                  <a:pt x="204712" y="315700"/>
                </a:lnTo>
                <a:lnTo>
                  <a:pt x="207101" y="317930"/>
                </a:lnTo>
                <a:lnTo>
                  <a:pt x="219271" y="330089"/>
                </a:lnTo>
                <a:lnTo>
                  <a:pt x="220710" y="331431"/>
                </a:lnTo>
                <a:lnTo>
                  <a:pt x="233829" y="344700"/>
                </a:lnTo>
                <a:lnTo>
                  <a:pt x="234077" y="344931"/>
                </a:lnTo>
                <a:lnTo>
                  <a:pt x="246845" y="358432"/>
                </a:lnTo>
                <a:lnTo>
                  <a:pt x="248388" y="359867"/>
                </a:lnTo>
                <a:lnTo>
                  <a:pt x="259874" y="371932"/>
                </a:lnTo>
                <a:lnTo>
                  <a:pt x="262947" y="374793"/>
                </a:lnTo>
                <a:lnTo>
                  <a:pt x="273215" y="385433"/>
                </a:lnTo>
                <a:lnTo>
                  <a:pt x="277506" y="389428"/>
                </a:lnTo>
                <a:lnTo>
                  <a:pt x="286803" y="398934"/>
                </a:lnTo>
                <a:lnTo>
                  <a:pt x="292064" y="403836"/>
                </a:lnTo>
                <a:lnTo>
                  <a:pt x="300584" y="412434"/>
                </a:lnTo>
                <a:lnTo>
                  <a:pt x="306623" y="418066"/>
                </a:lnTo>
                <a:lnTo>
                  <a:pt x="314515" y="425935"/>
                </a:lnTo>
                <a:lnTo>
                  <a:pt x="321182" y="432158"/>
                </a:lnTo>
                <a:lnTo>
                  <a:pt x="328561" y="439435"/>
                </a:lnTo>
                <a:lnTo>
                  <a:pt x="335741" y="446146"/>
                </a:lnTo>
                <a:lnTo>
                  <a:pt x="342693" y="452936"/>
                </a:lnTo>
                <a:lnTo>
                  <a:pt x="350300" y="460056"/>
                </a:lnTo>
                <a:lnTo>
                  <a:pt x="356889" y="466436"/>
                </a:lnTo>
                <a:lnTo>
                  <a:pt x="364858" y="473910"/>
                </a:lnTo>
                <a:lnTo>
                  <a:pt x="371129" y="479937"/>
                </a:lnTo>
                <a:lnTo>
                  <a:pt x="379417" y="487728"/>
                </a:lnTo>
                <a:lnTo>
                  <a:pt x="385394" y="493437"/>
                </a:lnTo>
                <a:lnTo>
                  <a:pt x="393976" y="501528"/>
                </a:lnTo>
                <a:lnTo>
                  <a:pt x="399669" y="506938"/>
                </a:lnTo>
                <a:lnTo>
                  <a:pt x="408535" y="515326"/>
                </a:lnTo>
                <a:lnTo>
                  <a:pt x="413938" y="520438"/>
                </a:lnTo>
                <a:lnTo>
                  <a:pt x="423093" y="529139"/>
                </a:lnTo>
                <a:lnTo>
                  <a:pt x="428185" y="533939"/>
                </a:lnTo>
                <a:lnTo>
                  <a:pt x="437652" y="542983"/>
                </a:lnTo>
                <a:lnTo>
                  <a:pt x="442346" y="547439"/>
                </a:lnTo>
                <a:lnTo>
                  <a:pt x="452211" y="557525"/>
                </a:lnTo>
                <a:lnTo>
                  <a:pt x="455757" y="560940"/>
                </a:lnTo>
                <a:lnTo>
                  <a:pt x="462226" y="574440"/>
                </a:lnTo>
                <a:lnTo>
                  <a:pt x="466770" y="578735"/>
                </a:lnTo>
                <a:lnTo>
                  <a:pt x="473275" y="587941"/>
                </a:lnTo>
                <a:lnTo>
                  <a:pt x="481329" y="595902"/>
                </a:lnTo>
                <a:lnTo>
                  <a:pt x="486672" y="601442"/>
                </a:lnTo>
                <a:lnTo>
                  <a:pt x="495888" y="612500"/>
                </a:lnTo>
                <a:lnTo>
                  <a:pt x="498446" y="614942"/>
                </a:lnTo>
                <a:lnTo>
                  <a:pt x="504642" y="628443"/>
                </a:lnTo>
                <a:lnTo>
                  <a:pt x="510446" y="633954"/>
                </a:lnTo>
                <a:lnTo>
                  <a:pt x="516661" y="641943"/>
                </a:lnTo>
                <a:lnTo>
                  <a:pt x="525005" y="650376"/>
                </a:lnTo>
                <a:lnTo>
                  <a:pt x="530037" y="655444"/>
                </a:lnTo>
                <a:lnTo>
                  <a:pt x="539564" y="667841"/>
                </a:lnTo>
                <a:lnTo>
                  <a:pt x="540727" y="668944"/>
                </a:lnTo>
                <a:lnTo>
                  <a:pt x="547424" y="682445"/>
                </a:lnTo>
                <a:lnTo>
                  <a:pt x="554123" y="688847"/>
                </a:lnTo>
                <a:lnTo>
                  <a:pt x="560097" y="695945"/>
                </a:lnTo>
                <a:lnTo>
                  <a:pt x="568681" y="704887"/>
                </a:lnTo>
                <a:lnTo>
                  <a:pt x="573305" y="709446"/>
                </a:lnTo>
                <a:lnTo>
                  <a:pt x="582170" y="722946"/>
                </a:lnTo>
                <a:lnTo>
                  <a:pt x="583240" y="723953"/>
                </a:lnTo>
                <a:lnTo>
                  <a:pt x="590462" y="736447"/>
                </a:lnTo>
                <a:lnTo>
                  <a:pt x="597799" y="743524"/>
                </a:lnTo>
                <a:lnTo>
                  <a:pt x="603552" y="749947"/>
                </a:lnTo>
                <a:lnTo>
                  <a:pt x="612358" y="759501"/>
                </a:lnTo>
                <a:lnTo>
                  <a:pt x="616423" y="763448"/>
                </a:lnTo>
                <a:lnTo>
                  <a:pt x="623563" y="776949"/>
                </a:lnTo>
                <a:lnTo>
                  <a:pt x="626917" y="780110"/>
                </a:lnTo>
                <a:lnTo>
                  <a:pt x="633674" y="790449"/>
                </a:lnTo>
                <a:lnTo>
                  <a:pt x="641475" y="798069"/>
                </a:lnTo>
                <a:lnTo>
                  <a:pt x="647014" y="803950"/>
                </a:lnTo>
                <a:lnTo>
                  <a:pt x="656034" y="812449"/>
                </a:lnTo>
                <a:lnTo>
                  <a:pt x="663277" y="817450"/>
                </a:lnTo>
                <a:lnTo>
                  <a:pt x="670593" y="823673"/>
                </a:lnTo>
                <a:lnTo>
                  <a:pt x="685152" y="827801"/>
                </a:lnTo>
                <a:lnTo>
                  <a:pt x="688916" y="830951"/>
                </a:lnTo>
                <a:lnTo>
                  <a:pt x="699711" y="838791"/>
                </a:lnTo>
                <a:lnTo>
                  <a:pt x="710637" y="844451"/>
                </a:lnTo>
                <a:lnTo>
                  <a:pt x="714269" y="847658"/>
                </a:lnTo>
                <a:lnTo>
                  <a:pt x="728828" y="853336"/>
                </a:lnTo>
                <a:lnTo>
                  <a:pt x="734970" y="857952"/>
                </a:lnTo>
                <a:lnTo>
                  <a:pt x="743387" y="864887"/>
                </a:lnTo>
                <a:lnTo>
                  <a:pt x="757946" y="869553"/>
                </a:lnTo>
                <a:lnTo>
                  <a:pt x="760155" y="871452"/>
                </a:lnTo>
                <a:lnTo>
                  <a:pt x="772505" y="879593"/>
                </a:lnTo>
                <a:lnTo>
                  <a:pt x="781391" y="884953"/>
                </a:lnTo>
                <a:lnTo>
                  <a:pt x="787063" y="889859"/>
                </a:lnTo>
                <a:lnTo>
                  <a:pt x="792357" y="884953"/>
                </a:lnTo>
                <a:lnTo>
                  <a:pt x="801622" y="879555"/>
                </a:lnTo>
                <a:lnTo>
                  <a:pt x="815643" y="871452"/>
                </a:lnTo>
                <a:lnTo>
                  <a:pt x="816181" y="870954"/>
                </a:lnTo>
                <a:lnTo>
                  <a:pt x="830740" y="866047"/>
                </a:lnTo>
                <a:lnTo>
                  <a:pt x="839565" y="857952"/>
                </a:lnTo>
                <a:lnTo>
                  <a:pt x="845298" y="852640"/>
                </a:lnTo>
                <a:lnTo>
                  <a:pt x="859857" y="852287"/>
                </a:lnTo>
                <a:lnTo>
                  <a:pt x="868309" y="844451"/>
                </a:lnTo>
                <a:lnTo>
                  <a:pt x="874416" y="839052"/>
                </a:lnTo>
                <a:lnTo>
                  <a:pt x="886366" y="830951"/>
                </a:lnTo>
                <a:lnTo>
                  <a:pt x="888975" y="828532"/>
                </a:lnTo>
                <a:lnTo>
                  <a:pt x="903533" y="825543"/>
                </a:lnTo>
                <a:lnTo>
                  <a:pt x="912318" y="817450"/>
                </a:lnTo>
                <a:lnTo>
                  <a:pt x="918092" y="812104"/>
                </a:lnTo>
                <a:lnTo>
                  <a:pt x="932651" y="811616"/>
                </a:lnTo>
                <a:lnTo>
                  <a:pt x="940919" y="803950"/>
                </a:lnTo>
                <a:lnTo>
                  <a:pt x="947210" y="798550"/>
                </a:lnTo>
                <a:lnTo>
                  <a:pt x="957901" y="790449"/>
                </a:lnTo>
                <a:lnTo>
                  <a:pt x="961769" y="786862"/>
                </a:lnTo>
                <a:lnTo>
                  <a:pt x="976327" y="785036"/>
                </a:lnTo>
                <a:lnTo>
                  <a:pt x="985084" y="776949"/>
                </a:lnTo>
                <a:lnTo>
                  <a:pt x="990886" y="771581"/>
                </a:lnTo>
                <a:lnTo>
                  <a:pt x="1005445" y="770834"/>
                </a:lnTo>
                <a:lnTo>
                  <a:pt x="1013411" y="763448"/>
                </a:lnTo>
                <a:lnTo>
                  <a:pt x="1020004" y="758048"/>
                </a:lnTo>
                <a:lnTo>
                  <a:pt x="1029929" y="749947"/>
                </a:lnTo>
                <a:lnTo>
                  <a:pt x="1034563" y="745650"/>
                </a:lnTo>
                <a:lnTo>
                  <a:pt x="1049121" y="744526"/>
                </a:lnTo>
                <a:lnTo>
                  <a:pt x="1057855" y="736447"/>
                </a:lnTo>
                <a:lnTo>
                  <a:pt x="1063680" y="731067"/>
                </a:lnTo>
                <a:lnTo>
                  <a:pt x="1078239" y="729873"/>
                </a:lnTo>
                <a:lnTo>
                  <a:pt x="1085709" y="722946"/>
                </a:lnTo>
                <a:lnTo>
                  <a:pt x="1092798" y="717546"/>
                </a:lnTo>
                <a:lnTo>
                  <a:pt x="1102256" y="709446"/>
                </a:lnTo>
                <a:lnTo>
                  <a:pt x="1107356" y="704717"/>
                </a:lnTo>
                <a:lnTo>
                  <a:pt x="1121915" y="704011"/>
                </a:lnTo>
                <a:lnTo>
                  <a:pt x="1130626" y="695945"/>
                </a:lnTo>
                <a:lnTo>
                  <a:pt x="1136474" y="690557"/>
                </a:lnTo>
                <a:lnTo>
                  <a:pt x="1151033" y="688615"/>
                </a:lnTo>
                <a:lnTo>
                  <a:pt x="1157688" y="682445"/>
                </a:lnTo>
                <a:lnTo>
                  <a:pt x="1165592" y="677044"/>
                </a:lnTo>
                <a:lnTo>
                  <a:pt x="1174766" y="668944"/>
                </a:lnTo>
                <a:lnTo>
                  <a:pt x="1180150" y="663952"/>
                </a:lnTo>
                <a:lnTo>
                  <a:pt x="1194709" y="663487"/>
                </a:lnTo>
                <a:lnTo>
                  <a:pt x="1203391" y="655444"/>
                </a:lnTo>
                <a:lnTo>
                  <a:pt x="1209268" y="650051"/>
                </a:lnTo>
                <a:lnTo>
                  <a:pt x="1223827" y="646871"/>
                </a:lnTo>
                <a:lnTo>
                  <a:pt x="1229141" y="641943"/>
                </a:lnTo>
                <a:lnTo>
                  <a:pt x="1238386" y="636541"/>
                </a:lnTo>
                <a:lnTo>
                  <a:pt x="1247387" y="628443"/>
                </a:lnTo>
                <a:lnTo>
                  <a:pt x="1252945" y="623291"/>
                </a:lnTo>
                <a:lnTo>
                  <a:pt x="1267503" y="622948"/>
                </a:lnTo>
                <a:lnTo>
                  <a:pt x="1276142" y="614942"/>
                </a:lnTo>
                <a:lnTo>
                  <a:pt x="1282062" y="609546"/>
                </a:lnTo>
                <a:lnTo>
                  <a:pt x="1296621" y="604327"/>
                </a:lnTo>
                <a:lnTo>
                  <a:pt x="1299732" y="601442"/>
                </a:lnTo>
                <a:lnTo>
                  <a:pt x="1311180" y="596039"/>
                </a:lnTo>
                <a:lnTo>
                  <a:pt x="1320075" y="587941"/>
                </a:lnTo>
                <a:lnTo>
                  <a:pt x="1325738" y="582692"/>
                </a:lnTo>
                <a:lnTo>
                  <a:pt x="1340297" y="582335"/>
                </a:lnTo>
                <a:lnTo>
                  <a:pt x="1348812" y="574440"/>
                </a:lnTo>
                <a:lnTo>
                  <a:pt x="1354856" y="569041"/>
                </a:lnTo>
                <a:lnTo>
                  <a:pt x="1364923" y="560940"/>
                </a:lnTo>
                <a:lnTo>
                  <a:pt x="1369415" y="556775"/>
                </a:lnTo>
                <a:lnTo>
                  <a:pt x="1383973" y="555502"/>
                </a:lnTo>
                <a:lnTo>
                  <a:pt x="1392676" y="547439"/>
                </a:lnTo>
                <a:lnTo>
                  <a:pt x="1398532" y="542046"/>
                </a:lnTo>
                <a:lnTo>
                  <a:pt x="1410027" y="533939"/>
                </a:lnTo>
                <a:lnTo>
                  <a:pt x="1413091" y="531098"/>
                </a:lnTo>
                <a:lnTo>
                  <a:pt x="1427650" y="528340"/>
                </a:lnTo>
                <a:lnTo>
                  <a:pt x="1436171" y="520438"/>
                </a:lnTo>
                <a:lnTo>
                  <a:pt x="1442209" y="515036"/>
                </a:lnTo>
                <a:lnTo>
                  <a:pt x="1450997" y="506938"/>
                </a:lnTo>
                <a:lnTo>
                  <a:pt x="1456767" y="501589"/>
                </a:lnTo>
                <a:lnTo>
                  <a:pt x="1470319" y="493437"/>
                </a:lnTo>
                <a:lnTo>
                  <a:pt x="1471326" y="492504"/>
                </a:lnTo>
                <a:lnTo>
                  <a:pt x="1485885" y="487923"/>
                </a:lnTo>
                <a:lnTo>
                  <a:pt x="1494499" y="479937"/>
                </a:lnTo>
                <a:lnTo>
                  <a:pt x="1500444" y="474536"/>
                </a:lnTo>
                <a:lnTo>
                  <a:pt x="1509275" y="466436"/>
                </a:lnTo>
                <a:lnTo>
                  <a:pt x="1515003" y="461127"/>
                </a:lnTo>
                <a:lnTo>
                  <a:pt x="1529561" y="455425"/>
                </a:lnTo>
                <a:lnTo>
                  <a:pt x="1532245" y="452936"/>
                </a:lnTo>
                <a:lnTo>
                  <a:pt x="1544120" y="447470"/>
                </a:lnTo>
                <a:lnTo>
                  <a:pt x="1552787" y="439435"/>
                </a:lnTo>
                <a:lnTo>
                  <a:pt x="1558679" y="434036"/>
                </a:lnTo>
                <a:lnTo>
                  <a:pt x="1567584" y="425935"/>
                </a:lnTo>
                <a:lnTo>
                  <a:pt x="1573238" y="420692"/>
                </a:lnTo>
                <a:lnTo>
                  <a:pt x="1587797" y="417319"/>
                </a:lnTo>
                <a:lnTo>
                  <a:pt x="1593065" y="412434"/>
                </a:lnTo>
                <a:lnTo>
                  <a:pt x="1602355" y="406997"/>
                </a:lnTo>
                <a:lnTo>
                  <a:pt x="1611054" y="398934"/>
                </a:lnTo>
                <a:lnTo>
                  <a:pt x="1616914" y="393536"/>
                </a:lnTo>
                <a:lnTo>
                  <a:pt x="1625946" y="385433"/>
                </a:lnTo>
                <a:lnTo>
                  <a:pt x="1631473" y="380309"/>
                </a:lnTo>
                <a:lnTo>
                  <a:pt x="1646032" y="378191"/>
                </a:lnTo>
                <a:lnTo>
                  <a:pt x="1652780" y="371932"/>
                </a:lnTo>
                <a:lnTo>
                  <a:pt x="1660590" y="366511"/>
                </a:lnTo>
                <a:lnTo>
                  <a:pt x="1669309" y="358432"/>
                </a:lnTo>
                <a:lnTo>
                  <a:pt x="1675149" y="353037"/>
                </a:lnTo>
                <a:lnTo>
                  <a:pt x="1684404" y="344931"/>
                </a:lnTo>
                <a:lnTo>
                  <a:pt x="1689708" y="340013"/>
                </a:lnTo>
                <a:lnTo>
                  <a:pt x="1704267" y="338476"/>
                </a:lnTo>
                <a:lnTo>
                  <a:pt x="1711864" y="331431"/>
                </a:lnTo>
                <a:lnTo>
                  <a:pt x="1718826" y="326018"/>
                </a:lnTo>
                <a:lnTo>
                  <a:pt x="1727558" y="317930"/>
                </a:lnTo>
                <a:lnTo>
                  <a:pt x="1733384" y="312540"/>
                </a:lnTo>
                <a:lnTo>
                  <a:pt x="1743026" y="304430"/>
                </a:lnTo>
                <a:lnTo>
                  <a:pt x="1747943" y="299870"/>
                </a:lnTo>
                <a:lnTo>
                  <a:pt x="1762502" y="298425"/>
                </a:lnTo>
                <a:lnTo>
                  <a:pt x="1770585" y="290929"/>
                </a:lnTo>
                <a:lnTo>
                  <a:pt x="1777061" y="285522"/>
                </a:lnTo>
                <a:lnTo>
                  <a:pt x="1785807" y="277429"/>
                </a:lnTo>
                <a:lnTo>
                  <a:pt x="1791620" y="272045"/>
                </a:lnTo>
                <a:lnTo>
                  <a:pt x="1801937" y="263928"/>
                </a:lnTo>
                <a:lnTo>
                  <a:pt x="1806178" y="259995"/>
                </a:lnTo>
                <a:lnTo>
                  <a:pt x="1820737" y="258181"/>
                </a:lnTo>
                <a:lnTo>
                  <a:pt x="1829099" y="250428"/>
                </a:lnTo>
                <a:lnTo>
                  <a:pt x="1835296" y="245024"/>
                </a:lnTo>
                <a:lnTo>
                  <a:pt x="1844059" y="236927"/>
                </a:lnTo>
                <a:lnTo>
                  <a:pt x="1849855" y="231557"/>
                </a:lnTo>
                <a:lnTo>
                  <a:pt x="1861351" y="223427"/>
                </a:lnTo>
                <a:lnTo>
                  <a:pt x="1864413" y="220587"/>
                </a:lnTo>
                <a:lnTo>
                  <a:pt x="1878972" y="217828"/>
                </a:lnTo>
                <a:lnTo>
                  <a:pt x="1887494" y="209926"/>
                </a:lnTo>
                <a:lnTo>
                  <a:pt x="1893531" y="204524"/>
                </a:lnTo>
                <a:lnTo>
                  <a:pt x="1902320" y="196425"/>
                </a:lnTo>
                <a:lnTo>
                  <a:pt x="1908090" y="191077"/>
                </a:lnTo>
                <a:lnTo>
                  <a:pt x="1921645" y="182925"/>
                </a:lnTo>
                <a:lnTo>
                  <a:pt x="1922648" y="181994"/>
                </a:lnTo>
                <a:lnTo>
                  <a:pt x="1937207" y="177411"/>
                </a:lnTo>
                <a:lnTo>
                  <a:pt x="1945821" y="169424"/>
                </a:lnTo>
                <a:lnTo>
                  <a:pt x="1951766" y="164024"/>
                </a:lnTo>
                <a:lnTo>
                  <a:pt x="1960598" y="155924"/>
                </a:lnTo>
                <a:lnTo>
                  <a:pt x="1966325" y="150614"/>
                </a:lnTo>
                <a:lnTo>
                  <a:pt x="1980884" y="144916"/>
                </a:lnTo>
                <a:lnTo>
                  <a:pt x="1983572" y="142423"/>
                </a:lnTo>
                <a:lnTo>
                  <a:pt x="1995443" y="136958"/>
                </a:lnTo>
                <a:lnTo>
                  <a:pt x="2004110" y="128923"/>
                </a:lnTo>
                <a:lnTo>
                  <a:pt x="2010001" y="123524"/>
                </a:lnTo>
                <a:lnTo>
                  <a:pt x="2018906" y="115422"/>
                </a:lnTo>
                <a:lnTo>
                  <a:pt x="2024560" y="110180"/>
                </a:lnTo>
                <a:lnTo>
                  <a:pt x="2039119" y="106809"/>
                </a:lnTo>
                <a:lnTo>
                  <a:pt x="2044389" y="101922"/>
                </a:lnTo>
                <a:lnTo>
                  <a:pt x="2053678" y="96484"/>
                </a:lnTo>
                <a:lnTo>
                  <a:pt x="2062376" y="88421"/>
                </a:lnTo>
                <a:lnTo>
                  <a:pt x="2068237" y="83024"/>
                </a:lnTo>
                <a:lnTo>
                  <a:pt x="2077269" y="74921"/>
                </a:lnTo>
                <a:lnTo>
                  <a:pt x="2082795" y="69797"/>
                </a:lnTo>
                <a:lnTo>
                  <a:pt x="2097354" y="67679"/>
                </a:lnTo>
                <a:lnTo>
                  <a:pt x="2104104" y="61420"/>
                </a:lnTo>
                <a:lnTo>
                  <a:pt x="2111913" y="55998"/>
                </a:lnTo>
                <a:lnTo>
                  <a:pt x="2120631" y="47920"/>
                </a:lnTo>
                <a:lnTo>
                  <a:pt x="2126472" y="42525"/>
                </a:lnTo>
                <a:lnTo>
                  <a:pt x="2135726" y="34419"/>
                </a:lnTo>
                <a:lnTo>
                  <a:pt x="2141030" y="29501"/>
                </a:lnTo>
                <a:lnTo>
                  <a:pt x="2155589" y="27964"/>
                </a:lnTo>
                <a:lnTo>
                  <a:pt x="2163187" y="20919"/>
                </a:lnTo>
                <a:lnTo>
                  <a:pt x="2170148" y="15506"/>
                </a:lnTo>
                <a:lnTo>
                  <a:pt x="2178880" y="7418"/>
                </a:lnTo>
                <a:lnTo>
                  <a:pt x="2184707" y="2027"/>
                </a:lnTo>
                <a:lnTo>
                  <a:pt x="2184707" y="0"/>
                </a:lnTo>
                <a:lnTo>
                  <a:pt x="2176689" y="7418"/>
                </a:lnTo>
                <a:lnTo>
                  <a:pt x="2170148" y="13476"/>
                </a:lnTo>
                <a:lnTo>
                  <a:pt x="2160577" y="20919"/>
                </a:lnTo>
                <a:lnTo>
                  <a:pt x="2155589" y="25543"/>
                </a:lnTo>
                <a:lnTo>
                  <a:pt x="2141030" y="27355"/>
                </a:lnTo>
                <a:lnTo>
                  <a:pt x="2133412" y="34419"/>
                </a:lnTo>
                <a:lnTo>
                  <a:pt x="2126472" y="40498"/>
                </a:lnTo>
                <a:lnTo>
                  <a:pt x="2118437" y="47920"/>
                </a:lnTo>
                <a:lnTo>
                  <a:pt x="2111913" y="53965"/>
                </a:lnTo>
                <a:lnTo>
                  <a:pt x="2101176" y="61420"/>
                </a:lnTo>
                <a:lnTo>
                  <a:pt x="2097354" y="64964"/>
                </a:lnTo>
                <a:lnTo>
                  <a:pt x="2082795" y="67702"/>
                </a:lnTo>
                <a:lnTo>
                  <a:pt x="2075011" y="74921"/>
                </a:lnTo>
                <a:lnTo>
                  <a:pt x="2068237" y="80998"/>
                </a:lnTo>
                <a:lnTo>
                  <a:pt x="2060176" y="88421"/>
                </a:lnTo>
                <a:lnTo>
                  <a:pt x="2053678" y="94445"/>
                </a:lnTo>
                <a:lnTo>
                  <a:pt x="2040906" y="101922"/>
                </a:lnTo>
                <a:lnTo>
                  <a:pt x="2039119" y="103579"/>
                </a:lnTo>
                <a:lnTo>
                  <a:pt x="2024560" y="108116"/>
                </a:lnTo>
                <a:lnTo>
                  <a:pt x="2016680" y="115422"/>
                </a:lnTo>
                <a:lnTo>
                  <a:pt x="2010001" y="121498"/>
                </a:lnTo>
                <a:lnTo>
                  <a:pt x="2001899" y="128923"/>
                </a:lnTo>
                <a:lnTo>
                  <a:pt x="1995443" y="134908"/>
                </a:lnTo>
                <a:lnTo>
                  <a:pt x="1980884" y="140848"/>
                </a:lnTo>
                <a:lnTo>
                  <a:pt x="1979185" y="142423"/>
                </a:lnTo>
                <a:lnTo>
                  <a:pt x="1966325" y="148567"/>
                </a:lnTo>
                <a:lnTo>
                  <a:pt x="1958389" y="155924"/>
                </a:lnTo>
                <a:lnTo>
                  <a:pt x="1951766" y="161998"/>
                </a:lnTo>
                <a:lnTo>
                  <a:pt x="1943591" y="169424"/>
                </a:lnTo>
                <a:lnTo>
                  <a:pt x="1937207" y="175343"/>
                </a:lnTo>
                <a:lnTo>
                  <a:pt x="1922648" y="178852"/>
                </a:lnTo>
                <a:lnTo>
                  <a:pt x="1918256" y="182925"/>
                </a:lnTo>
                <a:lnTo>
                  <a:pt x="1908090" y="189039"/>
                </a:lnTo>
                <a:lnTo>
                  <a:pt x="1900121" y="196425"/>
                </a:lnTo>
                <a:lnTo>
                  <a:pt x="1893531" y="202498"/>
                </a:lnTo>
                <a:lnTo>
                  <a:pt x="1885230" y="209926"/>
                </a:lnTo>
                <a:lnTo>
                  <a:pt x="1878972" y="215728"/>
                </a:lnTo>
                <a:lnTo>
                  <a:pt x="1864413" y="217922"/>
                </a:lnTo>
                <a:lnTo>
                  <a:pt x="1858477" y="223427"/>
                </a:lnTo>
                <a:lnTo>
                  <a:pt x="1849855" y="229524"/>
                </a:lnTo>
                <a:lnTo>
                  <a:pt x="1841865" y="236927"/>
                </a:lnTo>
                <a:lnTo>
                  <a:pt x="1835296" y="242997"/>
                </a:lnTo>
                <a:lnTo>
                  <a:pt x="1826775" y="250428"/>
                </a:lnTo>
                <a:lnTo>
                  <a:pt x="1820737" y="256026"/>
                </a:lnTo>
                <a:lnTo>
                  <a:pt x="1806178" y="257603"/>
                </a:lnTo>
                <a:lnTo>
                  <a:pt x="1799358" y="263928"/>
                </a:lnTo>
                <a:lnTo>
                  <a:pt x="1791620" y="270016"/>
                </a:lnTo>
                <a:lnTo>
                  <a:pt x="1783616" y="277429"/>
                </a:lnTo>
                <a:lnTo>
                  <a:pt x="1777061" y="283494"/>
                </a:lnTo>
                <a:lnTo>
                  <a:pt x="1768157" y="290929"/>
                </a:lnTo>
                <a:lnTo>
                  <a:pt x="1762502" y="296173"/>
                </a:lnTo>
                <a:lnTo>
                  <a:pt x="1747943" y="297635"/>
                </a:lnTo>
                <a:lnTo>
                  <a:pt x="1740616" y="304430"/>
                </a:lnTo>
                <a:lnTo>
                  <a:pt x="1733384" y="310512"/>
                </a:lnTo>
                <a:lnTo>
                  <a:pt x="1725367" y="317930"/>
                </a:lnTo>
                <a:lnTo>
                  <a:pt x="1718826" y="323989"/>
                </a:lnTo>
                <a:lnTo>
                  <a:pt x="1709253" y="331431"/>
                </a:lnTo>
                <a:lnTo>
                  <a:pt x="1704267" y="336055"/>
                </a:lnTo>
                <a:lnTo>
                  <a:pt x="1689708" y="337867"/>
                </a:lnTo>
                <a:lnTo>
                  <a:pt x="1682090" y="344931"/>
                </a:lnTo>
                <a:lnTo>
                  <a:pt x="1675149" y="351011"/>
                </a:lnTo>
                <a:lnTo>
                  <a:pt x="1667115" y="358432"/>
                </a:lnTo>
                <a:lnTo>
                  <a:pt x="1660590" y="364478"/>
                </a:lnTo>
                <a:lnTo>
                  <a:pt x="1649851" y="371932"/>
                </a:lnTo>
                <a:lnTo>
                  <a:pt x="1646032" y="375475"/>
                </a:lnTo>
                <a:lnTo>
                  <a:pt x="1631473" y="378215"/>
                </a:lnTo>
                <a:lnTo>
                  <a:pt x="1623688" y="385433"/>
                </a:lnTo>
                <a:lnTo>
                  <a:pt x="1616914" y="391510"/>
                </a:lnTo>
                <a:lnTo>
                  <a:pt x="1608854" y="398934"/>
                </a:lnTo>
                <a:lnTo>
                  <a:pt x="1602355" y="404957"/>
                </a:lnTo>
                <a:lnTo>
                  <a:pt x="1589581" y="412434"/>
                </a:lnTo>
                <a:lnTo>
                  <a:pt x="1587797" y="414088"/>
                </a:lnTo>
                <a:lnTo>
                  <a:pt x="1573238" y="418628"/>
                </a:lnTo>
                <a:lnTo>
                  <a:pt x="1565357" y="425935"/>
                </a:lnTo>
                <a:lnTo>
                  <a:pt x="1558679" y="432010"/>
                </a:lnTo>
                <a:lnTo>
                  <a:pt x="1550576" y="439435"/>
                </a:lnTo>
                <a:lnTo>
                  <a:pt x="1544120" y="445421"/>
                </a:lnTo>
                <a:lnTo>
                  <a:pt x="1529561" y="451357"/>
                </a:lnTo>
                <a:lnTo>
                  <a:pt x="1527859" y="452936"/>
                </a:lnTo>
                <a:lnTo>
                  <a:pt x="1515003" y="459079"/>
                </a:lnTo>
                <a:lnTo>
                  <a:pt x="1507067" y="466436"/>
                </a:lnTo>
                <a:lnTo>
                  <a:pt x="1500444" y="472510"/>
                </a:lnTo>
                <a:lnTo>
                  <a:pt x="1492269" y="479937"/>
                </a:lnTo>
                <a:lnTo>
                  <a:pt x="1485885" y="485855"/>
                </a:lnTo>
                <a:lnTo>
                  <a:pt x="1471326" y="489362"/>
                </a:lnTo>
                <a:lnTo>
                  <a:pt x="1466931" y="493437"/>
                </a:lnTo>
                <a:lnTo>
                  <a:pt x="1456767" y="499551"/>
                </a:lnTo>
                <a:lnTo>
                  <a:pt x="1448799" y="506938"/>
                </a:lnTo>
                <a:lnTo>
                  <a:pt x="1442209" y="513010"/>
                </a:lnTo>
                <a:lnTo>
                  <a:pt x="1433907" y="520438"/>
                </a:lnTo>
                <a:lnTo>
                  <a:pt x="1427650" y="526240"/>
                </a:lnTo>
                <a:lnTo>
                  <a:pt x="1413091" y="528433"/>
                </a:lnTo>
                <a:lnTo>
                  <a:pt x="1407153" y="533939"/>
                </a:lnTo>
                <a:lnTo>
                  <a:pt x="1398532" y="540019"/>
                </a:lnTo>
                <a:lnTo>
                  <a:pt x="1390475" y="547439"/>
                </a:lnTo>
                <a:lnTo>
                  <a:pt x="1383973" y="553463"/>
                </a:lnTo>
                <a:lnTo>
                  <a:pt x="1369415" y="554441"/>
                </a:lnTo>
                <a:lnTo>
                  <a:pt x="1362406" y="560940"/>
                </a:lnTo>
                <a:lnTo>
                  <a:pt x="1354856" y="567016"/>
                </a:lnTo>
                <a:lnTo>
                  <a:pt x="1346544" y="574440"/>
                </a:lnTo>
                <a:lnTo>
                  <a:pt x="1340297" y="580232"/>
                </a:lnTo>
                <a:lnTo>
                  <a:pt x="1325738" y="580629"/>
                </a:lnTo>
                <a:lnTo>
                  <a:pt x="1317849" y="587941"/>
                </a:lnTo>
                <a:lnTo>
                  <a:pt x="1311180" y="594012"/>
                </a:lnTo>
                <a:lnTo>
                  <a:pt x="1296621" y="600307"/>
                </a:lnTo>
                <a:lnTo>
                  <a:pt x="1295398" y="601442"/>
                </a:lnTo>
                <a:lnTo>
                  <a:pt x="1282062" y="607520"/>
                </a:lnTo>
                <a:lnTo>
                  <a:pt x="1273919" y="614942"/>
                </a:lnTo>
                <a:lnTo>
                  <a:pt x="1267503" y="620888"/>
                </a:lnTo>
                <a:lnTo>
                  <a:pt x="1252945" y="621203"/>
                </a:lnTo>
                <a:lnTo>
                  <a:pt x="1245135" y="628443"/>
                </a:lnTo>
                <a:lnTo>
                  <a:pt x="1238386" y="634516"/>
                </a:lnTo>
                <a:lnTo>
                  <a:pt x="1225675" y="641943"/>
                </a:lnTo>
                <a:lnTo>
                  <a:pt x="1223827" y="643657"/>
                </a:lnTo>
                <a:lnTo>
                  <a:pt x="1209268" y="648024"/>
                </a:lnTo>
                <a:lnTo>
                  <a:pt x="1201182" y="655444"/>
                </a:lnTo>
                <a:lnTo>
                  <a:pt x="1194709" y="661440"/>
                </a:lnTo>
                <a:lnTo>
                  <a:pt x="1180150" y="661825"/>
                </a:lnTo>
                <a:lnTo>
                  <a:pt x="1172472" y="668944"/>
                </a:lnTo>
                <a:lnTo>
                  <a:pt x="1165592" y="675018"/>
                </a:lnTo>
                <a:lnTo>
                  <a:pt x="1154723" y="682445"/>
                </a:lnTo>
                <a:lnTo>
                  <a:pt x="1151033" y="685867"/>
                </a:lnTo>
                <a:lnTo>
                  <a:pt x="1136474" y="688529"/>
                </a:lnTo>
                <a:lnTo>
                  <a:pt x="1128425" y="695945"/>
                </a:lnTo>
                <a:lnTo>
                  <a:pt x="1121915" y="701973"/>
                </a:lnTo>
                <a:lnTo>
                  <a:pt x="1107356" y="702524"/>
                </a:lnTo>
                <a:lnTo>
                  <a:pt x="1099891" y="709446"/>
                </a:lnTo>
                <a:lnTo>
                  <a:pt x="1092798" y="715520"/>
                </a:lnTo>
                <a:lnTo>
                  <a:pt x="1083050" y="722946"/>
                </a:lnTo>
                <a:lnTo>
                  <a:pt x="1078239" y="727408"/>
                </a:lnTo>
                <a:lnTo>
                  <a:pt x="1063680" y="729037"/>
                </a:lnTo>
                <a:lnTo>
                  <a:pt x="1055658" y="736447"/>
                </a:lnTo>
                <a:lnTo>
                  <a:pt x="1049121" y="742493"/>
                </a:lnTo>
                <a:lnTo>
                  <a:pt x="1034563" y="743350"/>
                </a:lnTo>
                <a:lnTo>
                  <a:pt x="1027447" y="749947"/>
                </a:lnTo>
                <a:lnTo>
                  <a:pt x="1020004" y="756023"/>
                </a:lnTo>
                <a:lnTo>
                  <a:pt x="1010938" y="763448"/>
                </a:lnTo>
                <a:lnTo>
                  <a:pt x="1005445" y="768541"/>
                </a:lnTo>
                <a:lnTo>
                  <a:pt x="990886" y="769548"/>
                </a:lnTo>
                <a:lnTo>
                  <a:pt x="982886" y="776949"/>
                </a:lnTo>
                <a:lnTo>
                  <a:pt x="976327" y="783006"/>
                </a:lnTo>
                <a:lnTo>
                  <a:pt x="961769" y="784384"/>
                </a:lnTo>
                <a:lnTo>
                  <a:pt x="955228" y="790449"/>
                </a:lnTo>
                <a:lnTo>
                  <a:pt x="947210" y="796525"/>
                </a:lnTo>
                <a:lnTo>
                  <a:pt x="938559" y="803950"/>
                </a:lnTo>
                <a:lnTo>
                  <a:pt x="932651" y="809428"/>
                </a:lnTo>
                <a:lnTo>
                  <a:pt x="918092" y="810065"/>
                </a:lnTo>
                <a:lnTo>
                  <a:pt x="910117" y="817450"/>
                </a:lnTo>
                <a:lnTo>
                  <a:pt x="903533" y="823515"/>
                </a:lnTo>
                <a:lnTo>
                  <a:pt x="888975" y="825762"/>
                </a:lnTo>
                <a:lnTo>
                  <a:pt x="883379" y="830951"/>
                </a:lnTo>
                <a:lnTo>
                  <a:pt x="874416" y="837027"/>
                </a:lnTo>
                <a:lnTo>
                  <a:pt x="866018" y="844451"/>
                </a:lnTo>
                <a:lnTo>
                  <a:pt x="859857" y="850163"/>
                </a:lnTo>
                <a:lnTo>
                  <a:pt x="845298" y="850593"/>
                </a:lnTo>
                <a:lnTo>
                  <a:pt x="837355" y="857952"/>
                </a:lnTo>
                <a:lnTo>
                  <a:pt x="830740" y="864021"/>
                </a:lnTo>
                <a:lnTo>
                  <a:pt x="816181" y="867703"/>
                </a:lnTo>
                <a:lnTo>
                  <a:pt x="812138" y="871452"/>
                </a:lnTo>
                <a:lnTo>
                  <a:pt x="801622" y="877529"/>
                </a:lnTo>
                <a:lnTo>
                  <a:pt x="788880" y="884953"/>
                </a:lnTo>
                <a:lnTo>
                  <a:pt x="787063" y="886637"/>
                </a:lnTo>
                <a:lnTo>
                  <a:pt x="785116" y="884953"/>
                </a:lnTo>
                <a:lnTo>
                  <a:pt x="772505" y="877346"/>
                </a:lnTo>
                <a:lnTo>
                  <a:pt x="763564" y="871452"/>
                </a:lnTo>
                <a:lnTo>
                  <a:pt x="757946" y="866623"/>
                </a:lnTo>
                <a:lnTo>
                  <a:pt x="743387" y="862354"/>
                </a:lnTo>
                <a:lnTo>
                  <a:pt x="738044" y="857952"/>
                </a:lnTo>
                <a:lnTo>
                  <a:pt x="728828" y="851026"/>
                </a:lnTo>
                <a:lnTo>
                  <a:pt x="715113" y="844451"/>
                </a:lnTo>
                <a:lnTo>
                  <a:pt x="714269" y="843703"/>
                </a:lnTo>
                <a:lnTo>
                  <a:pt x="699711" y="836510"/>
                </a:lnTo>
                <a:lnTo>
                  <a:pt x="692057" y="830951"/>
                </a:lnTo>
                <a:lnTo>
                  <a:pt x="685152" y="825172"/>
                </a:lnTo>
                <a:lnTo>
                  <a:pt x="670593" y="820893"/>
                </a:lnTo>
                <a:lnTo>
                  <a:pt x="666545" y="817450"/>
                </a:lnTo>
                <a:lnTo>
                  <a:pt x="656034" y="810192"/>
                </a:lnTo>
                <a:lnTo>
                  <a:pt x="649410" y="803950"/>
                </a:lnTo>
                <a:lnTo>
                  <a:pt x="641475" y="795526"/>
                </a:lnTo>
                <a:lnTo>
                  <a:pt x="636278" y="790449"/>
                </a:lnTo>
                <a:lnTo>
                  <a:pt x="627856" y="776949"/>
                </a:lnTo>
                <a:lnTo>
                  <a:pt x="626917" y="776064"/>
                </a:lnTo>
                <a:lnTo>
                  <a:pt x="619087" y="763448"/>
                </a:lnTo>
                <a:lnTo>
                  <a:pt x="612358" y="756915"/>
                </a:lnTo>
                <a:lnTo>
                  <a:pt x="605936" y="749947"/>
                </a:lnTo>
                <a:lnTo>
                  <a:pt x="597799" y="740862"/>
                </a:lnTo>
                <a:lnTo>
                  <a:pt x="593221" y="736447"/>
                </a:lnTo>
                <a:lnTo>
                  <a:pt x="586286" y="722946"/>
                </a:lnTo>
                <a:lnTo>
                  <a:pt x="583240" y="720069"/>
                </a:lnTo>
                <a:lnTo>
                  <a:pt x="575843" y="709446"/>
                </a:lnTo>
                <a:lnTo>
                  <a:pt x="568681" y="702385"/>
                </a:lnTo>
                <a:lnTo>
                  <a:pt x="562500" y="695945"/>
                </a:lnTo>
                <a:lnTo>
                  <a:pt x="554123" y="685992"/>
                </a:lnTo>
                <a:lnTo>
                  <a:pt x="550411" y="682445"/>
                </a:lnTo>
                <a:lnTo>
                  <a:pt x="544096" y="668944"/>
                </a:lnTo>
                <a:lnTo>
                  <a:pt x="539564" y="664644"/>
                </a:lnTo>
                <a:lnTo>
                  <a:pt x="532494" y="655444"/>
                </a:lnTo>
                <a:lnTo>
                  <a:pt x="525005" y="647902"/>
                </a:lnTo>
                <a:lnTo>
                  <a:pt x="519109" y="641943"/>
                </a:lnTo>
                <a:lnTo>
                  <a:pt x="510446" y="630808"/>
                </a:lnTo>
                <a:lnTo>
                  <a:pt x="507955" y="628443"/>
                </a:lnTo>
                <a:lnTo>
                  <a:pt x="501471" y="614942"/>
                </a:lnTo>
                <a:lnTo>
                  <a:pt x="495888" y="609611"/>
                </a:lnTo>
                <a:lnTo>
                  <a:pt x="489079" y="601442"/>
                </a:lnTo>
                <a:lnTo>
                  <a:pt x="481329" y="593406"/>
                </a:lnTo>
                <a:lnTo>
                  <a:pt x="475799" y="587941"/>
                </a:lnTo>
                <a:lnTo>
                  <a:pt x="466770" y="575162"/>
                </a:lnTo>
                <a:lnTo>
                  <a:pt x="466007" y="574440"/>
                </a:lnTo>
                <a:lnTo>
                  <a:pt x="458543" y="560940"/>
                </a:lnTo>
                <a:lnTo>
                  <a:pt x="452211" y="554842"/>
                </a:lnTo>
                <a:lnTo>
                  <a:pt x="444971" y="547439"/>
                </a:lnTo>
                <a:lnTo>
                  <a:pt x="437652" y="540491"/>
                </a:lnTo>
                <a:lnTo>
                  <a:pt x="430794" y="533939"/>
                </a:lnTo>
                <a:lnTo>
                  <a:pt x="423093" y="526680"/>
                </a:lnTo>
                <a:lnTo>
                  <a:pt x="416526" y="520438"/>
                </a:lnTo>
                <a:lnTo>
                  <a:pt x="408535" y="512878"/>
                </a:lnTo>
                <a:lnTo>
                  <a:pt x="402256" y="506938"/>
                </a:lnTo>
                <a:lnTo>
                  <a:pt x="393976" y="499070"/>
                </a:lnTo>
                <a:lnTo>
                  <a:pt x="388002" y="493437"/>
                </a:lnTo>
                <a:lnTo>
                  <a:pt x="379417" y="485238"/>
                </a:lnTo>
                <a:lnTo>
                  <a:pt x="373778" y="479937"/>
                </a:lnTo>
                <a:lnTo>
                  <a:pt x="364858" y="471364"/>
                </a:lnTo>
                <a:lnTo>
                  <a:pt x="359604" y="466436"/>
                </a:lnTo>
                <a:lnTo>
                  <a:pt x="350300" y="457427"/>
                </a:lnTo>
                <a:lnTo>
                  <a:pt x="345501" y="452936"/>
                </a:lnTo>
                <a:lnTo>
                  <a:pt x="335741" y="443404"/>
                </a:lnTo>
                <a:lnTo>
                  <a:pt x="331495" y="439435"/>
                </a:lnTo>
                <a:lnTo>
                  <a:pt x="321182" y="429265"/>
                </a:lnTo>
                <a:lnTo>
                  <a:pt x="317614" y="425935"/>
                </a:lnTo>
                <a:lnTo>
                  <a:pt x="306623" y="414975"/>
                </a:lnTo>
                <a:lnTo>
                  <a:pt x="303898" y="412434"/>
                </a:lnTo>
                <a:lnTo>
                  <a:pt x="292064" y="400492"/>
                </a:lnTo>
                <a:lnTo>
                  <a:pt x="290392" y="398934"/>
                </a:lnTo>
                <a:lnTo>
                  <a:pt x="277506" y="385759"/>
                </a:lnTo>
                <a:lnTo>
                  <a:pt x="277155" y="385433"/>
                </a:lnTo>
                <a:lnTo>
                  <a:pt x="264286" y="371932"/>
                </a:lnTo>
                <a:lnTo>
                  <a:pt x="262947" y="370686"/>
                </a:lnTo>
                <a:lnTo>
                  <a:pt x="251149" y="358432"/>
                </a:lnTo>
                <a:lnTo>
                  <a:pt x="248388" y="355861"/>
                </a:lnTo>
                <a:lnTo>
                  <a:pt x="237721" y="344931"/>
                </a:lnTo>
                <a:lnTo>
                  <a:pt x="233829" y="341305"/>
                </a:lnTo>
                <a:lnTo>
                  <a:pt x="224067" y="331431"/>
                </a:lnTo>
                <a:lnTo>
                  <a:pt x="219271" y="326959"/>
                </a:lnTo>
                <a:lnTo>
                  <a:pt x="210234" y="317930"/>
                </a:lnTo>
                <a:lnTo>
                  <a:pt x="204712" y="312776"/>
                </a:lnTo>
                <a:lnTo>
                  <a:pt x="196264" y="304430"/>
                </a:lnTo>
                <a:lnTo>
                  <a:pt x="190153" y="298719"/>
                </a:lnTo>
                <a:lnTo>
                  <a:pt x="182189" y="290929"/>
                </a:lnTo>
                <a:lnTo>
                  <a:pt x="175594" y="284758"/>
                </a:lnTo>
                <a:lnTo>
                  <a:pt x="168035" y="277429"/>
                </a:lnTo>
                <a:lnTo>
                  <a:pt x="161035" y="270866"/>
                </a:lnTo>
                <a:lnTo>
                  <a:pt x="153825" y="263928"/>
                </a:lnTo>
                <a:lnTo>
                  <a:pt x="146477" y="257023"/>
                </a:lnTo>
                <a:lnTo>
                  <a:pt x="139578" y="250428"/>
                </a:lnTo>
                <a:lnTo>
                  <a:pt x="131918" y="243209"/>
                </a:lnTo>
                <a:lnTo>
                  <a:pt x="125312" y="236927"/>
                </a:lnTo>
                <a:lnTo>
                  <a:pt x="117359" y="229407"/>
                </a:lnTo>
                <a:lnTo>
                  <a:pt x="111038" y="223427"/>
                </a:lnTo>
                <a:lnTo>
                  <a:pt x="102800" y="215605"/>
                </a:lnTo>
                <a:lnTo>
                  <a:pt x="96767" y="209926"/>
                </a:lnTo>
                <a:lnTo>
                  <a:pt x="88241" y="201791"/>
                </a:lnTo>
                <a:lnTo>
                  <a:pt x="82489" y="196425"/>
                </a:lnTo>
                <a:lnTo>
                  <a:pt x="73683" y="188018"/>
                </a:lnTo>
                <a:lnTo>
                  <a:pt x="68221" y="182925"/>
                </a:lnTo>
                <a:lnTo>
                  <a:pt x="59124" y="174369"/>
                </a:lnTo>
                <a:lnTo>
                  <a:pt x="53819" y="169424"/>
                </a:lnTo>
                <a:lnTo>
                  <a:pt x="44565" y="160712"/>
                </a:lnTo>
                <a:lnTo>
                  <a:pt x="39426" y="155924"/>
                </a:lnTo>
                <a:lnTo>
                  <a:pt x="30006" y="147046"/>
                </a:lnTo>
                <a:lnTo>
                  <a:pt x="24764" y="142423"/>
                </a:lnTo>
                <a:lnTo>
                  <a:pt x="15447" y="133624"/>
                </a:lnTo>
                <a:lnTo>
                  <a:pt x="889" y="139249"/>
                </a:lnTo>
                <a:lnTo>
                  <a:pt x="0" y="142423"/>
                </a:lnTo>
                <a:lnTo>
                  <a:pt x="215" y="155924"/>
                </a:lnTo>
                <a:lnTo>
                  <a:pt x="889" y="164380"/>
                </a:lnTo>
                <a:lnTo>
                  <a:pt x="1240" y="169424"/>
                </a:lnTo>
                <a:lnTo>
                  <a:pt x="2062" y="182925"/>
                </a:lnTo>
                <a:lnTo>
                  <a:pt x="2766" y="196425"/>
                </a:lnTo>
                <a:lnTo>
                  <a:pt x="3395" y="209926"/>
                </a:lnTo>
                <a:lnTo>
                  <a:pt x="3947" y="223427"/>
                </a:lnTo>
                <a:lnTo>
                  <a:pt x="4431" y="236927"/>
                </a:lnTo>
                <a:lnTo>
                  <a:pt x="4858" y="250428"/>
                </a:lnTo>
                <a:lnTo>
                  <a:pt x="5236" y="263928"/>
                </a:lnTo>
                <a:lnTo>
                  <a:pt x="5571" y="277429"/>
                </a:lnTo>
                <a:lnTo>
                  <a:pt x="5871" y="290929"/>
                </a:lnTo>
                <a:lnTo>
                  <a:pt x="6141" y="304430"/>
                </a:lnTo>
                <a:lnTo>
                  <a:pt x="6386" y="317930"/>
                </a:lnTo>
                <a:lnTo>
                  <a:pt x="6612" y="331431"/>
                </a:lnTo>
                <a:lnTo>
                  <a:pt x="6821" y="344931"/>
                </a:lnTo>
                <a:lnTo>
                  <a:pt x="7019" y="358432"/>
                </a:lnTo>
                <a:lnTo>
                  <a:pt x="6920" y="371932"/>
                </a:lnTo>
                <a:lnTo>
                  <a:pt x="7342" y="385433"/>
                </a:lnTo>
                <a:lnTo>
                  <a:pt x="8183" y="398934"/>
                </a:lnTo>
                <a:lnTo>
                  <a:pt x="13570" y="412434"/>
                </a:lnTo>
                <a:lnTo>
                  <a:pt x="15447" y="414788"/>
                </a:lnTo>
                <a:lnTo>
                  <a:pt x="20786" y="425935"/>
                </a:lnTo>
                <a:lnTo>
                  <a:pt x="22265" y="439435"/>
                </a:lnTo>
                <a:lnTo>
                  <a:pt x="25534" y="452936"/>
                </a:lnTo>
                <a:lnTo>
                  <a:pt x="30006" y="459087"/>
                </a:lnTo>
                <a:lnTo>
                  <a:pt x="34407" y="466436"/>
                </a:lnTo>
                <a:lnTo>
                  <a:pt x="36477" y="479937"/>
                </a:lnTo>
                <a:lnTo>
                  <a:pt x="38575" y="493437"/>
                </a:lnTo>
                <a:lnTo>
                  <a:pt x="44565" y="502927"/>
                </a:lnTo>
                <a:lnTo>
                  <a:pt x="47379" y="506938"/>
                </a:lnTo>
                <a:lnTo>
                  <a:pt x="50690" y="520438"/>
                </a:lnTo>
                <a:lnTo>
                  <a:pt x="52205" y="533939"/>
                </a:lnTo>
                <a:lnTo>
                  <a:pt x="59124" y="547324"/>
                </a:lnTo>
                <a:lnTo>
                  <a:pt x="59214" y="547439"/>
                </a:lnTo>
                <a:lnTo>
                  <a:pt x="64788" y="560940"/>
                </a:lnTo>
                <a:lnTo>
                  <a:pt x="66156" y="574440"/>
                </a:lnTo>
                <a:lnTo>
                  <a:pt x="70369" y="587941"/>
                </a:lnTo>
                <a:lnTo>
                  <a:pt x="73683" y="592265"/>
                </a:lnTo>
                <a:lnTo>
                  <a:pt x="78625" y="601442"/>
                </a:lnTo>
                <a:lnTo>
                  <a:pt x="80322" y="614942"/>
                </a:lnTo>
                <a:lnTo>
                  <a:pt x="82931" y="628443"/>
                </a:lnTo>
                <a:lnTo>
                  <a:pt x="88241" y="636212"/>
                </a:lnTo>
                <a:lnTo>
                  <a:pt x="91976" y="641943"/>
                </a:lnTo>
                <a:lnTo>
                  <a:pt x="94550" y="655444"/>
                </a:lnTo>
                <a:lnTo>
                  <a:pt x="96315" y="668944"/>
                </a:lnTo>
                <a:lnTo>
                  <a:pt x="102800" y="680192"/>
                </a:lnTo>
                <a:lnTo>
                  <a:pt x="104472" y="682445"/>
                </a:lnTo>
                <a:lnTo>
                  <a:pt x="108723" y="695945"/>
                </a:lnTo>
                <a:lnTo>
                  <a:pt x="110100" y="709446"/>
                </a:lnTo>
                <a:lnTo>
                  <a:pt x="115575" y="722946"/>
                </a:lnTo>
                <a:lnTo>
                  <a:pt x="117359" y="725180"/>
                </a:lnTo>
                <a:lnTo>
                  <a:pt x="122716" y="736447"/>
                </a:lnTo>
                <a:lnTo>
                  <a:pt x="124181" y="749947"/>
                </a:lnTo>
                <a:lnTo>
                  <a:pt x="127500" y="763448"/>
                </a:lnTo>
                <a:lnTo>
                  <a:pt x="131918" y="769506"/>
                </a:lnTo>
                <a:lnTo>
                  <a:pt x="136351" y="776949"/>
                </a:lnTo>
                <a:lnTo>
                  <a:pt x="138394" y="790449"/>
                </a:lnTo>
                <a:lnTo>
                  <a:pt x="140519" y="803950"/>
                </a:lnTo>
                <a:lnTo>
                  <a:pt x="146477" y="813344"/>
                </a:lnTo>
                <a:lnTo>
                  <a:pt x="149346" y="817450"/>
                </a:lnTo>
                <a:lnTo>
                  <a:pt x="152611" y="830951"/>
                </a:lnTo>
                <a:lnTo>
                  <a:pt x="154123" y="844451"/>
                </a:lnTo>
                <a:lnTo>
                  <a:pt x="161035" y="857714"/>
                </a:lnTo>
                <a:lnTo>
                  <a:pt x="161222" y="857952"/>
                </a:lnTo>
                <a:lnTo>
                  <a:pt x="166714" y="871452"/>
                </a:lnTo>
                <a:lnTo>
                  <a:pt x="168073" y="884953"/>
                </a:lnTo>
                <a:lnTo>
                  <a:pt x="172352" y="898453"/>
                </a:lnTo>
                <a:lnTo>
                  <a:pt x="175594" y="902673"/>
                </a:lnTo>
                <a:lnTo>
                  <a:pt x="180561" y="911954"/>
                </a:lnTo>
                <a:lnTo>
                  <a:pt x="182238" y="925454"/>
                </a:lnTo>
                <a:lnTo>
                  <a:pt x="184885" y="938955"/>
                </a:lnTo>
                <a:lnTo>
                  <a:pt x="190153" y="946633"/>
                </a:lnTo>
                <a:lnTo>
                  <a:pt x="193930" y="952455"/>
                </a:lnTo>
                <a:lnTo>
                  <a:pt x="196468" y="965956"/>
                </a:lnTo>
                <a:lnTo>
                  <a:pt x="198251" y="979457"/>
                </a:lnTo>
                <a:lnTo>
                  <a:pt x="204712" y="990600"/>
                </a:lnTo>
                <a:lnTo>
                  <a:pt x="206457" y="992957"/>
                </a:lnTo>
                <a:lnTo>
                  <a:pt x="210646" y="1006458"/>
                </a:lnTo>
                <a:lnTo>
                  <a:pt x="212018" y="1019958"/>
                </a:lnTo>
                <a:lnTo>
                  <a:pt x="217580" y="1033459"/>
                </a:lnTo>
                <a:lnTo>
                  <a:pt x="219271" y="1035570"/>
                </a:lnTo>
                <a:lnTo>
                  <a:pt x="224646" y="1046959"/>
                </a:lnTo>
                <a:lnTo>
                  <a:pt x="226098" y="1060460"/>
                </a:lnTo>
                <a:lnTo>
                  <a:pt x="229467" y="1073960"/>
                </a:lnTo>
                <a:lnTo>
                  <a:pt x="233829" y="1079924"/>
                </a:lnTo>
                <a:lnTo>
                  <a:pt x="238295" y="1087461"/>
                </a:lnTo>
                <a:lnTo>
                  <a:pt x="240311" y="1100961"/>
                </a:lnTo>
                <a:lnTo>
                  <a:pt x="242463" y="1114462"/>
                </a:lnTo>
                <a:lnTo>
                  <a:pt x="248388" y="1123763"/>
                </a:lnTo>
                <a:lnTo>
                  <a:pt x="251312" y="1127962"/>
                </a:lnTo>
                <a:lnTo>
                  <a:pt x="254531" y="1141463"/>
                </a:lnTo>
                <a:lnTo>
                  <a:pt x="256042" y="1154963"/>
                </a:lnTo>
                <a:lnTo>
                  <a:pt x="262947" y="1168106"/>
                </a:lnTo>
                <a:lnTo>
                  <a:pt x="263229" y="1168464"/>
                </a:lnTo>
                <a:lnTo>
                  <a:pt x="268640" y="1181965"/>
                </a:lnTo>
                <a:lnTo>
                  <a:pt x="269990" y="1195465"/>
                </a:lnTo>
                <a:lnTo>
                  <a:pt x="274336" y="1208966"/>
                </a:lnTo>
                <a:lnTo>
                  <a:pt x="277506" y="1213081"/>
                </a:lnTo>
                <a:lnTo>
                  <a:pt x="282497" y="1222466"/>
                </a:lnTo>
                <a:lnTo>
                  <a:pt x="284155" y="1235967"/>
                </a:lnTo>
                <a:lnTo>
                  <a:pt x="286839" y="1249467"/>
                </a:lnTo>
                <a:lnTo>
                  <a:pt x="292064" y="1257055"/>
                </a:lnTo>
                <a:lnTo>
                  <a:pt x="295883" y="1262968"/>
                </a:lnTo>
                <a:lnTo>
                  <a:pt x="298387" y="1276468"/>
                </a:lnTo>
                <a:lnTo>
                  <a:pt x="300180" y="1289969"/>
                </a:lnTo>
                <a:lnTo>
                  <a:pt x="306623" y="1301012"/>
                </a:lnTo>
                <a:lnTo>
                  <a:pt x="308440" y="1303469"/>
                </a:lnTo>
                <a:lnTo>
                  <a:pt x="312568" y="1316970"/>
                </a:lnTo>
                <a:lnTo>
                  <a:pt x="313935" y="1330470"/>
                </a:lnTo>
                <a:lnTo>
                  <a:pt x="319588" y="1343971"/>
                </a:lnTo>
                <a:lnTo>
                  <a:pt x="321182" y="1345958"/>
                </a:lnTo>
                <a:lnTo>
                  <a:pt x="326576" y="1357472"/>
                </a:lnTo>
                <a:lnTo>
                  <a:pt x="328014" y="1370972"/>
                </a:lnTo>
                <a:lnTo>
                  <a:pt x="327707" y="1384473"/>
                </a:lnTo>
                <a:lnTo>
                  <a:pt x="321182" y="1391598"/>
                </a:lnTo>
                <a:lnTo>
                  <a:pt x="314334" y="1397973"/>
                </a:lnTo>
                <a:lnTo>
                  <a:pt x="313173" y="1411474"/>
                </a:lnTo>
                <a:lnTo>
                  <a:pt x="306623" y="1418766"/>
                </a:lnTo>
                <a:lnTo>
                  <a:pt x="299930" y="1424974"/>
                </a:lnTo>
                <a:lnTo>
                  <a:pt x="298614" y="1438475"/>
                </a:lnTo>
                <a:lnTo>
                  <a:pt x="292064" y="1445929"/>
                </a:lnTo>
                <a:lnTo>
                  <a:pt x="285547" y="1451975"/>
                </a:lnTo>
                <a:lnTo>
                  <a:pt x="284056" y="1465476"/>
                </a:lnTo>
                <a:lnTo>
                  <a:pt x="277506" y="1473115"/>
                </a:lnTo>
                <a:lnTo>
                  <a:pt x="271186" y="1478976"/>
                </a:lnTo>
                <a:lnTo>
                  <a:pt x="269497" y="1492477"/>
                </a:lnTo>
                <a:lnTo>
                  <a:pt x="262947" y="1500325"/>
                </a:lnTo>
                <a:lnTo>
                  <a:pt x="256853" y="1505977"/>
                </a:lnTo>
                <a:lnTo>
                  <a:pt x="254938" y="1519478"/>
                </a:lnTo>
                <a:lnTo>
                  <a:pt x="248388" y="1527563"/>
                </a:lnTo>
                <a:lnTo>
                  <a:pt x="242549" y="1532978"/>
                </a:lnTo>
                <a:lnTo>
                  <a:pt x="240380" y="1546479"/>
                </a:lnTo>
                <a:lnTo>
                  <a:pt x="233829" y="1554916"/>
                </a:lnTo>
                <a:lnTo>
                  <a:pt x="228370" y="1559980"/>
                </a:lnTo>
                <a:lnTo>
                  <a:pt x="225821" y="1573480"/>
                </a:lnTo>
                <a:lnTo>
                  <a:pt x="219271" y="1582334"/>
                </a:lnTo>
                <a:lnTo>
                  <a:pt x="214260" y="1586981"/>
                </a:lnTo>
                <a:lnTo>
                  <a:pt x="211262" y="1600481"/>
                </a:lnTo>
                <a:lnTo>
                  <a:pt x="204712" y="1609825"/>
                </a:lnTo>
                <a:lnTo>
                  <a:pt x="200230" y="1613982"/>
                </a:lnTo>
                <a:lnTo>
                  <a:pt x="196704" y="1627482"/>
                </a:lnTo>
                <a:lnTo>
                  <a:pt x="190153" y="1637402"/>
                </a:lnTo>
                <a:lnTo>
                  <a:pt x="186292" y="1640983"/>
                </a:lnTo>
                <a:lnTo>
                  <a:pt x="182145" y="1654483"/>
                </a:lnTo>
                <a:lnTo>
                  <a:pt x="175594" y="1665080"/>
                </a:lnTo>
                <a:lnTo>
                  <a:pt x="172463" y="1667984"/>
                </a:lnTo>
                <a:lnTo>
                  <a:pt x="167587" y="1681484"/>
                </a:lnTo>
                <a:lnTo>
                  <a:pt x="161035" y="1692878"/>
                </a:lnTo>
                <a:lnTo>
                  <a:pt x="158764" y="1694985"/>
                </a:lnTo>
                <a:lnTo>
                  <a:pt x="153028" y="1708485"/>
                </a:lnTo>
                <a:lnTo>
                  <a:pt x="146477" y="1720817"/>
                </a:lnTo>
                <a:lnTo>
                  <a:pt x="145216" y="1721986"/>
                </a:lnTo>
                <a:lnTo>
                  <a:pt x="138469" y="1735487"/>
                </a:lnTo>
                <a:lnTo>
                  <a:pt x="131918" y="1748920"/>
                </a:lnTo>
                <a:lnTo>
                  <a:pt x="131846" y="1748987"/>
                </a:lnTo>
                <a:lnTo>
                  <a:pt x="123911" y="1762488"/>
                </a:lnTo>
                <a:lnTo>
                  <a:pt x="118290" y="1775988"/>
                </a:lnTo>
                <a:lnTo>
                  <a:pt x="117359" y="1776851"/>
                </a:lnTo>
                <a:lnTo>
                  <a:pt x="109352" y="1789489"/>
                </a:lnTo>
                <a:lnTo>
                  <a:pt x="104573" y="1802989"/>
                </a:lnTo>
                <a:lnTo>
                  <a:pt x="102800" y="1804633"/>
                </a:lnTo>
                <a:lnTo>
                  <a:pt x="94793" y="1816490"/>
                </a:lnTo>
                <a:lnTo>
                  <a:pt x="90730" y="1829990"/>
                </a:lnTo>
                <a:lnTo>
                  <a:pt x="88241" y="1832298"/>
                </a:lnTo>
                <a:lnTo>
                  <a:pt x="80235" y="1843491"/>
                </a:lnTo>
                <a:lnTo>
                  <a:pt x="76780" y="1856991"/>
                </a:lnTo>
                <a:lnTo>
                  <a:pt x="73683" y="1859864"/>
                </a:lnTo>
                <a:lnTo>
                  <a:pt x="65676" y="1870492"/>
                </a:lnTo>
                <a:lnTo>
                  <a:pt x="62738" y="1883992"/>
                </a:lnTo>
                <a:lnTo>
                  <a:pt x="59124" y="1887345"/>
                </a:lnTo>
                <a:lnTo>
                  <a:pt x="51117" y="1897493"/>
                </a:lnTo>
                <a:lnTo>
                  <a:pt x="53301" y="1897493"/>
                </a:lnTo>
                <a:lnTo>
                  <a:pt x="59124" y="1890113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C0B2FC-8805-406C-A185-D37156D0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699" y="3730419"/>
            <a:ext cx="2179902" cy="1895466"/>
          </a:xfrm>
          <a:custGeom xmlns:a="http://schemas.openxmlformats.org/drawingml/2006/main">
            <a:pathLst>
              <a:path w="2179902" h="1895466">
                <a:moveTo>
                  <a:pt x="54319" y="1890854"/>
                </a:moveTo>
                <a:lnTo>
                  <a:pt x="63903" y="1881965"/>
                </a:lnTo>
                <a:lnTo>
                  <a:pt x="65239" y="1868465"/>
                </a:lnTo>
                <a:lnTo>
                  <a:pt x="68878" y="1863635"/>
                </a:lnTo>
                <a:lnTo>
                  <a:pt x="78227" y="1854964"/>
                </a:lnTo>
                <a:lnTo>
                  <a:pt x="79798" y="1841464"/>
                </a:lnTo>
                <a:lnTo>
                  <a:pt x="83436" y="1836377"/>
                </a:lnTo>
                <a:lnTo>
                  <a:pt x="92509" y="1827963"/>
                </a:lnTo>
                <a:lnTo>
                  <a:pt x="94356" y="1814462"/>
                </a:lnTo>
                <a:lnTo>
                  <a:pt x="97995" y="1809074"/>
                </a:lnTo>
                <a:lnTo>
                  <a:pt x="106742" y="1800962"/>
                </a:lnTo>
                <a:lnTo>
                  <a:pt x="108915" y="1787461"/>
                </a:lnTo>
                <a:lnTo>
                  <a:pt x="112554" y="1781718"/>
                </a:lnTo>
                <a:lnTo>
                  <a:pt x="120918" y="1773961"/>
                </a:lnTo>
                <a:lnTo>
                  <a:pt x="123474" y="1760460"/>
                </a:lnTo>
                <a:lnTo>
                  <a:pt x="127113" y="1754299"/>
                </a:lnTo>
                <a:lnTo>
                  <a:pt x="135027" y="1746960"/>
                </a:lnTo>
                <a:lnTo>
                  <a:pt x="138032" y="1733459"/>
                </a:lnTo>
                <a:lnTo>
                  <a:pt x="141671" y="1726807"/>
                </a:lnTo>
                <a:lnTo>
                  <a:pt x="149056" y="1719959"/>
                </a:lnTo>
                <a:lnTo>
                  <a:pt x="152591" y="1706458"/>
                </a:lnTo>
                <a:lnTo>
                  <a:pt x="156230" y="1699229"/>
                </a:lnTo>
                <a:lnTo>
                  <a:pt x="162992" y="1692958"/>
                </a:lnTo>
                <a:lnTo>
                  <a:pt x="167149" y="1679457"/>
                </a:lnTo>
                <a:lnTo>
                  <a:pt x="170789" y="1671548"/>
                </a:lnTo>
                <a:lnTo>
                  <a:pt x="176818" y="1665957"/>
                </a:lnTo>
                <a:lnTo>
                  <a:pt x="181708" y="1652456"/>
                </a:lnTo>
                <a:lnTo>
                  <a:pt x="185348" y="1643748"/>
                </a:lnTo>
                <a:lnTo>
                  <a:pt x="190516" y="1638955"/>
                </a:lnTo>
                <a:lnTo>
                  <a:pt x="196267" y="1625455"/>
                </a:lnTo>
                <a:lnTo>
                  <a:pt x="199907" y="1615807"/>
                </a:lnTo>
                <a:lnTo>
                  <a:pt x="204061" y="1611954"/>
                </a:lnTo>
                <a:lnTo>
                  <a:pt x="210826" y="1598454"/>
                </a:lnTo>
                <a:lnTo>
                  <a:pt x="214465" y="1587701"/>
                </a:lnTo>
                <a:lnTo>
                  <a:pt x="217428" y="1584953"/>
                </a:lnTo>
                <a:lnTo>
                  <a:pt x="225384" y="1571453"/>
                </a:lnTo>
                <a:lnTo>
                  <a:pt x="229024" y="1559400"/>
                </a:lnTo>
                <a:lnTo>
                  <a:pt x="230585" y="1557952"/>
                </a:lnTo>
                <a:lnTo>
                  <a:pt x="239943" y="1544452"/>
                </a:lnTo>
                <a:lnTo>
                  <a:pt x="243558" y="1530951"/>
                </a:lnTo>
                <a:lnTo>
                  <a:pt x="243583" y="1530928"/>
                </a:lnTo>
                <a:lnTo>
                  <a:pt x="254502" y="1517451"/>
                </a:lnTo>
                <a:lnTo>
                  <a:pt x="257691" y="1503950"/>
                </a:lnTo>
                <a:lnTo>
                  <a:pt x="258142" y="1503532"/>
                </a:lnTo>
                <a:lnTo>
                  <a:pt x="269060" y="1490450"/>
                </a:lnTo>
                <a:lnTo>
                  <a:pt x="271874" y="1476949"/>
                </a:lnTo>
                <a:lnTo>
                  <a:pt x="272701" y="1476183"/>
                </a:lnTo>
                <a:lnTo>
                  <a:pt x="283619" y="1463449"/>
                </a:lnTo>
                <a:lnTo>
                  <a:pt x="286102" y="1449948"/>
                </a:lnTo>
                <a:lnTo>
                  <a:pt x="287259" y="1448874"/>
                </a:lnTo>
                <a:lnTo>
                  <a:pt x="298178" y="1436447"/>
                </a:lnTo>
                <a:lnTo>
                  <a:pt x="300368" y="1422947"/>
                </a:lnTo>
                <a:lnTo>
                  <a:pt x="301818" y="1421602"/>
                </a:lnTo>
                <a:lnTo>
                  <a:pt x="312736" y="1409446"/>
                </a:lnTo>
                <a:lnTo>
                  <a:pt x="314669" y="1395946"/>
                </a:lnTo>
                <a:lnTo>
                  <a:pt x="316377" y="1394356"/>
                </a:lnTo>
                <a:lnTo>
                  <a:pt x="327284" y="1382445"/>
                </a:lnTo>
                <a:lnTo>
                  <a:pt x="327995" y="1368945"/>
                </a:lnTo>
                <a:lnTo>
                  <a:pt x="326841" y="1355444"/>
                </a:lnTo>
                <a:lnTo>
                  <a:pt x="323594" y="1341944"/>
                </a:lnTo>
                <a:lnTo>
                  <a:pt x="316377" y="1333205"/>
                </a:lnTo>
                <a:lnTo>
                  <a:pt x="314146" y="1328443"/>
                </a:lnTo>
                <a:lnTo>
                  <a:pt x="312587" y="1314943"/>
                </a:lnTo>
                <a:lnTo>
                  <a:pt x="310605" y="1301442"/>
                </a:lnTo>
                <a:lnTo>
                  <a:pt x="301818" y="1289557"/>
                </a:lnTo>
                <a:lnTo>
                  <a:pt x="300876" y="1287942"/>
                </a:lnTo>
                <a:lnTo>
                  <a:pt x="298302" y="1274441"/>
                </a:lnTo>
                <a:lnTo>
                  <a:pt x="296968" y="1260941"/>
                </a:lnTo>
                <a:lnTo>
                  <a:pt x="289706" y="1247440"/>
                </a:lnTo>
                <a:lnTo>
                  <a:pt x="287259" y="1244736"/>
                </a:lnTo>
                <a:lnTo>
                  <a:pt x="284083" y="1233939"/>
                </a:lnTo>
                <a:lnTo>
                  <a:pt x="282964" y="1220439"/>
                </a:lnTo>
                <a:lnTo>
                  <a:pt x="278714" y="1206938"/>
                </a:lnTo>
                <a:lnTo>
                  <a:pt x="272701" y="1199927"/>
                </a:lnTo>
                <a:lnTo>
                  <a:pt x="270061" y="1193438"/>
                </a:lnTo>
                <a:lnTo>
                  <a:pt x="268764" y="1179937"/>
                </a:lnTo>
                <a:lnTo>
                  <a:pt x="266227" y="1166437"/>
                </a:lnTo>
                <a:lnTo>
                  <a:pt x="258142" y="1156152"/>
                </a:lnTo>
                <a:lnTo>
                  <a:pt x="256452" y="1152936"/>
                </a:lnTo>
                <a:lnTo>
                  <a:pt x="254484" y="1139436"/>
                </a:lnTo>
                <a:lnTo>
                  <a:pt x="252878" y="1125935"/>
                </a:lnTo>
                <a:lnTo>
                  <a:pt x="243583" y="1112585"/>
                </a:lnTo>
                <a:lnTo>
                  <a:pt x="243487" y="1112435"/>
                </a:lnTo>
                <a:lnTo>
                  <a:pt x="240219" y="1098934"/>
                </a:lnTo>
                <a:lnTo>
                  <a:pt x="239036" y="1085434"/>
                </a:lnTo>
                <a:lnTo>
                  <a:pt x="233446" y="1071933"/>
                </a:lnTo>
                <a:lnTo>
                  <a:pt x="229024" y="1066926"/>
                </a:lnTo>
                <a:lnTo>
                  <a:pt x="226078" y="1058432"/>
                </a:lnTo>
                <a:lnTo>
                  <a:pt x="224920" y="1044932"/>
                </a:lnTo>
                <a:lnTo>
                  <a:pt x="221626" y="1031431"/>
                </a:lnTo>
                <a:lnTo>
                  <a:pt x="214465" y="1022752"/>
                </a:lnTo>
                <a:lnTo>
                  <a:pt x="212227" y="1017931"/>
                </a:lnTo>
                <a:lnTo>
                  <a:pt x="210670" y="1004430"/>
                </a:lnTo>
                <a:lnTo>
                  <a:pt x="208661" y="990930"/>
                </a:lnTo>
                <a:lnTo>
                  <a:pt x="199907" y="979102"/>
                </a:lnTo>
                <a:lnTo>
                  <a:pt x="198937" y="977429"/>
                </a:lnTo>
                <a:lnTo>
                  <a:pt x="196386" y="963929"/>
                </a:lnTo>
                <a:lnTo>
                  <a:pt x="195037" y="950428"/>
                </a:lnTo>
                <a:lnTo>
                  <a:pt x="187667" y="936928"/>
                </a:lnTo>
                <a:lnTo>
                  <a:pt x="185348" y="934362"/>
                </a:lnTo>
                <a:lnTo>
                  <a:pt x="182167" y="923427"/>
                </a:lnTo>
                <a:lnTo>
                  <a:pt x="181041" y="909927"/>
                </a:lnTo>
                <a:lnTo>
                  <a:pt x="176728" y="896426"/>
                </a:lnTo>
                <a:lnTo>
                  <a:pt x="170789" y="889493"/>
                </a:lnTo>
                <a:lnTo>
                  <a:pt x="168144" y="882926"/>
                </a:lnTo>
                <a:lnTo>
                  <a:pt x="166846" y="869425"/>
                </a:lnTo>
                <a:lnTo>
                  <a:pt x="164273" y="855924"/>
                </a:lnTo>
                <a:lnTo>
                  <a:pt x="156230" y="845685"/>
                </a:lnTo>
                <a:lnTo>
                  <a:pt x="154531" y="842424"/>
                </a:lnTo>
                <a:lnTo>
                  <a:pt x="152568" y="828923"/>
                </a:lnTo>
                <a:lnTo>
                  <a:pt x="150942" y="815423"/>
                </a:lnTo>
                <a:lnTo>
                  <a:pt x="141671" y="802158"/>
                </a:lnTo>
                <a:lnTo>
                  <a:pt x="141522" y="801922"/>
                </a:lnTo>
                <a:lnTo>
                  <a:pt x="138304" y="788422"/>
                </a:lnTo>
                <a:lnTo>
                  <a:pt x="137110" y="774921"/>
                </a:lnTo>
                <a:lnTo>
                  <a:pt x="131437" y="761421"/>
                </a:lnTo>
                <a:lnTo>
                  <a:pt x="127113" y="756519"/>
                </a:lnTo>
                <a:lnTo>
                  <a:pt x="124162" y="747920"/>
                </a:lnTo>
                <a:lnTo>
                  <a:pt x="123000" y="734420"/>
                </a:lnTo>
                <a:lnTo>
                  <a:pt x="119657" y="720919"/>
                </a:lnTo>
                <a:lnTo>
                  <a:pt x="112554" y="712300"/>
                </a:lnTo>
                <a:lnTo>
                  <a:pt x="110308" y="707419"/>
                </a:lnTo>
                <a:lnTo>
                  <a:pt x="108753" y="693918"/>
                </a:lnTo>
                <a:lnTo>
                  <a:pt x="106717" y="680417"/>
                </a:lnTo>
                <a:lnTo>
                  <a:pt x="97995" y="668669"/>
                </a:lnTo>
                <a:lnTo>
                  <a:pt x="96985" y="666917"/>
                </a:lnTo>
                <a:lnTo>
                  <a:pt x="94470" y="653416"/>
                </a:lnTo>
                <a:lnTo>
                  <a:pt x="93107" y="639916"/>
                </a:lnTo>
                <a:lnTo>
                  <a:pt x="85625" y="626415"/>
                </a:lnTo>
                <a:lnTo>
                  <a:pt x="83436" y="623991"/>
                </a:lnTo>
                <a:lnTo>
                  <a:pt x="80251" y="612915"/>
                </a:lnTo>
                <a:lnTo>
                  <a:pt x="79118" y="599414"/>
                </a:lnTo>
                <a:lnTo>
                  <a:pt x="74741" y="585914"/>
                </a:lnTo>
                <a:lnTo>
                  <a:pt x="68878" y="579061"/>
                </a:lnTo>
                <a:lnTo>
                  <a:pt x="66226" y="572413"/>
                </a:lnTo>
                <a:lnTo>
                  <a:pt x="64928" y="558913"/>
                </a:lnTo>
                <a:lnTo>
                  <a:pt x="62318" y="545412"/>
                </a:lnTo>
                <a:lnTo>
                  <a:pt x="54319" y="535218"/>
                </a:lnTo>
                <a:lnTo>
                  <a:pt x="52609" y="531912"/>
                </a:lnTo>
                <a:lnTo>
                  <a:pt x="50652" y="518411"/>
                </a:lnTo>
                <a:lnTo>
                  <a:pt x="49005" y="504911"/>
                </a:lnTo>
                <a:lnTo>
                  <a:pt x="39760" y="491729"/>
                </a:lnTo>
                <a:lnTo>
                  <a:pt x="39558" y="491410"/>
                </a:lnTo>
                <a:lnTo>
                  <a:pt x="36388" y="477909"/>
                </a:lnTo>
                <a:lnTo>
                  <a:pt x="35184" y="464409"/>
                </a:lnTo>
                <a:lnTo>
                  <a:pt x="29425" y="450908"/>
                </a:lnTo>
                <a:lnTo>
                  <a:pt x="25201" y="446114"/>
                </a:lnTo>
                <a:lnTo>
                  <a:pt x="22246" y="437408"/>
                </a:lnTo>
                <a:lnTo>
                  <a:pt x="21080" y="423907"/>
                </a:lnTo>
                <a:lnTo>
                  <a:pt x="17692" y="410407"/>
                </a:lnTo>
                <a:lnTo>
                  <a:pt x="10642" y="401848"/>
                </a:lnTo>
                <a:lnTo>
                  <a:pt x="8389" y="396906"/>
                </a:lnTo>
                <a:lnTo>
                  <a:pt x="7821" y="383406"/>
                </a:lnTo>
                <a:lnTo>
                  <a:pt x="7548" y="369905"/>
                </a:lnTo>
                <a:lnTo>
                  <a:pt x="7477" y="356405"/>
                </a:lnTo>
                <a:lnTo>
                  <a:pt x="7310" y="342904"/>
                </a:lnTo>
                <a:lnTo>
                  <a:pt x="7147" y="329404"/>
                </a:lnTo>
                <a:lnTo>
                  <a:pt x="6986" y="315903"/>
                </a:lnTo>
                <a:lnTo>
                  <a:pt x="6824" y="302402"/>
                </a:lnTo>
                <a:lnTo>
                  <a:pt x="6656" y="288902"/>
                </a:lnTo>
                <a:lnTo>
                  <a:pt x="6481" y="275401"/>
                </a:lnTo>
                <a:lnTo>
                  <a:pt x="6295" y="261901"/>
                </a:lnTo>
                <a:lnTo>
                  <a:pt x="6094" y="248400"/>
                </a:lnTo>
                <a:lnTo>
                  <a:pt x="5874" y="234900"/>
                </a:lnTo>
                <a:lnTo>
                  <a:pt x="5632" y="221399"/>
                </a:lnTo>
                <a:lnTo>
                  <a:pt x="5362" y="207899"/>
                </a:lnTo>
                <a:lnTo>
                  <a:pt x="5059" y="194398"/>
                </a:lnTo>
                <a:lnTo>
                  <a:pt x="4821" y="180898"/>
                </a:lnTo>
                <a:lnTo>
                  <a:pt x="4652" y="167397"/>
                </a:lnTo>
                <a:lnTo>
                  <a:pt x="4571" y="153897"/>
                </a:lnTo>
                <a:lnTo>
                  <a:pt x="5063" y="140396"/>
                </a:lnTo>
                <a:lnTo>
                  <a:pt x="10642" y="137230"/>
                </a:lnTo>
                <a:lnTo>
                  <a:pt x="13994" y="140396"/>
                </a:lnTo>
                <a:lnTo>
                  <a:pt x="25201" y="150277"/>
                </a:lnTo>
                <a:lnTo>
                  <a:pt x="29041" y="153897"/>
                </a:lnTo>
                <a:lnTo>
                  <a:pt x="39760" y="163883"/>
                </a:lnTo>
                <a:lnTo>
                  <a:pt x="43492" y="167397"/>
                </a:lnTo>
                <a:lnTo>
                  <a:pt x="54319" y="177488"/>
                </a:lnTo>
                <a:lnTo>
                  <a:pt x="57944" y="180898"/>
                </a:lnTo>
                <a:lnTo>
                  <a:pt x="68878" y="191092"/>
                </a:lnTo>
                <a:lnTo>
                  <a:pt x="72341" y="194398"/>
                </a:lnTo>
                <a:lnTo>
                  <a:pt x="83436" y="204746"/>
                </a:lnTo>
                <a:lnTo>
                  <a:pt x="86740" y="207899"/>
                </a:lnTo>
                <a:lnTo>
                  <a:pt x="97995" y="218492"/>
                </a:lnTo>
                <a:lnTo>
                  <a:pt x="101057" y="221399"/>
                </a:lnTo>
                <a:lnTo>
                  <a:pt x="112554" y="232277"/>
                </a:lnTo>
                <a:lnTo>
                  <a:pt x="115328" y="234900"/>
                </a:lnTo>
                <a:lnTo>
                  <a:pt x="127113" y="246106"/>
                </a:lnTo>
                <a:lnTo>
                  <a:pt x="129547" y="248400"/>
                </a:lnTo>
                <a:lnTo>
                  <a:pt x="141671" y="259992"/>
                </a:lnTo>
                <a:lnTo>
                  <a:pt x="143703" y="261901"/>
                </a:lnTo>
                <a:lnTo>
                  <a:pt x="156230" y="273956"/>
                </a:lnTo>
                <a:lnTo>
                  <a:pt x="157772" y="275401"/>
                </a:lnTo>
                <a:lnTo>
                  <a:pt x="170789" y="288022"/>
                </a:lnTo>
                <a:lnTo>
                  <a:pt x="171729" y="288902"/>
                </a:lnTo>
                <a:lnTo>
                  <a:pt x="185348" y="302223"/>
                </a:lnTo>
                <a:lnTo>
                  <a:pt x="185540" y="302402"/>
                </a:lnTo>
                <a:lnTo>
                  <a:pt x="198074" y="315903"/>
                </a:lnTo>
                <a:lnTo>
                  <a:pt x="199907" y="317607"/>
                </a:lnTo>
                <a:lnTo>
                  <a:pt x="210709" y="329404"/>
                </a:lnTo>
                <a:lnTo>
                  <a:pt x="214465" y="332897"/>
                </a:lnTo>
                <a:lnTo>
                  <a:pt x="223742" y="342904"/>
                </a:lnTo>
                <a:lnTo>
                  <a:pt x="229024" y="347817"/>
                </a:lnTo>
                <a:lnTo>
                  <a:pt x="237089" y="356405"/>
                </a:lnTo>
                <a:lnTo>
                  <a:pt x="243583" y="362447"/>
                </a:lnTo>
                <a:lnTo>
                  <a:pt x="250683" y="369905"/>
                </a:lnTo>
                <a:lnTo>
                  <a:pt x="258142" y="376848"/>
                </a:lnTo>
                <a:lnTo>
                  <a:pt x="264471" y="383406"/>
                </a:lnTo>
                <a:lnTo>
                  <a:pt x="272701" y="391070"/>
                </a:lnTo>
                <a:lnTo>
                  <a:pt x="278409" y="396906"/>
                </a:lnTo>
                <a:lnTo>
                  <a:pt x="287259" y="405153"/>
                </a:lnTo>
                <a:lnTo>
                  <a:pt x="292465" y="410407"/>
                </a:lnTo>
                <a:lnTo>
                  <a:pt x="301818" y="419129"/>
                </a:lnTo>
                <a:lnTo>
                  <a:pt x="306610" y="423907"/>
                </a:lnTo>
                <a:lnTo>
                  <a:pt x="316377" y="433025"/>
                </a:lnTo>
                <a:lnTo>
                  <a:pt x="320822" y="437408"/>
                </a:lnTo>
                <a:lnTo>
                  <a:pt x="330936" y="446861"/>
                </a:lnTo>
                <a:lnTo>
                  <a:pt x="335080" y="450908"/>
                </a:lnTo>
                <a:lnTo>
                  <a:pt x="345494" y="460657"/>
                </a:lnTo>
                <a:lnTo>
                  <a:pt x="349370" y="464409"/>
                </a:lnTo>
                <a:lnTo>
                  <a:pt x="360053" y="474429"/>
                </a:lnTo>
                <a:lnTo>
                  <a:pt x="363675" y="477909"/>
                </a:lnTo>
                <a:lnTo>
                  <a:pt x="374612" y="488191"/>
                </a:lnTo>
                <a:lnTo>
                  <a:pt x="377982" y="491410"/>
                </a:lnTo>
                <a:lnTo>
                  <a:pt x="389171" y="501959"/>
                </a:lnTo>
                <a:lnTo>
                  <a:pt x="392277" y="504911"/>
                </a:lnTo>
                <a:lnTo>
                  <a:pt x="403730" y="515747"/>
                </a:lnTo>
                <a:lnTo>
                  <a:pt x="406546" y="518411"/>
                </a:lnTo>
                <a:lnTo>
                  <a:pt x="418288" y="529571"/>
                </a:lnTo>
                <a:lnTo>
                  <a:pt x="420772" y="531912"/>
                </a:lnTo>
                <a:lnTo>
                  <a:pt x="432847" y="543448"/>
                </a:lnTo>
                <a:lnTo>
                  <a:pt x="434916" y="545412"/>
                </a:lnTo>
                <a:lnTo>
                  <a:pt x="447406" y="558181"/>
                </a:lnTo>
                <a:lnTo>
                  <a:pt x="448165" y="558913"/>
                </a:lnTo>
                <a:lnTo>
                  <a:pt x="453641" y="572413"/>
                </a:lnTo>
                <a:lnTo>
                  <a:pt x="461965" y="580281"/>
                </a:lnTo>
                <a:lnTo>
                  <a:pt x="465945" y="585914"/>
                </a:lnTo>
                <a:lnTo>
                  <a:pt x="476524" y="596371"/>
                </a:lnTo>
                <a:lnTo>
                  <a:pt x="479460" y="599414"/>
                </a:lnTo>
                <a:lnTo>
                  <a:pt x="489844" y="612915"/>
                </a:lnTo>
                <a:lnTo>
                  <a:pt x="491082" y="614076"/>
                </a:lnTo>
                <a:lnTo>
                  <a:pt x="496523" y="626415"/>
                </a:lnTo>
                <a:lnTo>
                  <a:pt x="505641" y="635074"/>
                </a:lnTo>
                <a:lnTo>
                  <a:pt x="509408" y="639916"/>
                </a:lnTo>
                <a:lnTo>
                  <a:pt x="520200" y="650822"/>
                </a:lnTo>
                <a:lnTo>
                  <a:pt x="522776" y="653416"/>
                </a:lnTo>
                <a:lnTo>
                  <a:pt x="530641" y="666917"/>
                </a:lnTo>
                <a:lnTo>
                  <a:pt x="534759" y="670783"/>
                </a:lnTo>
                <a:lnTo>
                  <a:pt x="539632" y="680417"/>
                </a:lnTo>
                <a:lnTo>
                  <a:pt x="549317" y="689674"/>
                </a:lnTo>
                <a:lnTo>
                  <a:pt x="552889" y="693918"/>
                </a:lnTo>
                <a:lnTo>
                  <a:pt x="563876" y="705363"/>
                </a:lnTo>
                <a:lnTo>
                  <a:pt x="565961" y="707419"/>
                </a:lnTo>
                <a:lnTo>
                  <a:pt x="572289" y="720919"/>
                </a:lnTo>
                <a:lnTo>
                  <a:pt x="578435" y="726700"/>
                </a:lnTo>
                <a:lnTo>
                  <a:pt x="582897" y="734420"/>
                </a:lnTo>
                <a:lnTo>
                  <a:pt x="592994" y="744158"/>
                </a:lnTo>
                <a:lnTo>
                  <a:pt x="596363" y="747920"/>
                </a:lnTo>
                <a:lnTo>
                  <a:pt x="607553" y="760060"/>
                </a:lnTo>
                <a:lnTo>
                  <a:pt x="608954" y="761421"/>
                </a:lnTo>
                <a:lnTo>
                  <a:pt x="614535" y="774921"/>
                </a:lnTo>
                <a:lnTo>
                  <a:pt x="622112" y="782066"/>
                </a:lnTo>
                <a:lnTo>
                  <a:pt x="626266" y="788422"/>
                </a:lnTo>
                <a:lnTo>
                  <a:pt x="636670" y="798585"/>
                </a:lnTo>
                <a:lnTo>
                  <a:pt x="639814" y="801922"/>
                </a:lnTo>
                <a:lnTo>
                  <a:pt x="651229" y="812679"/>
                </a:lnTo>
                <a:lnTo>
                  <a:pt x="655203" y="815423"/>
                </a:lnTo>
                <a:lnTo>
                  <a:pt x="665788" y="824426"/>
                </a:lnTo>
                <a:lnTo>
                  <a:pt x="680347" y="828401"/>
                </a:lnTo>
                <a:lnTo>
                  <a:pt x="680970" y="828923"/>
                </a:lnTo>
                <a:lnTo>
                  <a:pt x="694905" y="839045"/>
                </a:lnTo>
                <a:lnTo>
                  <a:pt x="701428" y="842424"/>
                </a:lnTo>
                <a:lnTo>
                  <a:pt x="709464" y="849519"/>
                </a:lnTo>
                <a:lnTo>
                  <a:pt x="724023" y="853619"/>
                </a:lnTo>
                <a:lnTo>
                  <a:pt x="727090" y="855924"/>
                </a:lnTo>
                <a:lnTo>
                  <a:pt x="738582" y="865392"/>
                </a:lnTo>
                <a:lnTo>
                  <a:pt x="750505" y="869425"/>
                </a:lnTo>
                <a:lnTo>
                  <a:pt x="753141" y="871787"/>
                </a:lnTo>
                <a:lnTo>
                  <a:pt x="767699" y="879813"/>
                </a:lnTo>
                <a:lnTo>
                  <a:pt x="772861" y="882926"/>
                </a:lnTo>
                <a:lnTo>
                  <a:pt x="782258" y="891055"/>
                </a:lnTo>
                <a:lnTo>
                  <a:pt x="791029" y="882926"/>
                </a:lnTo>
                <a:lnTo>
                  <a:pt x="796817" y="879553"/>
                </a:lnTo>
                <a:lnTo>
                  <a:pt x="811376" y="873972"/>
                </a:lnTo>
                <a:lnTo>
                  <a:pt x="816280" y="869425"/>
                </a:lnTo>
                <a:lnTo>
                  <a:pt x="825935" y="866047"/>
                </a:lnTo>
                <a:lnTo>
                  <a:pt x="836969" y="855924"/>
                </a:lnTo>
                <a:lnTo>
                  <a:pt x="840493" y="852660"/>
                </a:lnTo>
                <a:lnTo>
                  <a:pt x="855052" y="852384"/>
                </a:lnTo>
                <a:lnTo>
                  <a:pt x="865795" y="842424"/>
                </a:lnTo>
                <a:lnTo>
                  <a:pt x="869611" y="839051"/>
                </a:lnTo>
                <a:lnTo>
                  <a:pt x="884170" y="829879"/>
                </a:lnTo>
                <a:lnTo>
                  <a:pt x="885200" y="828923"/>
                </a:lnTo>
                <a:lnTo>
                  <a:pt x="898728" y="825543"/>
                </a:lnTo>
                <a:lnTo>
                  <a:pt x="909715" y="815423"/>
                </a:lnTo>
                <a:lnTo>
                  <a:pt x="913287" y="812115"/>
                </a:lnTo>
                <a:lnTo>
                  <a:pt x="927846" y="811776"/>
                </a:lnTo>
                <a:lnTo>
                  <a:pt x="938474" y="801922"/>
                </a:lnTo>
                <a:lnTo>
                  <a:pt x="942405" y="798548"/>
                </a:lnTo>
                <a:lnTo>
                  <a:pt x="955769" y="788422"/>
                </a:lnTo>
                <a:lnTo>
                  <a:pt x="956964" y="787314"/>
                </a:lnTo>
                <a:lnTo>
                  <a:pt x="971522" y="785039"/>
                </a:lnTo>
                <a:lnTo>
                  <a:pt x="982477" y="774921"/>
                </a:lnTo>
                <a:lnTo>
                  <a:pt x="986081" y="771587"/>
                </a:lnTo>
                <a:lnTo>
                  <a:pt x="1000640" y="771100"/>
                </a:lnTo>
                <a:lnTo>
                  <a:pt x="1011079" y="761421"/>
                </a:lnTo>
                <a:lnTo>
                  <a:pt x="1015199" y="758046"/>
                </a:lnTo>
                <a:lnTo>
                  <a:pt x="1027605" y="747920"/>
                </a:lnTo>
                <a:lnTo>
                  <a:pt x="1029758" y="745924"/>
                </a:lnTo>
                <a:lnTo>
                  <a:pt x="1044316" y="744532"/>
                </a:lnTo>
                <a:lnTo>
                  <a:pt x="1055248" y="734420"/>
                </a:lnTo>
                <a:lnTo>
                  <a:pt x="1058875" y="731069"/>
                </a:lnTo>
                <a:lnTo>
                  <a:pt x="1073434" y="730311"/>
                </a:lnTo>
                <a:lnTo>
                  <a:pt x="1083562" y="720919"/>
                </a:lnTo>
                <a:lnTo>
                  <a:pt x="1087993" y="717544"/>
                </a:lnTo>
                <a:lnTo>
                  <a:pt x="1099816" y="707419"/>
                </a:lnTo>
                <a:lnTo>
                  <a:pt x="1102551" y="704882"/>
                </a:lnTo>
                <a:lnTo>
                  <a:pt x="1117110" y="704022"/>
                </a:lnTo>
                <a:lnTo>
                  <a:pt x="1128022" y="693918"/>
                </a:lnTo>
                <a:lnTo>
                  <a:pt x="1131669" y="690558"/>
                </a:lnTo>
                <a:lnTo>
                  <a:pt x="1146228" y="689337"/>
                </a:lnTo>
                <a:lnTo>
                  <a:pt x="1155847" y="680417"/>
                </a:lnTo>
                <a:lnTo>
                  <a:pt x="1160787" y="677042"/>
                </a:lnTo>
                <a:lnTo>
                  <a:pt x="1172255" y="666917"/>
                </a:lnTo>
                <a:lnTo>
                  <a:pt x="1175345" y="664052"/>
                </a:lnTo>
                <a:lnTo>
                  <a:pt x="1189904" y="663506"/>
                </a:lnTo>
                <a:lnTo>
                  <a:pt x="1200795" y="653416"/>
                </a:lnTo>
                <a:lnTo>
                  <a:pt x="1204463" y="650050"/>
                </a:lnTo>
                <a:lnTo>
                  <a:pt x="1219022" y="648059"/>
                </a:lnTo>
                <a:lnTo>
                  <a:pt x="1227803" y="639916"/>
                </a:lnTo>
                <a:lnTo>
                  <a:pt x="1233581" y="636540"/>
                </a:lnTo>
                <a:lnTo>
                  <a:pt x="1244833" y="626415"/>
                </a:lnTo>
                <a:lnTo>
                  <a:pt x="1248139" y="623351"/>
                </a:lnTo>
                <a:lnTo>
                  <a:pt x="1262698" y="622981"/>
                </a:lnTo>
                <a:lnTo>
                  <a:pt x="1273560" y="612915"/>
                </a:lnTo>
                <a:lnTo>
                  <a:pt x="1277257" y="609545"/>
                </a:lnTo>
                <a:lnTo>
                  <a:pt x="1291816" y="606280"/>
                </a:lnTo>
                <a:lnTo>
                  <a:pt x="1299220" y="599414"/>
                </a:lnTo>
                <a:lnTo>
                  <a:pt x="1306374" y="596038"/>
                </a:lnTo>
                <a:lnTo>
                  <a:pt x="1317495" y="585914"/>
                </a:lnTo>
                <a:lnTo>
                  <a:pt x="1320933" y="582727"/>
                </a:lnTo>
                <a:lnTo>
                  <a:pt x="1335492" y="582410"/>
                </a:lnTo>
                <a:lnTo>
                  <a:pt x="1346274" y="572413"/>
                </a:lnTo>
                <a:lnTo>
                  <a:pt x="1350051" y="569040"/>
                </a:lnTo>
                <a:lnTo>
                  <a:pt x="1362635" y="558913"/>
                </a:lnTo>
                <a:lnTo>
                  <a:pt x="1364610" y="557081"/>
                </a:lnTo>
                <a:lnTo>
                  <a:pt x="1379168" y="555514"/>
                </a:lnTo>
                <a:lnTo>
                  <a:pt x="1390072" y="545412"/>
                </a:lnTo>
                <a:lnTo>
                  <a:pt x="1393727" y="542046"/>
                </a:lnTo>
                <a:lnTo>
                  <a:pt x="1408096" y="531912"/>
                </a:lnTo>
                <a:lnTo>
                  <a:pt x="1408286" y="531736"/>
                </a:lnTo>
                <a:lnTo>
                  <a:pt x="1422845" y="528412"/>
                </a:lnTo>
                <a:lnTo>
                  <a:pt x="1433631" y="518411"/>
                </a:lnTo>
                <a:lnTo>
                  <a:pt x="1437403" y="515035"/>
                </a:lnTo>
                <a:lnTo>
                  <a:pt x="1448391" y="504911"/>
                </a:lnTo>
                <a:lnTo>
                  <a:pt x="1451962" y="501600"/>
                </a:lnTo>
                <a:lnTo>
                  <a:pt x="1466521" y="495414"/>
                </a:lnTo>
                <a:lnTo>
                  <a:pt x="1470840" y="491410"/>
                </a:lnTo>
                <a:lnTo>
                  <a:pt x="1481080" y="487964"/>
                </a:lnTo>
                <a:lnTo>
                  <a:pt x="1491924" y="477909"/>
                </a:lnTo>
                <a:lnTo>
                  <a:pt x="1495639" y="474535"/>
                </a:lnTo>
                <a:lnTo>
                  <a:pt x="1506679" y="464409"/>
                </a:lnTo>
                <a:lnTo>
                  <a:pt x="1510197" y="461147"/>
                </a:lnTo>
                <a:lnTo>
                  <a:pt x="1524756" y="457527"/>
                </a:lnTo>
                <a:lnTo>
                  <a:pt x="1531893" y="450908"/>
                </a:lnTo>
                <a:lnTo>
                  <a:pt x="1539315" y="447492"/>
                </a:lnTo>
                <a:lnTo>
                  <a:pt x="1550193" y="437408"/>
                </a:lnTo>
                <a:lnTo>
                  <a:pt x="1553874" y="434035"/>
                </a:lnTo>
                <a:lnTo>
                  <a:pt x="1565006" y="423907"/>
                </a:lnTo>
                <a:lnTo>
                  <a:pt x="1568433" y="420730"/>
                </a:lnTo>
                <a:lnTo>
                  <a:pt x="1582992" y="418523"/>
                </a:lnTo>
                <a:lnTo>
                  <a:pt x="1591744" y="410407"/>
                </a:lnTo>
                <a:lnTo>
                  <a:pt x="1597550" y="407008"/>
                </a:lnTo>
                <a:lnTo>
                  <a:pt x="1608448" y="396906"/>
                </a:lnTo>
                <a:lnTo>
                  <a:pt x="1612109" y="393535"/>
                </a:lnTo>
                <a:lnTo>
                  <a:pt x="1623400" y="383406"/>
                </a:lnTo>
                <a:lnTo>
                  <a:pt x="1626668" y="380376"/>
                </a:lnTo>
                <a:lnTo>
                  <a:pt x="1641226" y="378879"/>
                </a:lnTo>
                <a:lnTo>
                  <a:pt x="1650904" y="369905"/>
                </a:lnTo>
                <a:lnTo>
                  <a:pt x="1655785" y="366517"/>
                </a:lnTo>
                <a:lnTo>
                  <a:pt x="1666698" y="356405"/>
                </a:lnTo>
                <a:lnTo>
                  <a:pt x="1670344" y="353036"/>
                </a:lnTo>
                <a:lnTo>
                  <a:pt x="1681912" y="342904"/>
                </a:lnTo>
                <a:lnTo>
                  <a:pt x="1684903" y="340131"/>
                </a:lnTo>
                <a:lnTo>
                  <a:pt x="1699462" y="338869"/>
                </a:lnTo>
                <a:lnTo>
                  <a:pt x="1709670" y="329404"/>
                </a:lnTo>
                <a:lnTo>
                  <a:pt x="1714021" y="326021"/>
                </a:lnTo>
                <a:lnTo>
                  <a:pt x="1724945" y="315903"/>
                </a:lnTo>
                <a:lnTo>
                  <a:pt x="1728579" y="312540"/>
                </a:lnTo>
                <a:lnTo>
                  <a:pt x="1740631" y="302402"/>
                </a:lnTo>
                <a:lnTo>
                  <a:pt x="1743138" y="300078"/>
                </a:lnTo>
                <a:lnTo>
                  <a:pt x="1757697" y="298649"/>
                </a:lnTo>
                <a:lnTo>
                  <a:pt x="1768209" y="288902"/>
                </a:lnTo>
                <a:lnTo>
                  <a:pt x="1772256" y="285523"/>
                </a:lnTo>
                <a:lnTo>
                  <a:pt x="1783193" y="275401"/>
                </a:lnTo>
                <a:lnTo>
                  <a:pt x="1786815" y="272048"/>
                </a:lnTo>
                <a:lnTo>
                  <a:pt x="1799711" y="261901"/>
                </a:lnTo>
                <a:lnTo>
                  <a:pt x="1801373" y="260360"/>
                </a:lnTo>
                <a:lnTo>
                  <a:pt x="1815932" y="258309"/>
                </a:lnTo>
                <a:lnTo>
                  <a:pt x="1826618" y="248400"/>
                </a:lnTo>
                <a:lnTo>
                  <a:pt x="1830491" y="245023"/>
                </a:lnTo>
                <a:lnTo>
                  <a:pt x="1841447" y="234900"/>
                </a:lnTo>
                <a:lnTo>
                  <a:pt x="1845050" y="231562"/>
                </a:lnTo>
                <a:lnTo>
                  <a:pt x="1859421" y="221399"/>
                </a:lnTo>
                <a:lnTo>
                  <a:pt x="1859608" y="221225"/>
                </a:lnTo>
                <a:lnTo>
                  <a:pt x="1874167" y="217900"/>
                </a:lnTo>
                <a:lnTo>
                  <a:pt x="1884953" y="207899"/>
                </a:lnTo>
                <a:lnTo>
                  <a:pt x="1888726" y="204523"/>
                </a:lnTo>
                <a:lnTo>
                  <a:pt x="1899714" y="194398"/>
                </a:lnTo>
                <a:lnTo>
                  <a:pt x="1903285" y="191088"/>
                </a:lnTo>
                <a:lnTo>
                  <a:pt x="1917843" y="184906"/>
                </a:lnTo>
                <a:lnTo>
                  <a:pt x="1922166" y="180898"/>
                </a:lnTo>
                <a:lnTo>
                  <a:pt x="1932402" y="177452"/>
                </a:lnTo>
                <a:lnTo>
                  <a:pt x="1943246" y="167397"/>
                </a:lnTo>
                <a:lnTo>
                  <a:pt x="1946961" y="164022"/>
                </a:lnTo>
                <a:lnTo>
                  <a:pt x="1958001" y="153897"/>
                </a:lnTo>
                <a:lnTo>
                  <a:pt x="1961520" y="150635"/>
                </a:lnTo>
                <a:lnTo>
                  <a:pt x="1976079" y="147016"/>
                </a:lnTo>
                <a:lnTo>
                  <a:pt x="1983218" y="140396"/>
                </a:lnTo>
                <a:lnTo>
                  <a:pt x="1990637" y="136980"/>
                </a:lnTo>
                <a:lnTo>
                  <a:pt x="2001515" y="126896"/>
                </a:lnTo>
                <a:lnTo>
                  <a:pt x="2005196" y="123522"/>
                </a:lnTo>
                <a:lnTo>
                  <a:pt x="2016328" y="113395"/>
                </a:lnTo>
                <a:lnTo>
                  <a:pt x="2019755" y="110218"/>
                </a:lnTo>
                <a:lnTo>
                  <a:pt x="2034314" y="108012"/>
                </a:lnTo>
                <a:lnTo>
                  <a:pt x="2043067" y="99894"/>
                </a:lnTo>
                <a:lnTo>
                  <a:pt x="2048873" y="96496"/>
                </a:lnTo>
                <a:lnTo>
                  <a:pt x="2059771" y="86394"/>
                </a:lnTo>
                <a:lnTo>
                  <a:pt x="2063431" y="83022"/>
                </a:lnTo>
                <a:lnTo>
                  <a:pt x="2074723" y="72893"/>
                </a:lnTo>
                <a:lnTo>
                  <a:pt x="2077990" y="69863"/>
                </a:lnTo>
                <a:lnTo>
                  <a:pt x="2092549" y="68368"/>
                </a:lnTo>
                <a:lnTo>
                  <a:pt x="2102227" y="59393"/>
                </a:lnTo>
                <a:lnTo>
                  <a:pt x="2107108" y="56005"/>
                </a:lnTo>
                <a:lnTo>
                  <a:pt x="2118020" y="45892"/>
                </a:lnTo>
                <a:lnTo>
                  <a:pt x="2121666" y="42524"/>
                </a:lnTo>
                <a:lnTo>
                  <a:pt x="2133235" y="32392"/>
                </a:lnTo>
                <a:lnTo>
                  <a:pt x="2136225" y="29619"/>
                </a:lnTo>
                <a:lnTo>
                  <a:pt x="2150784" y="28357"/>
                </a:lnTo>
                <a:lnTo>
                  <a:pt x="2160993" y="18891"/>
                </a:lnTo>
                <a:lnTo>
                  <a:pt x="2165343" y="15509"/>
                </a:lnTo>
                <a:lnTo>
                  <a:pt x="2176267" y="5391"/>
                </a:lnTo>
                <a:lnTo>
                  <a:pt x="2179902" y="2028"/>
                </a:lnTo>
                <a:lnTo>
                  <a:pt x="2179902" y="0"/>
                </a:lnTo>
                <a:lnTo>
                  <a:pt x="2174075" y="5391"/>
                </a:lnTo>
                <a:lnTo>
                  <a:pt x="2165343" y="13479"/>
                </a:lnTo>
                <a:lnTo>
                  <a:pt x="2158382" y="18891"/>
                </a:lnTo>
                <a:lnTo>
                  <a:pt x="2150784" y="25937"/>
                </a:lnTo>
                <a:lnTo>
                  <a:pt x="2136225" y="27473"/>
                </a:lnTo>
                <a:lnTo>
                  <a:pt x="2130921" y="32392"/>
                </a:lnTo>
                <a:lnTo>
                  <a:pt x="2121666" y="40498"/>
                </a:lnTo>
                <a:lnTo>
                  <a:pt x="2115826" y="45892"/>
                </a:lnTo>
                <a:lnTo>
                  <a:pt x="2107108" y="53971"/>
                </a:lnTo>
                <a:lnTo>
                  <a:pt x="2099299" y="59393"/>
                </a:lnTo>
                <a:lnTo>
                  <a:pt x="2092549" y="65652"/>
                </a:lnTo>
                <a:lnTo>
                  <a:pt x="2077990" y="67769"/>
                </a:lnTo>
                <a:lnTo>
                  <a:pt x="2072464" y="72893"/>
                </a:lnTo>
                <a:lnTo>
                  <a:pt x="2063431" y="80996"/>
                </a:lnTo>
                <a:lnTo>
                  <a:pt x="2057571" y="86394"/>
                </a:lnTo>
                <a:lnTo>
                  <a:pt x="2048873" y="94457"/>
                </a:lnTo>
                <a:lnTo>
                  <a:pt x="2039584" y="99894"/>
                </a:lnTo>
                <a:lnTo>
                  <a:pt x="2034314" y="104782"/>
                </a:lnTo>
                <a:lnTo>
                  <a:pt x="2019755" y="108153"/>
                </a:lnTo>
                <a:lnTo>
                  <a:pt x="2014101" y="113395"/>
                </a:lnTo>
                <a:lnTo>
                  <a:pt x="2005196" y="121496"/>
                </a:lnTo>
                <a:lnTo>
                  <a:pt x="1999305" y="126896"/>
                </a:lnTo>
                <a:lnTo>
                  <a:pt x="1990637" y="134931"/>
                </a:lnTo>
                <a:lnTo>
                  <a:pt x="1978766" y="140396"/>
                </a:lnTo>
                <a:lnTo>
                  <a:pt x="1976079" y="142888"/>
                </a:lnTo>
                <a:lnTo>
                  <a:pt x="1961520" y="148587"/>
                </a:lnTo>
                <a:lnTo>
                  <a:pt x="1955793" y="153897"/>
                </a:lnTo>
                <a:lnTo>
                  <a:pt x="1946961" y="161997"/>
                </a:lnTo>
                <a:lnTo>
                  <a:pt x="1941016" y="167397"/>
                </a:lnTo>
                <a:lnTo>
                  <a:pt x="1932402" y="175384"/>
                </a:lnTo>
                <a:lnTo>
                  <a:pt x="1917843" y="179967"/>
                </a:lnTo>
                <a:lnTo>
                  <a:pt x="1916839" y="180898"/>
                </a:lnTo>
                <a:lnTo>
                  <a:pt x="1903285" y="189050"/>
                </a:lnTo>
                <a:lnTo>
                  <a:pt x="1897515" y="194398"/>
                </a:lnTo>
                <a:lnTo>
                  <a:pt x="1888726" y="202497"/>
                </a:lnTo>
                <a:lnTo>
                  <a:pt x="1882689" y="207899"/>
                </a:lnTo>
                <a:lnTo>
                  <a:pt x="1874167" y="215801"/>
                </a:lnTo>
                <a:lnTo>
                  <a:pt x="1859608" y="218560"/>
                </a:lnTo>
                <a:lnTo>
                  <a:pt x="1856546" y="221399"/>
                </a:lnTo>
                <a:lnTo>
                  <a:pt x="1845050" y="229529"/>
                </a:lnTo>
                <a:lnTo>
                  <a:pt x="1839254" y="234900"/>
                </a:lnTo>
                <a:lnTo>
                  <a:pt x="1830491" y="242996"/>
                </a:lnTo>
                <a:lnTo>
                  <a:pt x="1824294" y="248400"/>
                </a:lnTo>
                <a:lnTo>
                  <a:pt x="1815932" y="256154"/>
                </a:lnTo>
                <a:lnTo>
                  <a:pt x="1801373" y="257968"/>
                </a:lnTo>
                <a:lnTo>
                  <a:pt x="1797132" y="261901"/>
                </a:lnTo>
                <a:lnTo>
                  <a:pt x="1786815" y="270018"/>
                </a:lnTo>
                <a:lnTo>
                  <a:pt x="1781002" y="275401"/>
                </a:lnTo>
                <a:lnTo>
                  <a:pt x="1772256" y="283495"/>
                </a:lnTo>
                <a:lnTo>
                  <a:pt x="1765780" y="288902"/>
                </a:lnTo>
                <a:lnTo>
                  <a:pt x="1757697" y="296398"/>
                </a:lnTo>
                <a:lnTo>
                  <a:pt x="1743138" y="297843"/>
                </a:lnTo>
                <a:lnTo>
                  <a:pt x="1738221" y="302402"/>
                </a:lnTo>
                <a:lnTo>
                  <a:pt x="1728579" y="310512"/>
                </a:lnTo>
                <a:lnTo>
                  <a:pt x="1722753" y="315903"/>
                </a:lnTo>
                <a:lnTo>
                  <a:pt x="1714021" y="323991"/>
                </a:lnTo>
                <a:lnTo>
                  <a:pt x="1707059" y="329404"/>
                </a:lnTo>
                <a:lnTo>
                  <a:pt x="1699462" y="336448"/>
                </a:lnTo>
                <a:lnTo>
                  <a:pt x="1684903" y="337986"/>
                </a:lnTo>
                <a:lnTo>
                  <a:pt x="1679599" y="342904"/>
                </a:lnTo>
                <a:lnTo>
                  <a:pt x="1670344" y="351010"/>
                </a:lnTo>
                <a:lnTo>
                  <a:pt x="1664504" y="356405"/>
                </a:lnTo>
                <a:lnTo>
                  <a:pt x="1655785" y="364484"/>
                </a:lnTo>
                <a:lnTo>
                  <a:pt x="1647975" y="369905"/>
                </a:lnTo>
                <a:lnTo>
                  <a:pt x="1641226" y="376163"/>
                </a:lnTo>
                <a:lnTo>
                  <a:pt x="1626668" y="378281"/>
                </a:lnTo>
                <a:lnTo>
                  <a:pt x="1621141" y="383406"/>
                </a:lnTo>
                <a:lnTo>
                  <a:pt x="1612109" y="391509"/>
                </a:lnTo>
                <a:lnTo>
                  <a:pt x="1606249" y="396906"/>
                </a:lnTo>
                <a:lnTo>
                  <a:pt x="1597550" y="404969"/>
                </a:lnTo>
                <a:lnTo>
                  <a:pt x="1588260" y="410407"/>
                </a:lnTo>
                <a:lnTo>
                  <a:pt x="1582992" y="415292"/>
                </a:lnTo>
                <a:lnTo>
                  <a:pt x="1568433" y="418665"/>
                </a:lnTo>
                <a:lnTo>
                  <a:pt x="1562779" y="423907"/>
                </a:lnTo>
                <a:lnTo>
                  <a:pt x="1553874" y="432009"/>
                </a:lnTo>
                <a:lnTo>
                  <a:pt x="1547982" y="437408"/>
                </a:lnTo>
                <a:lnTo>
                  <a:pt x="1539315" y="445443"/>
                </a:lnTo>
                <a:lnTo>
                  <a:pt x="1527440" y="450908"/>
                </a:lnTo>
                <a:lnTo>
                  <a:pt x="1524756" y="453397"/>
                </a:lnTo>
                <a:lnTo>
                  <a:pt x="1510197" y="459099"/>
                </a:lnTo>
                <a:lnTo>
                  <a:pt x="1504470" y="464409"/>
                </a:lnTo>
                <a:lnTo>
                  <a:pt x="1495639" y="472509"/>
                </a:lnTo>
                <a:lnTo>
                  <a:pt x="1489694" y="477909"/>
                </a:lnTo>
                <a:lnTo>
                  <a:pt x="1481080" y="485896"/>
                </a:lnTo>
                <a:lnTo>
                  <a:pt x="1466521" y="490476"/>
                </a:lnTo>
                <a:lnTo>
                  <a:pt x="1465514" y="491410"/>
                </a:lnTo>
                <a:lnTo>
                  <a:pt x="1451962" y="499562"/>
                </a:lnTo>
                <a:lnTo>
                  <a:pt x="1446192" y="504911"/>
                </a:lnTo>
                <a:lnTo>
                  <a:pt x="1437403" y="513009"/>
                </a:lnTo>
                <a:lnTo>
                  <a:pt x="1431366" y="518411"/>
                </a:lnTo>
                <a:lnTo>
                  <a:pt x="1422845" y="526313"/>
                </a:lnTo>
                <a:lnTo>
                  <a:pt x="1408286" y="529071"/>
                </a:lnTo>
                <a:lnTo>
                  <a:pt x="1405222" y="531912"/>
                </a:lnTo>
                <a:lnTo>
                  <a:pt x="1393727" y="540019"/>
                </a:lnTo>
                <a:lnTo>
                  <a:pt x="1387871" y="545412"/>
                </a:lnTo>
                <a:lnTo>
                  <a:pt x="1379168" y="553475"/>
                </a:lnTo>
                <a:lnTo>
                  <a:pt x="1364610" y="554747"/>
                </a:lnTo>
                <a:lnTo>
                  <a:pt x="1360118" y="558913"/>
                </a:lnTo>
                <a:lnTo>
                  <a:pt x="1350051" y="567014"/>
                </a:lnTo>
                <a:lnTo>
                  <a:pt x="1344006" y="572413"/>
                </a:lnTo>
                <a:lnTo>
                  <a:pt x="1335492" y="580307"/>
                </a:lnTo>
                <a:lnTo>
                  <a:pt x="1320933" y="580665"/>
                </a:lnTo>
                <a:lnTo>
                  <a:pt x="1315270" y="585914"/>
                </a:lnTo>
                <a:lnTo>
                  <a:pt x="1306374" y="594011"/>
                </a:lnTo>
                <a:lnTo>
                  <a:pt x="1294927" y="599414"/>
                </a:lnTo>
                <a:lnTo>
                  <a:pt x="1291816" y="602300"/>
                </a:lnTo>
                <a:lnTo>
                  <a:pt x="1277257" y="607519"/>
                </a:lnTo>
                <a:lnTo>
                  <a:pt x="1271337" y="612915"/>
                </a:lnTo>
                <a:lnTo>
                  <a:pt x="1262698" y="620921"/>
                </a:lnTo>
                <a:lnTo>
                  <a:pt x="1248139" y="621264"/>
                </a:lnTo>
                <a:lnTo>
                  <a:pt x="1242582" y="626415"/>
                </a:lnTo>
                <a:lnTo>
                  <a:pt x="1233581" y="634514"/>
                </a:lnTo>
                <a:lnTo>
                  <a:pt x="1224336" y="639916"/>
                </a:lnTo>
                <a:lnTo>
                  <a:pt x="1219022" y="644844"/>
                </a:lnTo>
                <a:lnTo>
                  <a:pt x="1204463" y="648024"/>
                </a:lnTo>
                <a:lnTo>
                  <a:pt x="1198586" y="653416"/>
                </a:lnTo>
                <a:lnTo>
                  <a:pt x="1189904" y="661460"/>
                </a:lnTo>
                <a:lnTo>
                  <a:pt x="1175345" y="661925"/>
                </a:lnTo>
                <a:lnTo>
                  <a:pt x="1169961" y="666917"/>
                </a:lnTo>
                <a:lnTo>
                  <a:pt x="1160787" y="675016"/>
                </a:lnTo>
                <a:lnTo>
                  <a:pt x="1152882" y="680417"/>
                </a:lnTo>
                <a:lnTo>
                  <a:pt x="1146228" y="686588"/>
                </a:lnTo>
                <a:lnTo>
                  <a:pt x="1131669" y="688530"/>
                </a:lnTo>
                <a:lnTo>
                  <a:pt x="1125821" y="693918"/>
                </a:lnTo>
                <a:lnTo>
                  <a:pt x="1117110" y="701984"/>
                </a:lnTo>
                <a:lnTo>
                  <a:pt x="1102551" y="702689"/>
                </a:lnTo>
                <a:lnTo>
                  <a:pt x="1097451" y="707419"/>
                </a:lnTo>
                <a:lnTo>
                  <a:pt x="1087993" y="715519"/>
                </a:lnTo>
                <a:lnTo>
                  <a:pt x="1080904" y="720919"/>
                </a:lnTo>
                <a:lnTo>
                  <a:pt x="1073434" y="727846"/>
                </a:lnTo>
                <a:lnTo>
                  <a:pt x="1058875" y="729039"/>
                </a:lnTo>
                <a:lnTo>
                  <a:pt x="1053050" y="734420"/>
                </a:lnTo>
                <a:lnTo>
                  <a:pt x="1044316" y="742499"/>
                </a:lnTo>
                <a:lnTo>
                  <a:pt x="1029758" y="743623"/>
                </a:lnTo>
                <a:lnTo>
                  <a:pt x="1025123" y="747920"/>
                </a:lnTo>
                <a:lnTo>
                  <a:pt x="1015199" y="756021"/>
                </a:lnTo>
                <a:lnTo>
                  <a:pt x="1008606" y="761421"/>
                </a:lnTo>
                <a:lnTo>
                  <a:pt x="1000640" y="768807"/>
                </a:lnTo>
                <a:lnTo>
                  <a:pt x="986081" y="769554"/>
                </a:lnTo>
                <a:lnTo>
                  <a:pt x="980279" y="774921"/>
                </a:lnTo>
                <a:lnTo>
                  <a:pt x="971522" y="783009"/>
                </a:lnTo>
                <a:lnTo>
                  <a:pt x="956964" y="784835"/>
                </a:lnTo>
                <a:lnTo>
                  <a:pt x="953096" y="788422"/>
                </a:lnTo>
                <a:lnTo>
                  <a:pt x="942405" y="796523"/>
                </a:lnTo>
                <a:lnTo>
                  <a:pt x="936114" y="801922"/>
                </a:lnTo>
                <a:lnTo>
                  <a:pt x="927846" y="809588"/>
                </a:lnTo>
                <a:lnTo>
                  <a:pt x="913287" y="810076"/>
                </a:lnTo>
                <a:lnTo>
                  <a:pt x="907513" y="815423"/>
                </a:lnTo>
                <a:lnTo>
                  <a:pt x="898728" y="823515"/>
                </a:lnTo>
                <a:lnTo>
                  <a:pt x="884170" y="826505"/>
                </a:lnTo>
                <a:lnTo>
                  <a:pt x="881561" y="828923"/>
                </a:lnTo>
                <a:lnTo>
                  <a:pt x="869611" y="837025"/>
                </a:lnTo>
                <a:lnTo>
                  <a:pt x="863504" y="842424"/>
                </a:lnTo>
                <a:lnTo>
                  <a:pt x="855052" y="850260"/>
                </a:lnTo>
                <a:lnTo>
                  <a:pt x="840493" y="850612"/>
                </a:lnTo>
                <a:lnTo>
                  <a:pt x="834760" y="855924"/>
                </a:lnTo>
                <a:lnTo>
                  <a:pt x="825935" y="864020"/>
                </a:lnTo>
                <a:lnTo>
                  <a:pt x="811376" y="868926"/>
                </a:lnTo>
                <a:lnTo>
                  <a:pt x="810838" y="869425"/>
                </a:lnTo>
                <a:lnTo>
                  <a:pt x="796817" y="877528"/>
                </a:lnTo>
                <a:lnTo>
                  <a:pt x="787552" y="882926"/>
                </a:lnTo>
                <a:lnTo>
                  <a:pt x="782258" y="887832"/>
                </a:lnTo>
                <a:lnTo>
                  <a:pt x="776586" y="882926"/>
                </a:lnTo>
                <a:lnTo>
                  <a:pt x="767699" y="877565"/>
                </a:lnTo>
                <a:lnTo>
                  <a:pt x="755350" y="869425"/>
                </a:lnTo>
                <a:lnTo>
                  <a:pt x="753141" y="867526"/>
                </a:lnTo>
                <a:lnTo>
                  <a:pt x="738582" y="862859"/>
                </a:lnTo>
                <a:lnTo>
                  <a:pt x="730165" y="855924"/>
                </a:lnTo>
                <a:lnTo>
                  <a:pt x="724023" y="851309"/>
                </a:lnTo>
                <a:lnTo>
                  <a:pt x="709464" y="845631"/>
                </a:lnTo>
                <a:lnTo>
                  <a:pt x="705832" y="842424"/>
                </a:lnTo>
                <a:lnTo>
                  <a:pt x="694905" y="836764"/>
                </a:lnTo>
                <a:lnTo>
                  <a:pt x="684111" y="828923"/>
                </a:lnTo>
                <a:lnTo>
                  <a:pt x="680347" y="825773"/>
                </a:lnTo>
                <a:lnTo>
                  <a:pt x="665788" y="821646"/>
                </a:lnTo>
                <a:lnTo>
                  <a:pt x="658472" y="815423"/>
                </a:lnTo>
                <a:lnTo>
                  <a:pt x="651229" y="810422"/>
                </a:lnTo>
                <a:lnTo>
                  <a:pt x="642209" y="801922"/>
                </a:lnTo>
                <a:lnTo>
                  <a:pt x="636670" y="796042"/>
                </a:lnTo>
                <a:lnTo>
                  <a:pt x="628869" y="788422"/>
                </a:lnTo>
                <a:lnTo>
                  <a:pt x="622112" y="778083"/>
                </a:lnTo>
                <a:lnTo>
                  <a:pt x="618758" y="774921"/>
                </a:lnTo>
                <a:lnTo>
                  <a:pt x="611618" y="761421"/>
                </a:lnTo>
                <a:lnTo>
                  <a:pt x="607553" y="757474"/>
                </a:lnTo>
                <a:lnTo>
                  <a:pt x="598747" y="747920"/>
                </a:lnTo>
                <a:lnTo>
                  <a:pt x="592994" y="741496"/>
                </a:lnTo>
                <a:lnTo>
                  <a:pt x="585657" y="734420"/>
                </a:lnTo>
                <a:lnTo>
                  <a:pt x="578435" y="721925"/>
                </a:lnTo>
                <a:lnTo>
                  <a:pt x="577365" y="720919"/>
                </a:lnTo>
                <a:lnTo>
                  <a:pt x="568500" y="707419"/>
                </a:lnTo>
                <a:lnTo>
                  <a:pt x="563876" y="702860"/>
                </a:lnTo>
                <a:lnTo>
                  <a:pt x="555292" y="693918"/>
                </a:lnTo>
                <a:lnTo>
                  <a:pt x="549317" y="686820"/>
                </a:lnTo>
                <a:lnTo>
                  <a:pt x="542619" y="680417"/>
                </a:lnTo>
                <a:lnTo>
                  <a:pt x="535922" y="666917"/>
                </a:lnTo>
                <a:lnTo>
                  <a:pt x="534759" y="665813"/>
                </a:lnTo>
                <a:lnTo>
                  <a:pt x="525232" y="653416"/>
                </a:lnTo>
                <a:lnTo>
                  <a:pt x="520200" y="648348"/>
                </a:lnTo>
                <a:lnTo>
                  <a:pt x="511856" y="639916"/>
                </a:lnTo>
                <a:lnTo>
                  <a:pt x="505641" y="631927"/>
                </a:lnTo>
                <a:lnTo>
                  <a:pt x="499837" y="626415"/>
                </a:lnTo>
                <a:lnTo>
                  <a:pt x="493641" y="612915"/>
                </a:lnTo>
                <a:lnTo>
                  <a:pt x="491082" y="610472"/>
                </a:lnTo>
                <a:lnTo>
                  <a:pt x="481867" y="599414"/>
                </a:lnTo>
                <a:lnTo>
                  <a:pt x="476524" y="593875"/>
                </a:lnTo>
                <a:lnTo>
                  <a:pt x="468470" y="585914"/>
                </a:lnTo>
                <a:lnTo>
                  <a:pt x="461965" y="576708"/>
                </a:lnTo>
                <a:lnTo>
                  <a:pt x="457421" y="572413"/>
                </a:lnTo>
                <a:lnTo>
                  <a:pt x="450952" y="558913"/>
                </a:lnTo>
                <a:lnTo>
                  <a:pt x="447406" y="555498"/>
                </a:lnTo>
                <a:lnTo>
                  <a:pt x="437541" y="545412"/>
                </a:lnTo>
                <a:lnTo>
                  <a:pt x="432847" y="540956"/>
                </a:lnTo>
                <a:lnTo>
                  <a:pt x="423380" y="531912"/>
                </a:lnTo>
                <a:lnTo>
                  <a:pt x="418288" y="527112"/>
                </a:lnTo>
                <a:lnTo>
                  <a:pt x="409133" y="518411"/>
                </a:lnTo>
                <a:lnTo>
                  <a:pt x="403730" y="513299"/>
                </a:lnTo>
                <a:lnTo>
                  <a:pt x="394864" y="504911"/>
                </a:lnTo>
                <a:lnTo>
                  <a:pt x="389171" y="499501"/>
                </a:lnTo>
                <a:lnTo>
                  <a:pt x="380589" y="491410"/>
                </a:lnTo>
                <a:lnTo>
                  <a:pt x="374612" y="485701"/>
                </a:lnTo>
                <a:lnTo>
                  <a:pt x="366324" y="477909"/>
                </a:lnTo>
                <a:lnTo>
                  <a:pt x="360053" y="471883"/>
                </a:lnTo>
                <a:lnTo>
                  <a:pt x="352084" y="464409"/>
                </a:lnTo>
                <a:lnTo>
                  <a:pt x="345494" y="458028"/>
                </a:lnTo>
                <a:lnTo>
                  <a:pt x="337888" y="450908"/>
                </a:lnTo>
                <a:lnTo>
                  <a:pt x="330936" y="444119"/>
                </a:lnTo>
                <a:lnTo>
                  <a:pt x="323756" y="437408"/>
                </a:lnTo>
                <a:lnTo>
                  <a:pt x="316377" y="430131"/>
                </a:lnTo>
                <a:lnTo>
                  <a:pt x="309710" y="423907"/>
                </a:lnTo>
                <a:lnTo>
                  <a:pt x="301818" y="416039"/>
                </a:lnTo>
                <a:lnTo>
                  <a:pt x="295779" y="410407"/>
                </a:lnTo>
                <a:lnTo>
                  <a:pt x="287259" y="401809"/>
                </a:lnTo>
                <a:lnTo>
                  <a:pt x="281998" y="396906"/>
                </a:lnTo>
                <a:lnTo>
                  <a:pt x="272701" y="387401"/>
                </a:lnTo>
                <a:lnTo>
                  <a:pt x="268410" y="383406"/>
                </a:lnTo>
                <a:lnTo>
                  <a:pt x="258142" y="372766"/>
                </a:lnTo>
                <a:lnTo>
                  <a:pt x="255069" y="369905"/>
                </a:lnTo>
                <a:lnTo>
                  <a:pt x="243583" y="357840"/>
                </a:lnTo>
                <a:lnTo>
                  <a:pt x="242040" y="356405"/>
                </a:lnTo>
                <a:lnTo>
                  <a:pt x="229272" y="342904"/>
                </a:lnTo>
                <a:lnTo>
                  <a:pt x="229024" y="342673"/>
                </a:lnTo>
                <a:lnTo>
                  <a:pt x="215905" y="329404"/>
                </a:lnTo>
                <a:lnTo>
                  <a:pt x="214465" y="328062"/>
                </a:lnTo>
                <a:lnTo>
                  <a:pt x="202296" y="315903"/>
                </a:lnTo>
                <a:lnTo>
                  <a:pt x="199907" y="313673"/>
                </a:lnTo>
                <a:lnTo>
                  <a:pt x="188499" y="302402"/>
                </a:lnTo>
                <a:lnTo>
                  <a:pt x="185348" y="299458"/>
                </a:lnTo>
                <a:lnTo>
                  <a:pt x="174556" y="288902"/>
                </a:lnTo>
                <a:lnTo>
                  <a:pt x="170789" y="285376"/>
                </a:lnTo>
                <a:lnTo>
                  <a:pt x="160501" y="275401"/>
                </a:lnTo>
                <a:lnTo>
                  <a:pt x="156230" y="271397"/>
                </a:lnTo>
                <a:lnTo>
                  <a:pt x="146361" y="261901"/>
                </a:lnTo>
                <a:lnTo>
                  <a:pt x="141671" y="257494"/>
                </a:lnTo>
                <a:lnTo>
                  <a:pt x="132160" y="248400"/>
                </a:lnTo>
                <a:lnTo>
                  <a:pt x="127113" y="243644"/>
                </a:lnTo>
                <a:lnTo>
                  <a:pt x="117917" y="234900"/>
                </a:lnTo>
                <a:lnTo>
                  <a:pt x="112554" y="229829"/>
                </a:lnTo>
                <a:lnTo>
                  <a:pt x="103645" y="221399"/>
                </a:lnTo>
                <a:lnTo>
                  <a:pt x="97995" y="216035"/>
                </a:lnTo>
                <a:lnTo>
                  <a:pt x="89351" y="207899"/>
                </a:lnTo>
                <a:lnTo>
                  <a:pt x="83436" y="202255"/>
                </a:lnTo>
                <a:lnTo>
                  <a:pt x="75012" y="194398"/>
                </a:lnTo>
                <a:lnTo>
                  <a:pt x="68878" y="188541"/>
                </a:lnTo>
                <a:lnTo>
                  <a:pt x="60680" y="180898"/>
                </a:lnTo>
                <a:lnTo>
                  <a:pt x="54319" y="174915"/>
                </a:lnTo>
                <a:lnTo>
                  <a:pt x="46253" y="167397"/>
                </a:lnTo>
                <a:lnTo>
                  <a:pt x="39760" y="161284"/>
                </a:lnTo>
                <a:lnTo>
                  <a:pt x="31831" y="153897"/>
                </a:lnTo>
                <a:lnTo>
                  <a:pt x="25201" y="147648"/>
                </a:lnTo>
                <a:lnTo>
                  <a:pt x="16976" y="140396"/>
                </a:lnTo>
                <a:lnTo>
                  <a:pt x="10642" y="134414"/>
                </a:lnTo>
                <a:lnTo>
                  <a:pt x="98" y="140396"/>
                </a:lnTo>
                <a:lnTo>
                  <a:pt x="0" y="153897"/>
                </a:lnTo>
                <a:lnTo>
                  <a:pt x="543" y="167397"/>
                </a:lnTo>
                <a:lnTo>
                  <a:pt x="1039" y="180898"/>
                </a:lnTo>
                <a:lnTo>
                  <a:pt x="1510" y="194398"/>
                </a:lnTo>
                <a:lnTo>
                  <a:pt x="1976" y="207899"/>
                </a:lnTo>
                <a:lnTo>
                  <a:pt x="2387" y="221399"/>
                </a:lnTo>
                <a:lnTo>
                  <a:pt x="2750" y="234900"/>
                </a:lnTo>
                <a:lnTo>
                  <a:pt x="3073" y="248400"/>
                </a:lnTo>
                <a:lnTo>
                  <a:pt x="3363" y="261901"/>
                </a:lnTo>
                <a:lnTo>
                  <a:pt x="3624" y="275401"/>
                </a:lnTo>
                <a:lnTo>
                  <a:pt x="3861" y="288902"/>
                </a:lnTo>
                <a:lnTo>
                  <a:pt x="4080" y="302402"/>
                </a:lnTo>
                <a:lnTo>
                  <a:pt x="4284" y="315903"/>
                </a:lnTo>
                <a:lnTo>
                  <a:pt x="4477" y="329404"/>
                </a:lnTo>
                <a:lnTo>
                  <a:pt x="4663" y="342904"/>
                </a:lnTo>
                <a:lnTo>
                  <a:pt x="4846" y="356405"/>
                </a:lnTo>
                <a:lnTo>
                  <a:pt x="4832" y="369905"/>
                </a:lnTo>
                <a:lnTo>
                  <a:pt x="5179" y="383406"/>
                </a:lnTo>
                <a:lnTo>
                  <a:pt x="5883" y="396906"/>
                </a:lnTo>
                <a:lnTo>
                  <a:pt x="10642" y="407342"/>
                </a:lnTo>
                <a:lnTo>
                  <a:pt x="13167" y="410407"/>
                </a:lnTo>
                <a:lnTo>
                  <a:pt x="18530" y="423907"/>
                </a:lnTo>
                <a:lnTo>
                  <a:pt x="19853" y="437408"/>
                </a:lnTo>
                <a:lnTo>
                  <a:pt x="24117" y="450908"/>
                </a:lnTo>
                <a:lnTo>
                  <a:pt x="25201" y="452399"/>
                </a:lnTo>
                <a:lnTo>
                  <a:pt x="32393" y="464409"/>
                </a:lnTo>
                <a:lnTo>
                  <a:pt x="34030" y="477909"/>
                </a:lnTo>
                <a:lnTo>
                  <a:pt x="36664" y="491410"/>
                </a:lnTo>
                <a:lnTo>
                  <a:pt x="39760" y="496314"/>
                </a:lnTo>
                <a:lnTo>
                  <a:pt x="45789" y="504911"/>
                </a:lnTo>
                <a:lnTo>
                  <a:pt x="48269" y="518411"/>
                </a:lnTo>
                <a:lnTo>
                  <a:pt x="50005" y="531912"/>
                </a:lnTo>
                <a:lnTo>
                  <a:pt x="54319" y="540258"/>
                </a:lnTo>
                <a:lnTo>
                  <a:pt x="58363" y="545412"/>
                </a:lnTo>
                <a:lnTo>
                  <a:pt x="62455" y="558913"/>
                </a:lnTo>
                <a:lnTo>
                  <a:pt x="63789" y="572413"/>
                </a:lnTo>
                <a:lnTo>
                  <a:pt x="68878" y="585173"/>
                </a:lnTo>
                <a:lnTo>
                  <a:pt x="69511" y="585914"/>
                </a:lnTo>
                <a:lnTo>
                  <a:pt x="76469" y="599414"/>
                </a:lnTo>
                <a:lnTo>
                  <a:pt x="77884" y="612915"/>
                </a:lnTo>
                <a:lnTo>
                  <a:pt x="81240" y="626415"/>
                </a:lnTo>
                <a:lnTo>
                  <a:pt x="83436" y="629629"/>
                </a:lnTo>
                <a:lnTo>
                  <a:pt x="90139" y="639916"/>
                </a:lnTo>
                <a:lnTo>
                  <a:pt x="92108" y="653416"/>
                </a:lnTo>
                <a:lnTo>
                  <a:pt x="94247" y="666917"/>
                </a:lnTo>
                <a:lnTo>
                  <a:pt x="97995" y="673417"/>
                </a:lnTo>
                <a:lnTo>
                  <a:pt x="103192" y="680417"/>
                </a:lnTo>
                <a:lnTo>
                  <a:pt x="106335" y="693918"/>
                </a:lnTo>
                <a:lnTo>
                  <a:pt x="107801" y="707419"/>
                </a:lnTo>
                <a:lnTo>
                  <a:pt x="112554" y="717746"/>
                </a:lnTo>
                <a:lnTo>
                  <a:pt x="115169" y="720919"/>
                </a:lnTo>
                <a:lnTo>
                  <a:pt x="120456" y="734420"/>
                </a:lnTo>
                <a:lnTo>
                  <a:pt x="121769" y="747920"/>
                </a:lnTo>
                <a:lnTo>
                  <a:pt x="126101" y="761421"/>
                </a:lnTo>
                <a:lnTo>
                  <a:pt x="127113" y="762808"/>
                </a:lnTo>
                <a:lnTo>
                  <a:pt x="134328" y="774921"/>
                </a:lnTo>
                <a:lnTo>
                  <a:pt x="135946" y="788422"/>
                </a:lnTo>
                <a:lnTo>
                  <a:pt x="138618" y="801922"/>
                </a:lnTo>
                <a:lnTo>
                  <a:pt x="141671" y="806737"/>
                </a:lnTo>
                <a:lnTo>
                  <a:pt x="147741" y="815423"/>
                </a:lnTo>
                <a:lnTo>
                  <a:pt x="150187" y="828923"/>
                </a:lnTo>
                <a:lnTo>
                  <a:pt x="151924" y="842424"/>
                </a:lnTo>
                <a:lnTo>
                  <a:pt x="156230" y="850686"/>
                </a:lnTo>
                <a:lnTo>
                  <a:pt x="160345" y="855924"/>
                </a:lnTo>
                <a:lnTo>
                  <a:pt x="164378" y="869425"/>
                </a:lnTo>
                <a:lnTo>
                  <a:pt x="165706" y="882926"/>
                </a:lnTo>
                <a:lnTo>
                  <a:pt x="170789" y="895546"/>
                </a:lnTo>
                <a:lnTo>
                  <a:pt x="171543" y="896426"/>
                </a:lnTo>
                <a:lnTo>
                  <a:pt x="178398" y="909927"/>
                </a:lnTo>
                <a:lnTo>
                  <a:pt x="179800" y="923427"/>
                </a:lnTo>
                <a:lnTo>
                  <a:pt x="183207" y="936928"/>
                </a:lnTo>
                <a:lnTo>
                  <a:pt x="185348" y="940048"/>
                </a:lnTo>
                <a:lnTo>
                  <a:pt x="192081" y="950428"/>
                </a:lnTo>
                <a:lnTo>
                  <a:pt x="194025" y="963929"/>
                </a:lnTo>
                <a:lnTo>
                  <a:pt x="196192" y="977429"/>
                </a:lnTo>
                <a:lnTo>
                  <a:pt x="199907" y="983837"/>
                </a:lnTo>
                <a:lnTo>
                  <a:pt x="205156" y="990930"/>
                </a:lnTo>
                <a:lnTo>
                  <a:pt x="208255" y="1004430"/>
                </a:lnTo>
                <a:lnTo>
                  <a:pt x="209720" y="1017931"/>
                </a:lnTo>
                <a:lnTo>
                  <a:pt x="214465" y="1028151"/>
                </a:lnTo>
                <a:lnTo>
                  <a:pt x="217172" y="1031431"/>
                </a:lnTo>
                <a:lnTo>
                  <a:pt x="222381" y="1044932"/>
                </a:lnTo>
                <a:lnTo>
                  <a:pt x="223686" y="1058432"/>
                </a:lnTo>
                <a:lnTo>
                  <a:pt x="228085" y="1071933"/>
                </a:lnTo>
                <a:lnTo>
                  <a:pt x="229024" y="1073216"/>
                </a:lnTo>
                <a:lnTo>
                  <a:pt x="236263" y="1085434"/>
                </a:lnTo>
                <a:lnTo>
                  <a:pt x="237863" y="1098934"/>
                </a:lnTo>
                <a:lnTo>
                  <a:pt x="240572" y="1112435"/>
                </a:lnTo>
                <a:lnTo>
                  <a:pt x="243583" y="1117160"/>
                </a:lnTo>
                <a:lnTo>
                  <a:pt x="249693" y="1125935"/>
                </a:lnTo>
                <a:lnTo>
                  <a:pt x="252105" y="1139436"/>
                </a:lnTo>
                <a:lnTo>
                  <a:pt x="253844" y="1152936"/>
                </a:lnTo>
                <a:lnTo>
                  <a:pt x="258142" y="1161115"/>
                </a:lnTo>
                <a:lnTo>
                  <a:pt x="262325" y="1166437"/>
                </a:lnTo>
                <a:lnTo>
                  <a:pt x="266300" y="1179937"/>
                </a:lnTo>
                <a:lnTo>
                  <a:pt x="267623" y="1193438"/>
                </a:lnTo>
                <a:lnTo>
                  <a:pt x="272701" y="1205920"/>
                </a:lnTo>
                <a:lnTo>
                  <a:pt x="273573" y="1206938"/>
                </a:lnTo>
                <a:lnTo>
                  <a:pt x="280328" y="1220439"/>
                </a:lnTo>
                <a:lnTo>
                  <a:pt x="281716" y="1233939"/>
                </a:lnTo>
                <a:lnTo>
                  <a:pt x="285174" y="1247440"/>
                </a:lnTo>
                <a:lnTo>
                  <a:pt x="287259" y="1250467"/>
                </a:lnTo>
                <a:lnTo>
                  <a:pt x="294023" y="1260941"/>
                </a:lnTo>
                <a:lnTo>
                  <a:pt x="295942" y="1274441"/>
                </a:lnTo>
                <a:lnTo>
                  <a:pt x="298125" y="1287942"/>
                </a:lnTo>
                <a:lnTo>
                  <a:pt x="301818" y="1294271"/>
                </a:lnTo>
                <a:lnTo>
                  <a:pt x="307120" y="1301442"/>
                </a:lnTo>
                <a:lnTo>
                  <a:pt x="310175" y="1314943"/>
                </a:lnTo>
                <a:lnTo>
                  <a:pt x="311638" y="1328443"/>
                </a:lnTo>
                <a:lnTo>
                  <a:pt x="316377" y="1338558"/>
                </a:lnTo>
                <a:lnTo>
                  <a:pt x="319173" y="1341944"/>
                </a:lnTo>
                <a:lnTo>
                  <a:pt x="324306" y="1355444"/>
                </a:lnTo>
                <a:lnTo>
                  <a:pt x="325602" y="1368945"/>
                </a:lnTo>
                <a:lnTo>
                  <a:pt x="325093" y="1382445"/>
                </a:lnTo>
                <a:lnTo>
                  <a:pt x="316377" y="1391964"/>
                </a:lnTo>
                <a:lnTo>
                  <a:pt x="312099" y="1395946"/>
                </a:lnTo>
                <a:lnTo>
                  <a:pt x="310552" y="1409446"/>
                </a:lnTo>
                <a:lnTo>
                  <a:pt x="301818" y="1419170"/>
                </a:lnTo>
                <a:lnTo>
                  <a:pt x="297747" y="1422947"/>
                </a:lnTo>
                <a:lnTo>
                  <a:pt x="295993" y="1436447"/>
                </a:lnTo>
                <a:lnTo>
                  <a:pt x="287259" y="1446388"/>
                </a:lnTo>
                <a:lnTo>
                  <a:pt x="283422" y="1449948"/>
                </a:lnTo>
                <a:lnTo>
                  <a:pt x="281435" y="1463449"/>
                </a:lnTo>
                <a:lnTo>
                  <a:pt x="272701" y="1473635"/>
                </a:lnTo>
                <a:lnTo>
                  <a:pt x="269128" y="1476949"/>
                </a:lnTo>
                <a:lnTo>
                  <a:pt x="266876" y="1490450"/>
                </a:lnTo>
                <a:lnTo>
                  <a:pt x="258142" y="1500915"/>
                </a:lnTo>
                <a:lnTo>
                  <a:pt x="254869" y="1503950"/>
                </a:lnTo>
                <a:lnTo>
                  <a:pt x="252318" y="1517451"/>
                </a:lnTo>
                <a:lnTo>
                  <a:pt x="243583" y="1528232"/>
                </a:lnTo>
                <a:lnTo>
                  <a:pt x="240651" y="1530951"/>
                </a:lnTo>
                <a:lnTo>
                  <a:pt x="237759" y="1544452"/>
                </a:lnTo>
                <a:lnTo>
                  <a:pt x="229024" y="1555702"/>
                </a:lnTo>
                <a:lnTo>
                  <a:pt x="226598" y="1557952"/>
                </a:lnTo>
                <a:lnTo>
                  <a:pt x="223200" y="1571453"/>
                </a:lnTo>
                <a:lnTo>
                  <a:pt x="214465" y="1583258"/>
                </a:lnTo>
                <a:lnTo>
                  <a:pt x="212638" y="1584953"/>
                </a:lnTo>
                <a:lnTo>
                  <a:pt x="208642" y="1598454"/>
                </a:lnTo>
                <a:lnTo>
                  <a:pt x="199907" y="1610913"/>
                </a:lnTo>
                <a:lnTo>
                  <a:pt x="198783" y="1611954"/>
                </a:lnTo>
                <a:lnTo>
                  <a:pt x="194083" y="1625455"/>
                </a:lnTo>
                <a:lnTo>
                  <a:pt x="185348" y="1638682"/>
                </a:lnTo>
                <a:lnTo>
                  <a:pt x="185053" y="1638955"/>
                </a:lnTo>
                <a:lnTo>
                  <a:pt x="179524" y="1652456"/>
                </a:lnTo>
                <a:lnTo>
                  <a:pt x="171701" y="1665957"/>
                </a:lnTo>
                <a:lnTo>
                  <a:pt x="170789" y="1666802"/>
                </a:lnTo>
                <a:lnTo>
                  <a:pt x="164966" y="1679457"/>
                </a:lnTo>
                <a:lnTo>
                  <a:pt x="158314" y="1692958"/>
                </a:lnTo>
                <a:lnTo>
                  <a:pt x="156230" y="1694890"/>
                </a:lnTo>
                <a:lnTo>
                  <a:pt x="150407" y="1706458"/>
                </a:lnTo>
                <a:lnTo>
                  <a:pt x="144752" y="1719959"/>
                </a:lnTo>
                <a:lnTo>
                  <a:pt x="141671" y="1722815"/>
                </a:lnTo>
                <a:lnTo>
                  <a:pt x="135848" y="1733459"/>
                </a:lnTo>
                <a:lnTo>
                  <a:pt x="131040" y="1746960"/>
                </a:lnTo>
                <a:lnTo>
                  <a:pt x="127113" y="1750602"/>
                </a:lnTo>
                <a:lnTo>
                  <a:pt x="121289" y="1760460"/>
                </a:lnTo>
                <a:lnTo>
                  <a:pt x="117201" y="1773961"/>
                </a:lnTo>
                <a:lnTo>
                  <a:pt x="112554" y="1778271"/>
                </a:lnTo>
                <a:lnTo>
                  <a:pt x="106731" y="1787461"/>
                </a:lnTo>
                <a:lnTo>
                  <a:pt x="103255" y="1800962"/>
                </a:lnTo>
                <a:lnTo>
                  <a:pt x="97995" y="1805840"/>
                </a:lnTo>
                <a:lnTo>
                  <a:pt x="92172" y="1814462"/>
                </a:lnTo>
                <a:lnTo>
                  <a:pt x="89217" y="1827963"/>
                </a:lnTo>
                <a:lnTo>
                  <a:pt x="83436" y="1833324"/>
                </a:lnTo>
                <a:lnTo>
                  <a:pt x="77614" y="1841464"/>
                </a:lnTo>
                <a:lnTo>
                  <a:pt x="75101" y="1854964"/>
                </a:lnTo>
                <a:lnTo>
                  <a:pt x="68878" y="1860736"/>
                </a:lnTo>
                <a:lnTo>
                  <a:pt x="63055" y="1868465"/>
                </a:lnTo>
                <a:lnTo>
                  <a:pt x="60918" y="1881965"/>
                </a:lnTo>
                <a:lnTo>
                  <a:pt x="54319" y="1888086"/>
                </a:lnTo>
                <a:lnTo>
                  <a:pt x="48496" y="1895466"/>
                </a:lnTo>
                <a:lnTo>
                  <a:pt x="50680" y="1895466"/>
                </a:lnTo>
                <a:lnTo>
                  <a:pt x="54319" y="1890854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D8A49-251B-4A39-8377-BE018C92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0270" y="3732447"/>
            <a:ext cx="2175330" cy="1893438"/>
          </a:xfrm>
          <a:custGeom xmlns:a="http://schemas.openxmlformats.org/drawingml/2006/main">
            <a:pathLst>
              <a:path w="2175330" h="1893438">
                <a:moveTo>
                  <a:pt x="49747" y="1891595"/>
                </a:moveTo>
                <a:lnTo>
                  <a:pt x="62316" y="1879937"/>
                </a:lnTo>
                <a:lnTo>
                  <a:pt x="62852" y="1866437"/>
                </a:lnTo>
                <a:lnTo>
                  <a:pt x="64306" y="1864506"/>
                </a:lnTo>
                <a:lnTo>
                  <a:pt x="76781" y="1852936"/>
                </a:lnTo>
                <a:lnTo>
                  <a:pt x="77410" y="1839436"/>
                </a:lnTo>
                <a:lnTo>
                  <a:pt x="78865" y="1837402"/>
                </a:lnTo>
                <a:lnTo>
                  <a:pt x="91229" y="1825935"/>
                </a:lnTo>
                <a:lnTo>
                  <a:pt x="91969" y="1812435"/>
                </a:lnTo>
                <a:lnTo>
                  <a:pt x="93424" y="1810281"/>
                </a:lnTo>
                <a:lnTo>
                  <a:pt x="105658" y="1798934"/>
                </a:lnTo>
                <a:lnTo>
                  <a:pt x="106528" y="1785434"/>
                </a:lnTo>
                <a:lnTo>
                  <a:pt x="107983" y="1783137"/>
                </a:lnTo>
                <a:lnTo>
                  <a:pt x="120063" y="1771933"/>
                </a:lnTo>
                <a:lnTo>
                  <a:pt x="121086" y="1758433"/>
                </a:lnTo>
                <a:lnTo>
                  <a:pt x="122541" y="1755969"/>
                </a:lnTo>
                <a:lnTo>
                  <a:pt x="134442" y="1744932"/>
                </a:lnTo>
                <a:lnTo>
                  <a:pt x="135645" y="1731432"/>
                </a:lnTo>
                <a:lnTo>
                  <a:pt x="137100" y="1728772"/>
                </a:lnTo>
                <a:lnTo>
                  <a:pt x="148789" y="1717931"/>
                </a:lnTo>
                <a:lnTo>
                  <a:pt x="150204" y="1704430"/>
                </a:lnTo>
                <a:lnTo>
                  <a:pt x="151659" y="1701539"/>
                </a:lnTo>
                <a:lnTo>
                  <a:pt x="163099" y="1690930"/>
                </a:lnTo>
                <a:lnTo>
                  <a:pt x="164762" y="1677429"/>
                </a:lnTo>
                <a:lnTo>
                  <a:pt x="166218" y="1674267"/>
                </a:lnTo>
                <a:lnTo>
                  <a:pt x="177365" y="1663929"/>
                </a:lnTo>
                <a:lnTo>
                  <a:pt x="179321" y="1650428"/>
                </a:lnTo>
                <a:lnTo>
                  <a:pt x="180777" y="1646946"/>
                </a:lnTo>
                <a:lnTo>
                  <a:pt x="191579" y="1636928"/>
                </a:lnTo>
                <a:lnTo>
                  <a:pt x="193880" y="1623427"/>
                </a:lnTo>
                <a:lnTo>
                  <a:pt x="195335" y="1619569"/>
                </a:lnTo>
                <a:lnTo>
                  <a:pt x="205732" y="1609927"/>
                </a:lnTo>
                <a:lnTo>
                  <a:pt x="208438" y="1596426"/>
                </a:lnTo>
                <a:lnTo>
                  <a:pt x="209894" y="1592126"/>
                </a:lnTo>
                <a:lnTo>
                  <a:pt x="219815" y="1582926"/>
                </a:lnTo>
                <a:lnTo>
                  <a:pt x="222997" y="1569425"/>
                </a:lnTo>
                <a:lnTo>
                  <a:pt x="224453" y="1564605"/>
                </a:lnTo>
                <a:lnTo>
                  <a:pt x="233812" y="1555925"/>
                </a:lnTo>
                <a:lnTo>
                  <a:pt x="237556" y="1542424"/>
                </a:lnTo>
                <a:lnTo>
                  <a:pt x="239012" y="1536996"/>
                </a:lnTo>
                <a:lnTo>
                  <a:pt x="247716" y="1528924"/>
                </a:lnTo>
                <a:lnTo>
                  <a:pt x="252115" y="1515423"/>
                </a:lnTo>
                <a:lnTo>
                  <a:pt x="253570" y="1509450"/>
                </a:lnTo>
                <a:lnTo>
                  <a:pt x="261688" y="1501922"/>
                </a:lnTo>
                <a:lnTo>
                  <a:pt x="266673" y="1488422"/>
                </a:lnTo>
                <a:lnTo>
                  <a:pt x="268129" y="1481833"/>
                </a:lnTo>
                <a:lnTo>
                  <a:pt x="275582" y="1474921"/>
                </a:lnTo>
                <a:lnTo>
                  <a:pt x="281232" y="1461421"/>
                </a:lnTo>
                <a:lnTo>
                  <a:pt x="282688" y="1454132"/>
                </a:lnTo>
                <a:lnTo>
                  <a:pt x="289387" y="1447920"/>
                </a:lnTo>
                <a:lnTo>
                  <a:pt x="295791" y="1434420"/>
                </a:lnTo>
                <a:lnTo>
                  <a:pt x="297247" y="1426339"/>
                </a:lnTo>
                <a:lnTo>
                  <a:pt x="303091" y="1420919"/>
                </a:lnTo>
                <a:lnTo>
                  <a:pt x="310349" y="1407419"/>
                </a:lnTo>
                <a:lnTo>
                  <a:pt x="311806" y="1398439"/>
                </a:lnTo>
                <a:lnTo>
                  <a:pt x="316681" y="1393918"/>
                </a:lnTo>
                <a:lnTo>
                  <a:pt x="324904" y="1380418"/>
                </a:lnTo>
                <a:lnTo>
                  <a:pt x="325816" y="1366917"/>
                </a:lnTo>
                <a:lnTo>
                  <a:pt x="324804" y="1353417"/>
                </a:lnTo>
                <a:lnTo>
                  <a:pt x="323442" y="1339916"/>
                </a:lnTo>
                <a:lnTo>
                  <a:pt x="313875" y="1326415"/>
                </a:lnTo>
                <a:lnTo>
                  <a:pt x="311806" y="1324230"/>
                </a:lnTo>
                <a:lnTo>
                  <a:pt x="310427" y="1312915"/>
                </a:lnTo>
                <a:lnTo>
                  <a:pt x="309519" y="1299414"/>
                </a:lnTo>
                <a:lnTo>
                  <a:pt x="304481" y="1285914"/>
                </a:lnTo>
                <a:lnTo>
                  <a:pt x="297247" y="1278179"/>
                </a:lnTo>
                <a:lnTo>
                  <a:pt x="296090" y="1272413"/>
                </a:lnTo>
                <a:lnTo>
                  <a:pt x="295342" y="1258913"/>
                </a:lnTo>
                <a:lnTo>
                  <a:pt x="292412" y="1245412"/>
                </a:lnTo>
                <a:lnTo>
                  <a:pt x="282688" y="1234666"/>
                </a:lnTo>
                <a:lnTo>
                  <a:pt x="281878" y="1231912"/>
                </a:lnTo>
                <a:lnTo>
                  <a:pt x="281029" y="1218411"/>
                </a:lnTo>
                <a:lnTo>
                  <a:pt x="279282" y="1204911"/>
                </a:lnTo>
                <a:lnTo>
                  <a:pt x="268129" y="1191905"/>
                </a:lnTo>
                <a:lnTo>
                  <a:pt x="267928" y="1191410"/>
                </a:lnTo>
                <a:lnTo>
                  <a:pt x="266658" y="1177910"/>
                </a:lnTo>
                <a:lnTo>
                  <a:pt x="265558" y="1164409"/>
                </a:lnTo>
                <a:lnTo>
                  <a:pt x="258606" y="1150909"/>
                </a:lnTo>
                <a:lnTo>
                  <a:pt x="253570" y="1145563"/>
                </a:lnTo>
                <a:lnTo>
                  <a:pt x="252292" y="1137408"/>
                </a:lnTo>
                <a:lnTo>
                  <a:pt x="251493" y="1123907"/>
                </a:lnTo>
                <a:lnTo>
                  <a:pt x="247638" y="1110407"/>
                </a:lnTo>
                <a:lnTo>
                  <a:pt x="239012" y="1101045"/>
                </a:lnTo>
                <a:lnTo>
                  <a:pt x="238004" y="1096906"/>
                </a:lnTo>
                <a:lnTo>
                  <a:pt x="237238" y="1083406"/>
                </a:lnTo>
                <a:lnTo>
                  <a:pt x="234968" y="1069905"/>
                </a:lnTo>
                <a:lnTo>
                  <a:pt x="224453" y="1057999"/>
                </a:lnTo>
                <a:lnTo>
                  <a:pt x="223900" y="1056405"/>
                </a:lnTo>
                <a:lnTo>
                  <a:pt x="222889" y="1042904"/>
                </a:lnTo>
                <a:lnTo>
                  <a:pt x="221509" y="1029404"/>
                </a:lnTo>
                <a:lnTo>
                  <a:pt x="211910" y="1015903"/>
                </a:lnTo>
                <a:lnTo>
                  <a:pt x="209894" y="1013774"/>
                </a:lnTo>
                <a:lnTo>
                  <a:pt x="208513" y="1002403"/>
                </a:lnTo>
                <a:lnTo>
                  <a:pt x="207595" y="988902"/>
                </a:lnTo>
                <a:lnTo>
                  <a:pt x="202511" y="975402"/>
                </a:lnTo>
                <a:lnTo>
                  <a:pt x="195335" y="967726"/>
                </a:lnTo>
                <a:lnTo>
                  <a:pt x="194176" y="961901"/>
                </a:lnTo>
                <a:lnTo>
                  <a:pt x="193423" y="948400"/>
                </a:lnTo>
                <a:lnTo>
                  <a:pt x="190449" y="934900"/>
                </a:lnTo>
                <a:lnTo>
                  <a:pt x="180777" y="924198"/>
                </a:lnTo>
                <a:lnTo>
                  <a:pt x="179963" y="921399"/>
                </a:lnTo>
                <a:lnTo>
                  <a:pt x="179113" y="907899"/>
                </a:lnTo>
                <a:lnTo>
                  <a:pt x="177341" y="894398"/>
                </a:lnTo>
                <a:lnTo>
                  <a:pt x="166218" y="881413"/>
                </a:lnTo>
                <a:lnTo>
                  <a:pt x="166010" y="880898"/>
                </a:lnTo>
                <a:lnTo>
                  <a:pt x="164743" y="867397"/>
                </a:lnTo>
                <a:lnTo>
                  <a:pt x="163629" y="853897"/>
                </a:lnTo>
                <a:lnTo>
                  <a:pt x="156656" y="840396"/>
                </a:lnTo>
                <a:lnTo>
                  <a:pt x="151659" y="835093"/>
                </a:lnTo>
                <a:lnTo>
                  <a:pt x="150378" y="826896"/>
                </a:lnTo>
                <a:lnTo>
                  <a:pt x="149571" y="813395"/>
                </a:lnTo>
                <a:lnTo>
                  <a:pt x="145659" y="799895"/>
                </a:lnTo>
                <a:lnTo>
                  <a:pt x="137100" y="790595"/>
                </a:lnTo>
                <a:lnTo>
                  <a:pt x="136090" y="786394"/>
                </a:lnTo>
                <a:lnTo>
                  <a:pt x="135321" y="772894"/>
                </a:lnTo>
                <a:lnTo>
                  <a:pt x="133017" y="759393"/>
                </a:lnTo>
                <a:lnTo>
                  <a:pt x="122541" y="747518"/>
                </a:lnTo>
                <a:lnTo>
                  <a:pt x="121984" y="745892"/>
                </a:lnTo>
                <a:lnTo>
                  <a:pt x="120974" y="732392"/>
                </a:lnTo>
                <a:lnTo>
                  <a:pt x="119574" y="718891"/>
                </a:lnTo>
                <a:lnTo>
                  <a:pt x="109945" y="705391"/>
                </a:lnTo>
                <a:lnTo>
                  <a:pt x="107983" y="703319"/>
                </a:lnTo>
                <a:lnTo>
                  <a:pt x="106599" y="691890"/>
                </a:lnTo>
                <a:lnTo>
                  <a:pt x="105670" y="678390"/>
                </a:lnTo>
                <a:lnTo>
                  <a:pt x="100509" y="664889"/>
                </a:lnTo>
                <a:lnTo>
                  <a:pt x="93424" y="657301"/>
                </a:lnTo>
                <a:lnTo>
                  <a:pt x="92262" y="651389"/>
                </a:lnTo>
                <a:lnTo>
                  <a:pt x="91504" y="637888"/>
                </a:lnTo>
                <a:lnTo>
                  <a:pt x="88485" y="624388"/>
                </a:lnTo>
                <a:lnTo>
                  <a:pt x="78865" y="613730"/>
                </a:lnTo>
                <a:lnTo>
                  <a:pt x="78047" y="610887"/>
                </a:lnTo>
                <a:lnTo>
                  <a:pt x="77196" y="597387"/>
                </a:lnTo>
                <a:lnTo>
                  <a:pt x="75400" y="583886"/>
                </a:lnTo>
                <a:lnTo>
                  <a:pt x="64306" y="570921"/>
                </a:lnTo>
                <a:lnTo>
                  <a:pt x="64092" y="570385"/>
                </a:lnTo>
                <a:lnTo>
                  <a:pt x="62828" y="556885"/>
                </a:lnTo>
                <a:lnTo>
                  <a:pt x="61700" y="543384"/>
                </a:lnTo>
                <a:lnTo>
                  <a:pt x="54705" y="529884"/>
                </a:lnTo>
                <a:lnTo>
                  <a:pt x="49747" y="524623"/>
                </a:lnTo>
                <a:lnTo>
                  <a:pt x="48464" y="516383"/>
                </a:lnTo>
                <a:lnTo>
                  <a:pt x="47650" y="502883"/>
                </a:lnTo>
                <a:lnTo>
                  <a:pt x="43678" y="489382"/>
                </a:lnTo>
                <a:lnTo>
                  <a:pt x="35189" y="480147"/>
                </a:lnTo>
                <a:lnTo>
                  <a:pt x="34175" y="475882"/>
                </a:lnTo>
                <a:lnTo>
                  <a:pt x="33403" y="462381"/>
                </a:lnTo>
                <a:lnTo>
                  <a:pt x="31066" y="448881"/>
                </a:lnTo>
                <a:lnTo>
                  <a:pt x="20630" y="437037"/>
                </a:lnTo>
                <a:lnTo>
                  <a:pt x="20067" y="435380"/>
                </a:lnTo>
                <a:lnTo>
                  <a:pt x="19058" y="421880"/>
                </a:lnTo>
                <a:lnTo>
                  <a:pt x="17646" y="408379"/>
                </a:lnTo>
                <a:lnTo>
                  <a:pt x="7994" y="394879"/>
                </a:lnTo>
                <a:lnTo>
                  <a:pt x="6071" y="386819"/>
                </a:lnTo>
                <a:lnTo>
                  <a:pt x="5892" y="381378"/>
                </a:lnTo>
                <a:lnTo>
                  <a:pt x="5693" y="367877"/>
                </a:lnTo>
                <a:lnTo>
                  <a:pt x="5538" y="354377"/>
                </a:lnTo>
                <a:lnTo>
                  <a:pt x="5386" y="340876"/>
                </a:lnTo>
                <a:lnTo>
                  <a:pt x="5246" y="327376"/>
                </a:lnTo>
                <a:lnTo>
                  <a:pt x="5117" y="313875"/>
                </a:lnTo>
                <a:lnTo>
                  <a:pt x="4996" y="300375"/>
                </a:lnTo>
                <a:lnTo>
                  <a:pt x="4880" y="286874"/>
                </a:lnTo>
                <a:lnTo>
                  <a:pt x="4767" y="273374"/>
                </a:lnTo>
                <a:lnTo>
                  <a:pt x="4656" y="259873"/>
                </a:lnTo>
                <a:lnTo>
                  <a:pt x="4543" y="246373"/>
                </a:lnTo>
                <a:lnTo>
                  <a:pt x="4427" y="232872"/>
                </a:lnTo>
                <a:lnTo>
                  <a:pt x="4306" y="219372"/>
                </a:lnTo>
                <a:lnTo>
                  <a:pt x="4176" y="205871"/>
                </a:lnTo>
                <a:lnTo>
                  <a:pt x="4037" y="192371"/>
                </a:lnTo>
                <a:lnTo>
                  <a:pt x="4032" y="178870"/>
                </a:lnTo>
                <a:lnTo>
                  <a:pt x="4189" y="165369"/>
                </a:lnTo>
                <a:lnTo>
                  <a:pt x="4571" y="151869"/>
                </a:lnTo>
                <a:lnTo>
                  <a:pt x="5456" y="138368"/>
                </a:lnTo>
                <a:lnTo>
                  <a:pt x="6071" y="138019"/>
                </a:lnTo>
                <a:lnTo>
                  <a:pt x="6440" y="138368"/>
                </a:lnTo>
                <a:lnTo>
                  <a:pt x="20630" y="150879"/>
                </a:lnTo>
                <a:lnTo>
                  <a:pt x="21680" y="151869"/>
                </a:lnTo>
                <a:lnTo>
                  <a:pt x="35189" y="164455"/>
                </a:lnTo>
                <a:lnTo>
                  <a:pt x="36160" y="165369"/>
                </a:lnTo>
                <a:lnTo>
                  <a:pt x="49747" y="178033"/>
                </a:lnTo>
                <a:lnTo>
                  <a:pt x="50637" y="178870"/>
                </a:lnTo>
                <a:lnTo>
                  <a:pt x="64306" y="191615"/>
                </a:lnTo>
                <a:lnTo>
                  <a:pt x="65098" y="192371"/>
                </a:lnTo>
                <a:lnTo>
                  <a:pt x="78865" y="205210"/>
                </a:lnTo>
                <a:lnTo>
                  <a:pt x="79558" y="205871"/>
                </a:lnTo>
                <a:lnTo>
                  <a:pt x="93424" y="218921"/>
                </a:lnTo>
                <a:lnTo>
                  <a:pt x="93898" y="219372"/>
                </a:lnTo>
                <a:lnTo>
                  <a:pt x="107983" y="232698"/>
                </a:lnTo>
                <a:lnTo>
                  <a:pt x="108167" y="232872"/>
                </a:lnTo>
                <a:lnTo>
                  <a:pt x="121179" y="246373"/>
                </a:lnTo>
                <a:lnTo>
                  <a:pt x="122541" y="247638"/>
                </a:lnTo>
                <a:lnTo>
                  <a:pt x="133263" y="259873"/>
                </a:lnTo>
                <a:lnTo>
                  <a:pt x="137100" y="263439"/>
                </a:lnTo>
                <a:lnTo>
                  <a:pt x="145862" y="273374"/>
                </a:lnTo>
                <a:lnTo>
                  <a:pt x="151659" y="278761"/>
                </a:lnTo>
                <a:lnTo>
                  <a:pt x="158869" y="286874"/>
                </a:lnTo>
                <a:lnTo>
                  <a:pt x="166218" y="293705"/>
                </a:lnTo>
                <a:lnTo>
                  <a:pt x="172197" y="300375"/>
                </a:lnTo>
                <a:lnTo>
                  <a:pt x="180777" y="308350"/>
                </a:lnTo>
                <a:lnTo>
                  <a:pt x="185780" y="313875"/>
                </a:lnTo>
                <a:lnTo>
                  <a:pt x="195335" y="322760"/>
                </a:lnTo>
                <a:lnTo>
                  <a:pt x="199563" y="327376"/>
                </a:lnTo>
                <a:lnTo>
                  <a:pt x="209894" y="336983"/>
                </a:lnTo>
                <a:lnTo>
                  <a:pt x="213503" y="340876"/>
                </a:lnTo>
                <a:lnTo>
                  <a:pt x="224453" y="351062"/>
                </a:lnTo>
                <a:lnTo>
                  <a:pt x="227566" y="354377"/>
                </a:lnTo>
                <a:lnTo>
                  <a:pt x="239012" y="365026"/>
                </a:lnTo>
                <a:lnTo>
                  <a:pt x="241726" y="367877"/>
                </a:lnTo>
                <a:lnTo>
                  <a:pt x="253570" y="378902"/>
                </a:lnTo>
                <a:lnTo>
                  <a:pt x="255959" y="381378"/>
                </a:lnTo>
                <a:lnTo>
                  <a:pt x="268129" y="392711"/>
                </a:lnTo>
                <a:lnTo>
                  <a:pt x="270249" y="394879"/>
                </a:lnTo>
                <a:lnTo>
                  <a:pt x="282688" y="406470"/>
                </a:lnTo>
                <a:lnTo>
                  <a:pt x="284580" y="408379"/>
                </a:lnTo>
                <a:lnTo>
                  <a:pt x="297247" y="420192"/>
                </a:lnTo>
                <a:lnTo>
                  <a:pt x="298939" y="421880"/>
                </a:lnTo>
                <a:lnTo>
                  <a:pt x="311806" y="433890"/>
                </a:lnTo>
                <a:lnTo>
                  <a:pt x="313316" y="435380"/>
                </a:lnTo>
                <a:lnTo>
                  <a:pt x="326364" y="447575"/>
                </a:lnTo>
                <a:lnTo>
                  <a:pt x="327701" y="448881"/>
                </a:lnTo>
                <a:lnTo>
                  <a:pt x="340923" y="461258"/>
                </a:lnTo>
                <a:lnTo>
                  <a:pt x="342084" y="462381"/>
                </a:lnTo>
                <a:lnTo>
                  <a:pt x="355482" y="474947"/>
                </a:lnTo>
                <a:lnTo>
                  <a:pt x="356455" y="475882"/>
                </a:lnTo>
                <a:lnTo>
                  <a:pt x="370041" y="488654"/>
                </a:lnTo>
                <a:lnTo>
                  <a:pt x="370803" y="489382"/>
                </a:lnTo>
                <a:lnTo>
                  <a:pt x="384599" y="502389"/>
                </a:lnTo>
                <a:lnTo>
                  <a:pt x="385119" y="502883"/>
                </a:lnTo>
                <a:lnTo>
                  <a:pt x="399158" y="516167"/>
                </a:lnTo>
                <a:lnTo>
                  <a:pt x="399387" y="516383"/>
                </a:lnTo>
                <a:lnTo>
                  <a:pt x="412731" y="529884"/>
                </a:lnTo>
                <a:lnTo>
                  <a:pt x="413717" y="530800"/>
                </a:lnTo>
                <a:lnTo>
                  <a:pt x="424736" y="543384"/>
                </a:lnTo>
                <a:lnTo>
                  <a:pt x="428276" y="546674"/>
                </a:lnTo>
                <a:lnTo>
                  <a:pt x="435188" y="556885"/>
                </a:lnTo>
                <a:lnTo>
                  <a:pt x="442835" y="564019"/>
                </a:lnTo>
                <a:lnTo>
                  <a:pt x="445289" y="570385"/>
                </a:lnTo>
                <a:lnTo>
                  <a:pt x="457393" y="581827"/>
                </a:lnTo>
                <a:lnTo>
                  <a:pt x="458848" y="583886"/>
                </a:lnTo>
                <a:lnTo>
                  <a:pt x="471952" y="596839"/>
                </a:lnTo>
                <a:lnTo>
                  <a:pt x="472481" y="597387"/>
                </a:lnTo>
                <a:lnTo>
                  <a:pt x="477258" y="610887"/>
                </a:lnTo>
                <a:lnTo>
                  <a:pt x="486511" y="619564"/>
                </a:lnTo>
                <a:lnTo>
                  <a:pt x="488638" y="624388"/>
                </a:lnTo>
                <a:lnTo>
                  <a:pt x="501070" y="636193"/>
                </a:lnTo>
                <a:lnTo>
                  <a:pt x="502389" y="637888"/>
                </a:lnTo>
                <a:lnTo>
                  <a:pt x="515629" y="651268"/>
                </a:lnTo>
                <a:lnTo>
                  <a:pt x="515748" y="651389"/>
                </a:lnTo>
                <a:lnTo>
                  <a:pt x="519779" y="664889"/>
                </a:lnTo>
                <a:lnTo>
                  <a:pt x="530187" y="674661"/>
                </a:lnTo>
                <a:lnTo>
                  <a:pt x="532073" y="678390"/>
                </a:lnTo>
                <a:lnTo>
                  <a:pt x="544746" y="690501"/>
                </a:lnTo>
                <a:lnTo>
                  <a:pt x="545915" y="691890"/>
                </a:lnTo>
                <a:lnTo>
                  <a:pt x="556220" y="705391"/>
                </a:lnTo>
                <a:lnTo>
                  <a:pt x="559305" y="708278"/>
                </a:lnTo>
                <a:lnTo>
                  <a:pt x="562641" y="718891"/>
                </a:lnTo>
                <a:lnTo>
                  <a:pt x="573864" y="729447"/>
                </a:lnTo>
                <a:lnTo>
                  <a:pt x="575566" y="732392"/>
                </a:lnTo>
                <a:lnTo>
                  <a:pt x="588423" y="744792"/>
                </a:lnTo>
                <a:lnTo>
                  <a:pt x="589408" y="745892"/>
                </a:lnTo>
                <a:lnTo>
                  <a:pt x="596917" y="759393"/>
                </a:lnTo>
                <a:lnTo>
                  <a:pt x="602981" y="765072"/>
                </a:lnTo>
                <a:lnTo>
                  <a:pt x="605740" y="772894"/>
                </a:lnTo>
                <a:lnTo>
                  <a:pt x="617540" y="784021"/>
                </a:lnTo>
                <a:lnTo>
                  <a:pt x="619091" y="786394"/>
                </a:lnTo>
                <a:lnTo>
                  <a:pt x="632099" y="799100"/>
                </a:lnTo>
                <a:lnTo>
                  <a:pt x="632847" y="799895"/>
                </a:lnTo>
                <a:lnTo>
                  <a:pt x="646658" y="812908"/>
                </a:lnTo>
                <a:lnTo>
                  <a:pt x="647363" y="813395"/>
                </a:lnTo>
                <a:lnTo>
                  <a:pt x="661216" y="825178"/>
                </a:lnTo>
                <a:lnTo>
                  <a:pt x="667555" y="826896"/>
                </a:lnTo>
                <a:lnTo>
                  <a:pt x="675775" y="834291"/>
                </a:lnTo>
                <a:lnTo>
                  <a:pt x="690334" y="839299"/>
                </a:lnTo>
                <a:lnTo>
                  <a:pt x="692453" y="840396"/>
                </a:lnTo>
                <a:lnTo>
                  <a:pt x="704893" y="851380"/>
                </a:lnTo>
                <a:lnTo>
                  <a:pt x="719401" y="853897"/>
                </a:lnTo>
                <a:lnTo>
                  <a:pt x="719452" y="853942"/>
                </a:lnTo>
                <a:lnTo>
                  <a:pt x="734011" y="865897"/>
                </a:lnTo>
                <a:lnTo>
                  <a:pt x="738445" y="867397"/>
                </a:lnTo>
                <a:lnTo>
                  <a:pt x="748569" y="876473"/>
                </a:lnTo>
                <a:lnTo>
                  <a:pt x="763128" y="880032"/>
                </a:lnTo>
                <a:lnTo>
                  <a:pt x="764564" y="880898"/>
                </a:lnTo>
                <a:lnTo>
                  <a:pt x="777687" y="892250"/>
                </a:lnTo>
                <a:lnTo>
                  <a:pt x="789935" y="880898"/>
                </a:lnTo>
                <a:lnTo>
                  <a:pt x="792246" y="879552"/>
                </a:lnTo>
                <a:lnTo>
                  <a:pt x="806804" y="877317"/>
                </a:lnTo>
                <a:lnTo>
                  <a:pt x="817501" y="867397"/>
                </a:lnTo>
                <a:lnTo>
                  <a:pt x="821363" y="866046"/>
                </a:lnTo>
                <a:lnTo>
                  <a:pt x="834608" y="853897"/>
                </a:lnTo>
                <a:lnTo>
                  <a:pt x="835922" y="852679"/>
                </a:lnTo>
                <a:lnTo>
                  <a:pt x="850481" y="852481"/>
                </a:lnTo>
                <a:lnTo>
                  <a:pt x="863515" y="840396"/>
                </a:lnTo>
                <a:lnTo>
                  <a:pt x="865039" y="839048"/>
                </a:lnTo>
                <a:lnTo>
                  <a:pt x="879598" y="835378"/>
                </a:lnTo>
                <a:lnTo>
                  <a:pt x="888746" y="826896"/>
                </a:lnTo>
                <a:lnTo>
                  <a:pt x="894157" y="825544"/>
                </a:lnTo>
                <a:lnTo>
                  <a:pt x="907345" y="813395"/>
                </a:lnTo>
                <a:lnTo>
                  <a:pt x="908716" y="812126"/>
                </a:lnTo>
                <a:lnTo>
                  <a:pt x="923275" y="811937"/>
                </a:lnTo>
                <a:lnTo>
                  <a:pt x="936262" y="799895"/>
                </a:lnTo>
                <a:lnTo>
                  <a:pt x="937833" y="798546"/>
                </a:lnTo>
                <a:lnTo>
                  <a:pt x="952392" y="792515"/>
                </a:lnTo>
                <a:lnTo>
                  <a:pt x="958993" y="786394"/>
                </a:lnTo>
                <a:lnTo>
                  <a:pt x="966951" y="785041"/>
                </a:lnTo>
                <a:lnTo>
                  <a:pt x="980103" y="772894"/>
                </a:lnTo>
                <a:lnTo>
                  <a:pt x="981510" y="771592"/>
                </a:lnTo>
                <a:lnTo>
                  <a:pt x="996069" y="771365"/>
                </a:lnTo>
                <a:lnTo>
                  <a:pt x="1008980" y="759393"/>
                </a:lnTo>
                <a:lnTo>
                  <a:pt x="1010627" y="758044"/>
                </a:lnTo>
                <a:lnTo>
                  <a:pt x="1025186" y="748131"/>
                </a:lnTo>
                <a:lnTo>
                  <a:pt x="1027600" y="745892"/>
                </a:lnTo>
                <a:lnTo>
                  <a:pt x="1039745" y="744537"/>
                </a:lnTo>
                <a:lnTo>
                  <a:pt x="1052874" y="732392"/>
                </a:lnTo>
                <a:lnTo>
                  <a:pt x="1054304" y="731072"/>
                </a:lnTo>
                <a:lnTo>
                  <a:pt x="1068863" y="730748"/>
                </a:lnTo>
                <a:lnTo>
                  <a:pt x="1081650" y="718891"/>
                </a:lnTo>
                <a:lnTo>
                  <a:pt x="1083421" y="717542"/>
                </a:lnTo>
                <a:lnTo>
                  <a:pt x="1097610" y="705391"/>
                </a:lnTo>
                <a:lnTo>
                  <a:pt x="1097980" y="705047"/>
                </a:lnTo>
                <a:lnTo>
                  <a:pt x="1112539" y="704032"/>
                </a:lnTo>
                <a:lnTo>
                  <a:pt x="1125652" y="691890"/>
                </a:lnTo>
                <a:lnTo>
                  <a:pt x="1127098" y="690558"/>
                </a:lnTo>
                <a:lnTo>
                  <a:pt x="1141656" y="690058"/>
                </a:lnTo>
                <a:lnTo>
                  <a:pt x="1154240" y="678390"/>
                </a:lnTo>
                <a:lnTo>
                  <a:pt x="1156215" y="677040"/>
                </a:lnTo>
                <a:lnTo>
                  <a:pt x="1169978" y="664889"/>
                </a:lnTo>
                <a:lnTo>
                  <a:pt x="1170774" y="664152"/>
                </a:lnTo>
                <a:lnTo>
                  <a:pt x="1185333" y="663525"/>
                </a:lnTo>
                <a:lnTo>
                  <a:pt x="1198432" y="651389"/>
                </a:lnTo>
                <a:lnTo>
                  <a:pt x="1199892" y="650050"/>
                </a:lnTo>
                <a:lnTo>
                  <a:pt x="1214450" y="649246"/>
                </a:lnTo>
                <a:lnTo>
                  <a:pt x="1226698" y="637888"/>
                </a:lnTo>
                <a:lnTo>
                  <a:pt x="1229009" y="636538"/>
                </a:lnTo>
                <a:lnTo>
                  <a:pt x="1242513" y="624388"/>
                </a:lnTo>
                <a:lnTo>
                  <a:pt x="1243568" y="623410"/>
                </a:lnTo>
                <a:lnTo>
                  <a:pt x="1258127" y="623014"/>
                </a:lnTo>
                <a:lnTo>
                  <a:pt x="1271212" y="610887"/>
                </a:lnTo>
                <a:lnTo>
                  <a:pt x="1272686" y="609544"/>
                </a:lnTo>
                <a:lnTo>
                  <a:pt x="1287244" y="608233"/>
                </a:lnTo>
                <a:lnTo>
                  <a:pt x="1298941" y="597387"/>
                </a:lnTo>
                <a:lnTo>
                  <a:pt x="1301803" y="596036"/>
                </a:lnTo>
                <a:lnTo>
                  <a:pt x="1315150" y="583886"/>
                </a:lnTo>
                <a:lnTo>
                  <a:pt x="1316362" y="582763"/>
                </a:lnTo>
                <a:lnTo>
                  <a:pt x="1330921" y="582484"/>
                </a:lnTo>
                <a:lnTo>
                  <a:pt x="1343970" y="570385"/>
                </a:lnTo>
                <a:lnTo>
                  <a:pt x="1345479" y="569037"/>
                </a:lnTo>
                <a:lnTo>
                  <a:pt x="1360038" y="560180"/>
                </a:lnTo>
                <a:lnTo>
                  <a:pt x="1363592" y="556885"/>
                </a:lnTo>
                <a:lnTo>
                  <a:pt x="1374597" y="555526"/>
                </a:lnTo>
                <a:lnTo>
                  <a:pt x="1387701" y="543384"/>
                </a:lnTo>
                <a:lnTo>
                  <a:pt x="1389156" y="542045"/>
                </a:lnTo>
                <a:lnTo>
                  <a:pt x="1403715" y="537761"/>
                </a:lnTo>
                <a:lnTo>
                  <a:pt x="1412209" y="529884"/>
                </a:lnTo>
                <a:lnTo>
                  <a:pt x="1418273" y="528484"/>
                </a:lnTo>
                <a:lnTo>
                  <a:pt x="1431324" y="516383"/>
                </a:lnTo>
                <a:lnTo>
                  <a:pt x="1432832" y="515034"/>
                </a:lnTo>
                <a:lnTo>
                  <a:pt x="1446019" y="502883"/>
                </a:lnTo>
                <a:lnTo>
                  <a:pt x="1447391" y="501611"/>
                </a:lnTo>
                <a:lnTo>
                  <a:pt x="1461950" y="499084"/>
                </a:lnTo>
                <a:lnTo>
                  <a:pt x="1472412" y="489382"/>
                </a:lnTo>
                <a:lnTo>
                  <a:pt x="1476509" y="488004"/>
                </a:lnTo>
                <a:lnTo>
                  <a:pt x="1489583" y="475882"/>
                </a:lnTo>
                <a:lnTo>
                  <a:pt x="1491067" y="474533"/>
                </a:lnTo>
                <a:lnTo>
                  <a:pt x="1504317" y="462381"/>
                </a:lnTo>
                <a:lnTo>
                  <a:pt x="1505626" y="461167"/>
                </a:lnTo>
                <a:lnTo>
                  <a:pt x="1520185" y="459628"/>
                </a:lnTo>
                <a:lnTo>
                  <a:pt x="1531775" y="448881"/>
                </a:lnTo>
                <a:lnTo>
                  <a:pt x="1534744" y="447514"/>
                </a:lnTo>
                <a:lnTo>
                  <a:pt x="1547832" y="435380"/>
                </a:lnTo>
                <a:lnTo>
                  <a:pt x="1549303" y="434033"/>
                </a:lnTo>
                <a:lnTo>
                  <a:pt x="1562661" y="421880"/>
                </a:lnTo>
                <a:lnTo>
                  <a:pt x="1563861" y="420767"/>
                </a:lnTo>
                <a:lnTo>
                  <a:pt x="1578420" y="419726"/>
                </a:lnTo>
                <a:lnTo>
                  <a:pt x="1590656" y="408379"/>
                </a:lnTo>
                <a:lnTo>
                  <a:pt x="1592979" y="407020"/>
                </a:lnTo>
                <a:lnTo>
                  <a:pt x="1606077" y="394879"/>
                </a:lnTo>
                <a:lnTo>
                  <a:pt x="1607538" y="393533"/>
                </a:lnTo>
                <a:lnTo>
                  <a:pt x="1621087" y="381378"/>
                </a:lnTo>
                <a:lnTo>
                  <a:pt x="1622096" y="380442"/>
                </a:lnTo>
                <a:lnTo>
                  <a:pt x="1636655" y="379567"/>
                </a:lnTo>
                <a:lnTo>
                  <a:pt x="1649262" y="367877"/>
                </a:lnTo>
                <a:lnTo>
                  <a:pt x="1651214" y="366522"/>
                </a:lnTo>
                <a:lnTo>
                  <a:pt x="1664320" y="354377"/>
                </a:lnTo>
                <a:lnTo>
                  <a:pt x="1665773" y="353035"/>
                </a:lnTo>
                <a:lnTo>
                  <a:pt x="1679655" y="340876"/>
                </a:lnTo>
                <a:lnTo>
                  <a:pt x="1680332" y="340249"/>
                </a:lnTo>
                <a:lnTo>
                  <a:pt x="1694890" y="339262"/>
                </a:lnTo>
                <a:lnTo>
                  <a:pt x="1707709" y="327376"/>
                </a:lnTo>
                <a:lnTo>
                  <a:pt x="1709449" y="326023"/>
                </a:lnTo>
                <a:lnTo>
                  <a:pt x="1722565" y="313875"/>
                </a:lnTo>
                <a:lnTo>
                  <a:pt x="1724008" y="312540"/>
                </a:lnTo>
                <a:lnTo>
                  <a:pt x="1738471" y="300375"/>
                </a:lnTo>
                <a:lnTo>
                  <a:pt x="1738567" y="300286"/>
                </a:lnTo>
                <a:lnTo>
                  <a:pt x="1753126" y="298874"/>
                </a:lnTo>
                <a:lnTo>
                  <a:pt x="1766066" y="286874"/>
                </a:lnTo>
                <a:lnTo>
                  <a:pt x="1767684" y="285523"/>
                </a:lnTo>
                <a:lnTo>
                  <a:pt x="1780813" y="273374"/>
                </a:lnTo>
                <a:lnTo>
                  <a:pt x="1782243" y="272049"/>
                </a:lnTo>
                <a:lnTo>
                  <a:pt x="1796802" y="264570"/>
                </a:lnTo>
                <a:lnTo>
                  <a:pt x="1801867" y="259873"/>
                </a:lnTo>
                <a:lnTo>
                  <a:pt x="1811361" y="258436"/>
                </a:lnTo>
                <a:lnTo>
                  <a:pt x="1824371" y="246373"/>
                </a:lnTo>
                <a:lnTo>
                  <a:pt x="1825919" y="245022"/>
                </a:lnTo>
                <a:lnTo>
                  <a:pt x="1839070" y="232872"/>
                </a:lnTo>
                <a:lnTo>
                  <a:pt x="1840478" y="231567"/>
                </a:lnTo>
                <a:lnTo>
                  <a:pt x="1855037" y="227252"/>
                </a:lnTo>
                <a:lnTo>
                  <a:pt x="1863535" y="219372"/>
                </a:lnTo>
                <a:lnTo>
                  <a:pt x="1869596" y="217972"/>
                </a:lnTo>
                <a:lnTo>
                  <a:pt x="1882646" y="205871"/>
                </a:lnTo>
                <a:lnTo>
                  <a:pt x="1884155" y="204521"/>
                </a:lnTo>
                <a:lnTo>
                  <a:pt x="1897341" y="192371"/>
                </a:lnTo>
                <a:lnTo>
                  <a:pt x="1898713" y="191098"/>
                </a:lnTo>
                <a:lnTo>
                  <a:pt x="1913272" y="188574"/>
                </a:lnTo>
                <a:lnTo>
                  <a:pt x="1923737" y="178870"/>
                </a:lnTo>
                <a:lnTo>
                  <a:pt x="1927831" y="177491"/>
                </a:lnTo>
                <a:lnTo>
                  <a:pt x="1940905" y="165369"/>
                </a:lnTo>
                <a:lnTo>
                  <a:pt x="1942390" y="164021"/>
                </a:lnTo>
                <a:lnTo>
                  <a:pt x="1955639" y="151869"/>
                </a:lnTo>
                <a:lnTo>
                  <a:pt x="1956948" y="150655"/>
                </a:lnTo>
                <a:lnTo>
                  <a:pt x="1971507" y="149117"/>
                </a:lnTo>
                <a:lnTo>
                  <a:pt x="1983098" y="138368"/>
                </a:lnTo>
                <a:lnTo>
                  <a:pt x="1986066" y="137002"/>
                </a:lnTo>
                <a:lnTo>
                  <a:pt x="1999154" y="124868"/>
                </a:lnTo>
                <a:lnTo>
                  <a:pt x="2000625" y="123520"/>
                </a:lnTo>
                <a:lnTo>
                  <a:pt x="2013984" y="111367"/>
                </a:lnTo>
                <a:lnTo>
                  <a:pt x="2015184" y="110255"/>
                </a:lnTo>
                <a:lnTo>
                  <a:pt x="2029743" y="109214"/>
                </a:lnTo>
                <a:lnTo>
                  <a:pt x="2041979" y="97867"/>
                </a:lnTo>
                <a:lnTo>
                  <a:pt x="2044301" y="96507"/>
                </a:lnTo>
                <a:lnTo>
                  <a:pt x="2057399" y="84366"/>
                </a:lnTo>
                <a:lnTo>
                  <a:pt x="2058860" y="83021"/>
                </a:lnTo>
                <a:lnTo>
                  <a:pt x="2072410" y="70866"/>
                </a:lnTo>
                <a:lnTo>
                  <a:pt x="2073419" y="69930"/>
                </a:lnTo>
                <a:lnTo>
                  <a:pt x="2087978" y="69055"/>
                </a:lnTo>
                <a:lnTo>
                  <a:pt x="2100584" y="57365"/>
                </a:lnTo>
                <a:lnTo>
                  <a:pt x="2102536" y="56010"/>
                </a:lnTo>
                <a:lnTo>
                  <a:pt x="2115643" y="43865"/>
                </a:lnTo>
                <a:lnTo>
                  <a:pt x="2117095" y="42523"/>
                </a:lnTo>
                <a:lnTo>
                  <a:pt x="2130978" y="30364"/>
                </a:lnTo>
                <a:lnTo>
                  <a:pt x="2131654" y="29737"/>
                </a:lnTo>
                <a:lnTo>
                  <a:pt x="2146213" y="28750"/>
                </a:lnTo>
                <a:lnTo>
                  <a:pt x="2159031" y="16864"/>
                </a:lnTo>
                <a:lnTo>
                  <a:pt x="2160771" y="15511"/>
                </a:lnTo>
                <a:lnTo>
                  <a:pt x="2173887" y="3363"/>
                </a:lnTo>
                <a:lnTo>
                  <a:pt x="2175330" y="2028"/>
                </a:lnTo>
                <a:lnTo>
                  <a:pt x="2175330" y="0"/>
                </a:lnTo>
                <a:lnTo>
                  <a:pt x="2171696" y="3363"/>
                </a:lnTo>
                <a:lnTo>
                  <a:pt x="2160771" y="13481"/>
                </a:lnTo>
                <a:lnTo>
                  <a:pt x="2156421" y="16864"/>
                </a:lnTo>
                <a:lnTo>
                  <a:pt x="2146213" y="26330"/>
                </a:lnTo>
                <a:lnTo>
                  <a:pt x="2131654" y="27591"/>
                </a:lnTo>
                <a:lnTo>
                  <a:pt x="2128664" y="30364"/>
                </a:lnTo>
                <a:lnTo>
                  <a:pt x="2117095" y="40496"/>
                </a:lnTo>
                <a:lnTo>
                  <a:pt x="2113448" y="43865"/>
                </a:lnTo>
                <a:lnTo>
                  <a:pt x="2102536" y="53977"/>
                </a:lnTo>
                <a:lnTo>
                  <a:pt x="2097656" y="57365"/>
                </a:lnTo>
                <a:lnTo>
                  <a:pt x="2087978" y="66340"/>
                </a:lnTo>
                <a:lnTo>
                  <a:pt x="2073419" y="67836"/>
                </a:lnTo>
                <a:lnTo>
                  <a:pt x="2070151" y="70866"/>
                </a:lnTo>
                <a:lnTo>
                  <a:pt x="2058860" y="80995"/>
                </a:lnTo>
                <a:lnTo>
                  <a:pt x="2055200" y="84366"/>
                </a:lnTo>
                <a:lnTo>
                  <a:pt x="2044301" y="94468"/>
                </a:lnTo>
                <a:lnTo>
                  <a:pt x="2038496" y="97867"/>
                </a:lnTo>
                <a:lnTo>
                  <a:pt x="2029743" y="105984"/>
                </a:lnTo>
                <a:lnTo>
                  <a:pt x="2015184" y="108190"/>
                </a:lnTo>
                <a:lnTo>
                  <a:pt x="2011757" y="111367"/>
                </a:lnTo>
                <a:lnTo>
                  <a:pt x="2000625" y="121495"/>
                </a:lnTo>
                <a:lnTo>
                  <a:pt x="1996944" y="124868"/>
                </a:lnTo>
                <a:lnTo>
                  <a:pt x="1986066" y="134953"/>
                </a:lnTo>
                <a:lnTo>
                  <a:pt x="1978647" y="138368"/>
                </a:lnTo>
                <a:lnTo>
                  <a:pt x="1971507" y="144989"/>
                </a:lnTo>
                <a:lnTo>
                  <a:pt x="1956948" y="148607"/>
                </a:lnTo>
                <a:lnTo>
                  <a:pt x="1953430" y="151869"/>
                </a:lnTo>
                <a:lnTo>
                  <a:pt x="1942390" y="161995"/>
                </a:lnTo>
                <a:lnTo>
                  <a:pt x="1938675" y="165369"/>
                </a:lnTo>
                <a:lnTo>
                  <a:pt x="1927831" y="175424"/>
                </a:lnTo>
                <a:lnTo>
                  <a:pt x="1917595" y="178870"/>
                </a:lnTo>
                <a:lnTo>
                  <a:pt x="1913272" y="182878"/>
                </a:lnTo>
                <a:lnTo>
                  <a:pt x="1898713" y="189060"/>
                </a:lnTo>
                <a:lnTo>
                  <a:pt x="1895142" y="192371"/>
                </a:lnTo>
                <a:lnTo>
                  <a:pt x="1884155" y="202495"/>
                </a:lnTo>
                <a:lnTo>
                  <a:pt x="1880382" y="205871"/>
                </a:lnTo>
                <a:lnTo>
                  <a:pt x="1869596" y="215872"/>
                </a:lnTo>
                <a:lnTo>
                  <a:pt x="1855037" y="219197"/>
                </a:lnTo>
                <a:lnTo>
                  <a:pt x="1854849" y="219372"/>
                </a:lnTo>
                <a:lnTo>
                  <a:pt x="1840478" y="229534"/>
                </a:lnTo>
                <a:lnTo>
                  <a:pt x="1836876" y="232872"/>
                </a:lnTo>
                <a:lnTo>
                  <a:pt x="1825919" y="242995"/>
                </a:lnTo>
                <a:lnTo>
                  <a:pt x="1822047" y="246373"/>
                </a:lnTo>
                <a:lnTo>
                  <a:pt x="1811361" y="256282"/>
                </a:lnTo>
                <a:lnTo>
                  <a:pt x="1796802" y="258332"/>
                </a:lnTo>
                <a:lnTo>
                  <a:pt x="1795140" y="259873"/>
                </a:lnTo>
                <a:lnTo>
                  <a:pt x="1782243" y="270020"/>
                </a:lnTo>
                <a:lnTo>
                  <a:pt x="1778622" y="273374"/>
                </a:lnTo>
                <a:lnTo>
                  <a:pt x="1767684" y="283495"/>
                </a:lnTo>
                <a:lnTo>
                  <a:pt x="1763637" y="286874"/>
                </a:lnTo>
                <a:lnTo>
                  <a:pt x="1753126" y="296622"/>
                </a:lnTo>
                <a:lnTo>
                  <a:pt x="1738567" y="298050"/>
                </a:lnTo>
                <a:lnTo>
                  <a:pt x="1736060" y="300375"/>
                </a:lnTo>
                <a:lnTo>
                  <a:pt x="1724008" y="310512"/>
                </a:lnTo>
                <a:lnTo>
                  <a:pt x="1720373" y="313875"/>
                </a:lnTo>
                <a:lnTo>
                  <a:pt x="1709449" y="323993"/>
                </a:lnTo>
                <a:lnTo>
                  <a:pt x="1705098" y="327376"/>
                </a:lnTo>
                <a:lnTo>
                  <a:pt x="1694890" y="336842"/>
                </a:lnTo>
                <a:lnTo>
                  <a:pt x="1680332" y="338103"/>
                </a:lnTo>
                <a:lnTo>
                  <a:pt x="1677341" y="340876"/>
                </a:lnTo>
                <a:lnTo>
                  <a:pt x="1665773" y="351009"/>
                </a:lnTo>
                <a:lnTo>
                  <a:pt x="1662126" y="354377"/>
                </a:lnTo>
                <a:lnTo>
                  <a:pt x="1651214" y="364489"/>
                </a:lnTo>
                <a:lnTo>
                  <a:pt x="1646333" y="367877"/>
                </a:lnTo>
                <a:lnTo>
                  <a:pt x="1636655" y="376852"/>
                </a:lnTo>
                <a:lnTo>
                  <a:pt x="1622096" y="378348"/>
                </a:lnTo>
                <a:lnTo>
                  <a:pt x="1618828" y="381378"/>
                </a:lnTo>
                <a:lnTo>
                  <a:pt x="1607538" y="391507"/>
                </a:lnTo>
                <a:lnTo>
                  <a:pt x="1603877" y="394879"/>
                </a:lnTo>
                <a:lnTo>
                  <a:pt x="1592979" y="404981"/>
                </a:lnTo>
                <a:lnTo>
                  <a:pt x="1587172" y="408379"/>
                </a:lnTo>
                <a:lnTo>
                  <a:pt x="1578420" y="416495"/>
                </a:lnTo>
                <a:lnTo>
                  <a:pt x="1563861" y="418702"/>
                </a:lnTo>
                <a:lnTo>
                  <a:pt x="1560434" y="421880"/>
                </a:lnTo>
                <a:lnTo>
                  <a:pt x="1549303" y="432007"/>
                </a:lnTo>
                <a:lnTo>
                  <a:pt x="1545621" y="435380"/>
                </a:lnTo>
                <a:lnTo>
                  <a:pt x="1534744" y="445465"/>
                </a:lnTo>
                <a:lnTo>
                  <a:pt x="1527322" y="448881"/>
                </a:lnTo>
                <a:lnTo>
                  <a:pt x="1520185" y="455499"/>
                </a:lnTo>
                <a:lnTo>
                  <a:pt x="1505626" y="459119"/>
                </a:lnTo>
                <a:lnTo>
                  <a:pt x="1502108" y="462381"/>
                </a:lnTo>
                <a:lnTo>
                  <a:pt x="1491067" y="472507"/>
                </a:lnTo>
                <a:lnTo>
                  <a:pt x="1487352" y="475882"/>
                </a:lnTo>
                <a:lnTo>
                  <a:pt x="1476509" y="485936"/>
                </a:lnTo>
                <a:lnTo>
                  <a:pt x="1466268" y="489382"/>
                </a:lnTo>
                <a:lnTo>
                  <a:pt x="1461950" y="493387"/>
                </a:lnTo>
                <a:lnTo>
                  <a:pt x="1447391" y="499573"/>
                </a:lnTo>
                <a:lnTo>
                  <a:pt x="1443820" y="502883"/>
                </a:lnTo>
                <a:lnTo>
                  <a:pt x="1432832" y="513007"/>
                </a:lnTo>
                <a:lnTo>
                  <a:pt x="1429059" y="516383"/>
                </a:lnTo>
                <a:lnTo>
                  <a:pt x="1418273" y="526385"/>
                </a:lnTo>
                <a:lnTo>
                  <a:pt x="1403715" y="529708"/>
                </a:lnTo>
                <a:lnTo>
                  <a:pt x="1403525" y="529884"/>
                </a:lnTo>
                <a:lnTo>
                  <a:pt x="1389156" y="540018"/>
                </a:lnTo>
                <a:lnTo>
                  <a:pt x="1385501" y="543384"/>
                </a:lnTo>
                <a:lnTo>
                  <a:pt x="1374597" y="553486"/>
                </a:lnTo>
                <a:lnTo>
                  <a:pt x="1360038" y="555054"/>
                </a:lnTo>
                <a:lnTo>
                  <a:pt x="1358063" y="556885"/>
                </a:lnTo>
                <a:lnTo>
                  <a:pt x="1345479" y="567012"/>
                </a:lnTo>
                <a:lnTo>
                  <a:pt x="1341703" y="570385"/>
                </a:lnTo>
                <a:lnTo>
                  <a:pt x="1330921" y="580382"/>
                </a:lnTo>
                <a:lnTo>
                  <a:pt x="1316362" y="580700"/>
                </a:lnTo>
                <a:lnTo>
                  <a:pt x="1312924" y="583886"/>
                </a:lnTo>
                <a:lnTo>
                  <a:pt x="1301803" y="594010"/>
                </a:lnTo>
                <a:lnTo>
                  <a:pt x="1294649" y="597387"/>
                </a:lnTo>
                <a:lnTo>
                  <a:pt x="1287244" y="604253"/>
                </a:lnTo>
                <a:lnTo>
                  <a:pt x="1272686" y="607518"/>
                </a:lnTo>
                <a:lnTo>
                  <a:pt x="1268989" y="610887"/>
                </a:lnTo>
                <a:lnTo>
                  <a:pt x="1258127" y="620954"/>
                </a:lnTo>
                <a:lnTo>
                  <a:pt x="1243568" y="621323"/>
                </a:lnTo>
                <a:lnTo>
                  <a:pt x="1240262" y="624388"/>
                </a:lnTo>
                <a:lnTo>
                  <a:pt x="1229009" y="634512"/>
                </a:lnTo>
                <a:lnTo>
                  <a:pt x="1223232" y="637888"/>
                </a:lnTo>
                <a:lnTo>
                  <a:pt x="1214450" y="646031"/>
                </a:lnTo>
                <a:lnTo>
                  <a:pt x="1199892" y="648023"/>
                </a:lnTo>
                <a:lnTo>
                  <a:pt x="1196224" y="651389"/>
                </a:lnTo>
                <a:lnTo>
                  <a:pt x="1185333" y="661478"/>
                </a:lnTo>
                <a:lnTo>
                  <a:pt x="1170774" y="662024"/>
                </a:lnTo>
                <a:lnTo>
                  <a:pt x="1167684" y="664889"/>
                </a:lnTo>
                <a:lnTo>
                  <a:pt x="1156215" y="675014"/>
                </a:lnTo>
                <a:lnTo>
                  <a:pt x="1151275" y="678390"/>
                </a:lnTo>
                <a:lnTo>
                  <a:pt x="1141656" y="687309"/>
                </a:lnTo>
                <a:lnTo>
                  <a:pt x="1127098" y="688530"/>
                </a:lnTo>
                <a:lnTo>
                  <a:pt x="1123451" y="691890"/>
                </a:lnTo>
                <a:lnTo>
                  <a:pt x="1112539" y="701994"/>
                </a:lnTo>
                <a:lnTo>
                  <a:pt x="1097980" y="702855"/>
                </a:lnTo>
                <a:lnTo>
                  <a:pt x="1095245" y="705391"/>
                </a:lnTo>
                <a:lnTo>
                  <a:pt x="1083421" y="715516"/>
                </a:lnTo>
                <a:lnTo>
                  <a:pt x="1078991" y="718891"/>
                </a:lnTo>
                <a:lnTo>
                  <a:pt x="1068863" y="728283"/>
                </a:lnTo>
                <a:lnTo>
                  <a:pt x="1054304" y="729042"/>
                </a:lnTo>
                <a:lnTo>
                  <a:pt x="1050677" y="732392"/>
                </a:lnTo>
                <a:lnTo>
                  <a:pt x="1039745" y="742504"/>
                </a:lnTo>
                <a:lnTo>
                  <a:pt x="1025186" y="743896"/>
                </a:lnTo>
                <a:lnTo>
                  <a:pt x="1023033" y="745892"/>
                </a:lnTo>
                <a:lnTo>
                  <a:pt x="1010627" y="756018"/>
                </a:lnTo>
                <a:lnTo>
                  <a:pt x="1006507" y="759393"/>
                </a:lnTo>
                <a:lnTo>
                  <a:pt x="996069" y="769072"/>
                </a:lnTo>
                <a:lnTo>
                  <a:pt x="981510" y="769559"/>
                </a:lnTo>
                <a:lnTo>
                  <a:pt x="977905" y="772894"/>
                </a:lnTo>
                <a:lnTo>
                  <a:pt x="966951" y="783011"/>
                </a:lnTo>
                <a:lnTo>
                  <a:pt x="952392" y="785286"/>
                </a:lnTo>
                <a:lnTo>
                  <a:pt x="951197" y="786394"/>
                </a:lnTo>
                <a:lnTo>
                  <a:pt x="937833" y="796520"/>
                </a:lnTo>
                <a:lnTo>
                  <a:pt x="933902" y="799895"/>
                </a:lnTo>
                <a:lnTo>
                  <a:pt x="923275" y="809749"/>
                </a:lnTo>
                <a:lnTo>
                  <a:pt x="908716" y="810087"/>
                </a:lnTo>
                <a:lnTo>
                  <a:pt x="905143" y="813395"/>
                </a:lnTo>
                <a:lnTo>
                  <a:pt x="894157" y="823516"/>
                </a:lnTo>
                <a:lnTo>
                  <a:pt x="880629" y="826896"/>
                </a:lnTo>
                <a:lnTo>
                  <a:pt x="879598" y="827852"/>
                </a:lnTo>
                <a:lnTo>
                  <a:pt x="865039" y="837023"/>
                </a:lnTo>
                <a:lnTo>
                  <a:pt x="861224" y="840396"/>
                </a:lnTo>
                <a:lnTo>
                  <a:pt x="850481" y="850356"/>
                </a:lnTo>
                <a:lnTo>
                  <a:pt x="835922" y="850632"/>
                </a:lnTo>
                <a:lnTo>
                  <a:pt x="832398" y="853897"/>
                </a:lnTo>
                <a:lnTo>
                  <a:pt x="821363" y="864019"/>
                </a:lnTo>
                <a:lnTo>
                  <a:pt x="811708" y="867397"/>
                </a:lnTo>
                <a:lnTo>
                  <a:pt x="806804" y="871945"/>
                </a:lnTo>
                <a:lnTo>
                  <a:pt x="792246" y="877526"/>
                </a:lnTo>
                <a:lnTo>
                  <a:pt x="786458" y="880898"/>
                </a:lnTo>
                <a:lnTo>
                  <a:pt x="777687" y="889027"/>
                </a:lnTo>
                <a:lnTo>
                  <a:pt x="768289" y="880898"/>
                </a:lnTo>
                <a:lnTo>
                  <a:pt x="763128" y="877785"/>
                </a:lnTo>
                <a:lnTo>
                  <a:pt x="748569" y="869759"/>
                </a:lnTo>
                <a:lnTo>
                  <a:pt x="745934" y="867397"/>
                </a:lnTo>
                <a:lnTo>
                  <a:pt x="734011" y="863364"/>
                </a:lnTo>
                <a:lnTo>
                  <a:pt x="722519" y="853897"/>
                </a:lnTo>
                <a:lnTo>
                  <a:pt x="719452" y="851592"/>
                </a:lnTo>
                <a:lnTo>
                  <a:pt x="704893" y="847491"/>
                </a:lnTo>
                <a:lnTo>
                  <a:pt x="696856" y="840396"/>
                </a:lnTo>
                <a:lnTo>
                  <a:pt x="690334" y="837018"/>
                </a:lnTo>
                <a:lnTo>
                  <a:pt x="676399" y="826896"/>
                </a:lnTo>
                <a:lnTo>
                  <a:pt x="675775" y="826374"/>
                </a:lnTo>
                <a:lnTo>
                  <a:pt x="661216" y="822398"/>
                </a:lnTo>
                <a:lnTo>
                  <a:pt x="650632" y="813395"/>
                </a:lnTo>
                <a:lnTo>
                  <a:pt x="646658" y="810651"/>
                </a:lnTo>
                <a:lnTo>
                  <a:pt x="635243" y="799895"/>
                </a:lnTo>
                <a:lnTo>
                  <a:pt x="632099" y="796557"/>
                </a:lnTo>
                <a:lnTo>
                  <a:pt x="621695" y="786394"/>
                </a:lnTo>
                <a:lnTo>
                  <a:pt x="617540" y="780038"/>
                </a:lnTo>
                <a:lnTo>
                  <a:pt x="609963" y="772894"/>
                </a:lnTo>
                <a:lnTo>
                  <a:pt x="604382" y="759393"/>
                </a:lnTo>
                <a:lnTo>
                  <a:pt x="602981" y="758033"/>
                </a:lnTo>
                <a:lnTo>
                  <a:pt x="591792" y="745892"/>
                </a:lnTo>
                <a:lnTo>
                  <a:pt x="588423" y="742130"/>
                </a:lnTo>
                <a:lnTo>
                  <a:pt x="578325" y="732392"/>
                </a:lnTo>
                <a:lnTo>
                  <a:pt x="573864" y="724673"/>
                </a:lnTo>
                <a:lnTo>
                  <a:pt x="567717" y="718891"/>
                </a:lnTo>
                <a:lnTo>
                  <a:pt x="561390" y="705391"/>
                </a:lnTo>
                <a:lnTo>
                  <a:pt x="559305" y="703335"/>
                </a:lnTo>
                <a:lnTo>
                  <a:pt x="548318" y="691890"/>
                </a:lnTo>
                <a:lnTo>
                  <a:pt x="544746" y="687647"/>
                </a:lnTo>
                <a:lnTo>
                  <a:pt x="535061" y="678390"/>
                </a:lnTo>
                <a:lnTo>
                  <a:pt x="530187" y="668756"/>
                </a:lnTo>
                <a:lnTo>
                  <a:pt x="526069" y="664889"/>
                </a:lnTo>
                <a:lnTo>
                  <a:pt x="518204" y="651389"/>
                </a:lnTo>
                <a:lnTo>
                  <a:pt x="515629" y="648795"/>
                </a:lnTo>
                <a:lnTo>
                  <a:pt x="504837" y="637888"/>
                </a:lnTo>
                <a:lnTo>
                  <a:pt x="501070" y="633046"/>
                </a:lnTo>
                <a:lnTo>
                  <a:pt x="491952" y="624388"/>
                </a:lnTo>
                <a:lnTo>
                  <a:pt x="486511" y="612048"/>
                </a:lnTo>
                <a:lnTo>
                  <a:pt x="485273" y="610887"/>
                </a:lnTo>
                <a:lnTo>
                  <a:pt x="474888" y="597387"/>
                </a:lnTo>
                <a:lnTo>
                  <a:pt x="471952" y="594343"/>
                </a:lnTo>
                <a:lnTo>
                  <a:pt x="461373" y="583886"/>
                </a:lnTo>
                <a:lnTo>
                  <a:pt x="457393" y="578253"/>
                </a:lnTo>
                <a:lnTo>
                  <a:pt x="449069" y="570385"/>
                </a:lnTo>
                <a:lnTo>
                  <a:pt x="443594" y="556885"/>
                </a:lnTo>
                <a:lnTo>
                  <a:pt x="442835" y="556154"/>
                </a:lnTo>
                <a:lnTo>
                  <a:pt x="430345" y="543384"/>
                </a:lnTo>
                <a:lnTo>
                  <a:pt x="428276" y="541420"/>
                </a:lnTo>
                <a:lnTo>
                  <a:pt x="416200" y="529884"/>
                </a:lnTo>
                <a:lnTo>
                  <a:pt x="413717" y="527543"/>
                </a:lnTo>
                <a:lnTo>
                  <a:pt x="401974" y="516383"/>
                </a:lnTo>
                <a:lnTo>
                  <a:pt x="399158" y="513719"/>
                </a:lnTo>
                <a:lnTo>
                  <a:pt x="387706" y="502883"/>
                </a:lnTo>
                <a:lnTo>
                  <a:pt x="384599" y="499931"/>
                </a:lnTo>
                <a:lnTo>
                  <a:pt x="373411" y="489382"/>
                </a:lnTo>
                <a:lnTo>
                  <a:pt x="370041" y="486163"/>
                </a:lnTo>
                <a:lnTo>
                  <a:pt x="359104" y="475882"/>
                </a:lnTo>
                <a:lnTo>
                  <a:pt x="355482" y="472401"/>
                </a:lnTo>
                <a:lnTo>
                  <a:pt x="344798" y="462381"/>
                </a:lnTo>
                <a:lnTo>
                  <a:pt x="340923" y="458629"/>
                </a:lnTo>
                <a:lnTo>
                  <a:pt x="330509" y="448881"/>
                </a:lnTo>
                <a:lnTo>
                  <a:pt x="326364" y="444833"/>
                </a:lnTo>
                <a:lnTo>
                  <a:pt x="316250" y="435380"/>
                </a:lnTo>
                <a:lnTo>
                  <a:pt x="311806" y="430997"/>
                </a:lnTo>
                <a:lnTo>
                  <a:pt x="302039" y="421880"/>
                </a:lnTo>
                <a:lnTo>
                  <a:pt x="297247" y="417102"/>
                </a:lnTo>
                <a:lnTo>
                  <a:pt x="287894" y="408379"/>
                </a:lnTo>
                <a:lnTo>
                  <a:pt x="282688" y="403125"/>
                </a:lnTo>
                <a:lnTo>
                  <a:pt x="273838" y="394879"/>
                </a:lnTo>
                <a:lnTo>
                  <a:pt x="268129" y="389042"/>
                </a:lnTo>
                <a:lnTo>
                  <a:pt x="259899" y="381378"/>
                </a:lnTo>
                <a:lnTo>
                  <a:pt x="253570" y="374820"/>
                </a:lnTo>
                <a:lnTo>
                  <a:pt x="246112" y="367877"/>
                </a:lnTo>
                <a:lnTo>
                  <a:pt x="239012" y="360419"/>
                </a:lnTo>
                <a:lnTo>
                  <a:pt x="232518" y="354377"/>
                </a:lnTo>
                <a:lnTo>
                  <a:pt x="224453" y="345790"/>
                </a:lnTo>
                <a:lnTo>
                  <a:pt x="219171" y="340876"/>
                </a:lnTo>
                <a:lnTo>
                  <a:pt x="209894" y="330869"/>
                </a:lnTo>
                <a:lnTo>
                  <a:pt x="206138" y="327376"/>
                </a:lnTo>
                <a:lnTo>
                  <a:pt x="195335" y="315580"/>
                </a:lnTo>
                <a:lnTo>
                  <a:pt x="193502" y="313875"/>
                </a:lnTo>
                <a:lnTo>
                  <a:pt x="180968" y="300375"/>
                </a:lnTo>
                <a:lnTo>
                  <a:pt x="180777" y="300196"/>
                </a:lnTo>
                <a:lnTo>
                  <a:pt x="167158" y="286874"/>
                </a:lnTo>
                <a:lnTo>
                  <a:pt x="166218" y="285995"/>
                </a:lnTo>
                <a:lnTo>
                  <a:pt x="153201" y="273374"/>
                </a:lnTo>
                <a:lnTo>
                  <a:pt x="151659" y="271928"/>
                </a:lnTo>
                <a:lnTo>
                  <a:pt x="139131" y="259873"/>
                </a:lnTo>
                <a:lnTo>
                  <a:pt x="137100" y="257964"/>
                </a:lnTo>
                <a:lnTo>
                  <a:pt x="124976" y="246373"/>
                </a:lnTo>
                <a:lnTo>
                  <a:pt x="122541" y="244078"/>
                </a:lnTo>
                <a:lnTo>
                  <a:pt x="110757" y="232872"/>
                </a:lnTo>
                <a:lnTo>
                  <a:pt x="107983" y="230249"/>
                </a:lnTo>
                <a:lnTo>
                  <a:pt x="96486" y="219372"/>
                </a:lnTo>
                <a:lnTo>
                  <a:pt x="93424" y="216464"/>
                </a:lnTo>
                <a:lnTo>
                  <a:pt x="82168" y="205871"/>
                </a:lnTo>
                <a:lnTo>
                  <a:pt x="78865" y="202719"/>
                </a:lnTo>
                <a:lnTo>
                  <a:pt x="67769" y="192371"/>
                </a:lnTo>
                <a:lnTo>
                  <a:pt x="64306" y="189064"/>
                </a:lnTo>
                <a:lnTo>
                  <a:pt x="53373" y="178870"/>
                </a:lnTo>
                <a:lnTo>
                  <a:pt x="49747" y="175460"/>
                </a:lnTo>
                <a:lnTo>
                  <a:pt x="38921" y="165369"/>
                </a:lnTo>
                <a:lnTo>
                  <a:pt x="35189" y="161856"/>
                </a:lnTo>
                <a:lnTo>
                  <a:pt x="24470" y="151869"/>
                </a:lnTo>
                <a:lnTo>
                  <a:pt x="20630" y="148250"/>
                </a:lnTo>
                <a:lnTo>
                  <a:pt x="9423" y="138368"/>
                </a:lnTo>
                <a:lnTo>
                  <a:pt x="6071" y="135203"/>
                </a:lnTo>
                <a:lnTo>
                  <a:pt x="492" y="138368"/>
                </a:lnTo>
                <a:lnTo>
                  <a:pt x="0" y="151869"/>
                </a:lnTo>
                <a:lnTo>
                  <a:pt x="80" y="165369"/>
                </a:lnTo>
                <a:lnTo>
                  <a:pt x="250" y="178870"/>
                </a:lnTo>
                <a:lnTo>
                  <a:pt x="488" y="192371"/>
                </a:lnTo>
                <a:lnTo>
                  <a:pt x="790" y="205871"/>
                </a:lnTo>
                <a:lnTo>
                  <a:pt x="1060" y="219372"/>
                </a:lnTo>
                <a:lnTo>
                  <a:pt x="1303" y="232872"/>
                </a:lnTo>
                <a:lnTo>
                  <a:pt x="1523" y="246373"/>
                </a:lnTo>
                <a:lnTo>
                  <a:pt x="1724" y="259873"/>
                </a:lnTo>
                <a:lnTo>
                  <a:pt x="1910" y="273374"/>
                </a:lnTo>
                <a:lnTo>
                  <a:pt x="2085" y="286874"/>
                </a:lnTo>
                <a:lnTo>
                  <a:pt x="2252" y="300375"/>
                </a:lnTo>
                <a:lnTo>
                  <a:pt x="2415" y="313875"/>
                </a:lnTo>
                <a:lnTo>
                  <a:pt x="2576" y="327376"/>
                </a:lnTo>
                <a:lnTo>
                  <a:pt x="2739" y="340876"/>
                </a:lnTo>
                <a:lnTo>
                  <a:pt x="2906" y="354377"/>
                </a:lnTo>
                <a:lnTo>
                  <a:pt x="2977" y="367877"/>
                </a:lnTo>
                <a:lnTo>
                  <a:pt x="3250" y="381378"/>
                </a:lnTo>
                <a:lnTo>
                  <a:pt x="3817" y="394879"/>
                </a:lnTo>
                <a:lnTo>
                  <a:pt x="6071" y="399821"/>
                </a:lnTo>
                <a:lnTo>
                  <a:pt x="13120" y="408379"/>
                </a:lnTo>
                <a:lnTo>
                  <a:pt x="16508" y="421880"/>
                </a:lnTo>
                <a:lnTo>
                  <a:pt x="17674" y="435380"/>
                </a:lnTo>
                <a:lnTo>
                  <a:pt x="20630" y="444087"/>
                </a:lnTo>
                <a:lnTo>
                  <a:pt x="24854" y="448881"/>
                </a:lnTo>
                <a:lnTo>
                  <a:pt x="30612" y="462381"/>
                </a:lnTo>
                <a:lnTo>
                  <a:pt x="31817" y="475882"/>
                </a:lnTo>
                <a:lnTo>
                  <a:pt x="34987" y="489382"/>
                </a:lnTo>
                <a:lnTo>
                  <a:pt x="35189" y="489701"/>
                </a:lnTo>
                <a:lnTo>
                  <a:pt x="44434" y="502883"/>
                </a:lnTo>
                <a:lnTo>
                  <a:pt x="46081" y="516383"/>
                </a:lnTo>
                <a:lnTo>
                  <a:pt x="48038" y="529884"/>
                </a:lnTo>
                <a:lnTo>
                  <a:pt x="49747" y="533191"/>
                </a:lnTo>
                <a:lnTo>
                  <a:pt x="57746" y="543384"/>
                </a:lnTo>
                <a:lnTo>
                  <a:pt x="60356" y="556885"/>
                </a:lnTo>
                <a:lnTo>
                  <a:pt x="61655" y="570385"/>
                </a:lnTo>
                <a:lnTo>
                  <a:pt x="64306" y="577034"/>
                </a:lnTo>
                <a:lnTo>
                  <a:pt x="70170" y="583886"/>
                </a:lnTo>
                <a:lnTo>
                  <a:pt x="74547" y="597387"/>
                </a:lnTo>
                <a:lnTo>
                  <a:pt x="75680" y="610887"/>
                </a:lnTo>
                <a:lnTo>
                  <a:pt x="78865" y="621963"/>
                </a:lnTo>
                <a:lnTo>
                  <a:pt x="81054" y="624388"/>
                </a:lnTo>
                <a:lnTo>
                  <a:pt x="88535" y="637888"/>
                </a:lnTo>
                <a:lnTo>
                  <a:pt x="89899" y="651389"/>
                </a:lnTo>
                <a:lnTo>
                  <a:pt x="92414" y="664889"/>
                </a:lnTo>
                <a:lnTo>
                  <a:pt x="93424" y="666641"/>
                </a:lnTo>
                <a:lnTo>
                  <a:pt x="102145" y="678390"/>
                </a:lnTo>
                <a:lnTo>
                  <a:pt x="104181" y="691890"/>
                </a:lnTo>
                <a:lnTo>
                  <a:pt x="105736" y="705391"/>
                </a:lnTo>
                <a:lnTo>
                  <a:pt x="107983" y="710272"/>
                </a:lnTo>
                <a:lnTo>
                  <a:pt x="115086" y="718891"/>
                </a:lnTo>
                <a:lnTo>
                  <a:pt x="118429" y="732392"/>
                </a:lnTo>
                <a:lnTo>
                  <a:pt x="119591" y="745892"/>
                </a:lnTo>
                <a:lnTo>
                  <a:pt x="122541" y="754491"/>
                </a:lnTo>
                <a:lnTo>
                  <a:pt x="126865" y="759393"/>
                </a:lnTo>
                <a:lnTo>
                  <a:pt x="132539" y="772894"/>
                </a:lnTo>
                <a:lnTo>
                  <a:pt x="133732" y="786394"/>
                </a:lnTo>
                <a:lnTo>
                  <a:pt x="136951" y="799895"/>
                </a:lnTo>
                <a:lnTo>
                  <a:pt x="137100" y="800130"/>
                </a:lnTo>
                <a:lnTo>
                  <a:pt x="146371" y="813395"/>
                </a:lnTo>
                <a:lnTo>
                  <a:pt x="147997" y="826896"/>
                </a:lnTo>
                <a:lnTo>
                  <a:pt x="149959" y="840396"/>
                </a:lnTo>
                <a:lnTo>
                  <a:pt x="151659" y="843657"/>
                </a:lnTo>
                <a:lnTo>
                  <a:pt x="159701" y="853897"/>
                </a:lnTo>
                <a:lnTo>
                  <a:pt x="162275" y="867397"/>
                </a:lnTo>
                <a:lnTo>
                  <a:pt x="163572" y="880898"/>
                </a:lnTo>
                <a:lnTo>
                  <a:pt x="166218" y="887465"/>
                </a:lnTo>
                <a:lnTo>
                  <a:pt x="172157" y="894398"/>
                </a:lnTo>
                <a:lnTo>
                  <a:pt x="176470" y="907899"/>
                </a:lnTo>
                <a:lnTo>
                  <a:pt x="177596" y="921399"/>
                </a:lnTo>
                <a:lnTo>
                  <a:pt x="180777" y="932334"/>
                </a:lnTo>
                <a:lnTo>
                  <a:pt x="183095" y="934900"/>
                </a:lnTo>
                <a:lnTo>
                  <a:pt x="190466" y="948400"/>
                </a:lnTo>
                <a:lnTo>
                  <a:pt x="191815" y="961901"/>
                </a:lnTo>
                <a:lnTo>
                  <a:pt x="194365" y="975402"/>
                </a:lnTo>
                <a:lnTo>
                  <a:pt x="195335" y="977074"/>
                </a:lnTo>
                <a:lnTo>
                  <a:pt x="204090" y="988902"/>
                </a:lnTo>
                <a:lnTo>
                  <a:pt x="206099" y="1002403"/>
                </a:lnTo>
                <a:lnTo>
                  <a:pt x="207655" y="1015903"/>
                </a:lnTo>
                <a:lnTo>
                  <a:pt x="209894" y="1020724"/>
                </a:lnTo>
                <a:lnTo>
                  <a:pt x="217055" y="1029404"/>
                </a:lnTo>
                <a:lnTo>
                  <a:pt x="220349" y="1042904"/>
                </a:lnTo>
                <a:lnTo>
                  <a:pt x="221507" y="1056405"/>
                </a:lnTo>
                <a:lnTo>
                  <a:pt x="224453" y="1064898"/>
                </a:lnTo>
                <a:lnTo>
                  <a:pt x="228875" y="1069905"/>
                </a:lnTo>
                <a:lnTo>
                  <a:pt x="234465" y="1083406"/>
                </a:lnTo>
                <a:lnTo>
                  <a:pt x="235648" y="1096906"/>
                </a:lnTo>
                <a:lnTo>
                  <a:pt x="238916" y="1110407"/>
                </a:lnTo>
                <a:lnTo>
                  <a:pt x="239012" y="1110558"/>
                </a:lnTo>
                <a:lnTo>
                  <a:pt x="248307" y="1123907"/>
                </a:lnTo>
                <a:lnTo>
                  <a:pt x="249913" y="1137408"/>
                </a:lnTo>
                <a:lnTo>
                  <a:pt x="251881" y="1150909"/>
                </a:lnTo>
                <a:lnTo>
                  <a:pt x="253570" y="1154124"/>
                </a:lnTo>
                <a:lnTo>
                  <a:pt x="261656" y="1164409"/>
                </a:lnTo>
                <a:lnTo>
                  <a:pt x="264193" y="1177910"/>
                </a:lnTo>
                <a:lnTo>
                  <a:pt x="265490" y="1191410"/>
                </a:lnTo>
                <a:lnTo>
                  <a:pt x="268129" y="1197899"/>
                </a:lnTo>
                <a:lnTo>
                  <a:pt x="274142" y="1204911"/>
                </a:lnTo>
                <a:lnTo>
                  <a:pt x="278393" y="1218411"/>
                </a:lnTo>
                <a:lnTo>
                  <a:pt x="279511" y="1231912"/>
                </a:lnTo>
                <a:lnTo>
                  <a:pt x="282688" y="1242708"/>
                </a:lnTo>
                <a:lnTo>
                  <a:pt x="285135" y="1245412"/>
                </a:lnTo>
                <a:lnTo>
                  <a:pt x="292397" y="1258913"/>
                </a:lnTo>
                <a:lnTo>
                  <a:pt x="293730" y="1272413"/>
                </a:lnTo>
                <a:lnTo>
                  <a:pt x="296304" y="1285914"/>
                </a:lnTo>
                <a:lnTo>
                  <a:pt x="297247" y="1287529"/>
                </a:lnTo>
                <a:lnTo>
                  <a:pt x="306034" y="1299414"/>
                </a:lnTo>
                <a:lnTo>
                  <a:pt x="308016" y="1312915"/>
                </a:lnTo>
                <a:lnTo>
                  <a:pt x="309574" y="1326415"/>
                </a:lnTo>
                <a:lnTo>
                  <a:pt x="311806" y="1331177"/>
                </a:lnTo>
                <a:lnTo>
                  <a:pt x="319022" y="1339916"/>
                </a:lnTo>
                <a:lnTo>
                  <a:pt x="322269" y="1353417"/>
                </a:lnTo>
                <a:lnTo>
                  <a:pt x="323423" y="1366917"/>
                </a:lnTo>
                <a:lnTo>
                  <a:pt x="322713" y="1380418"/>
                </a:lnTo>
                <a:lnTo>
                  <a:pt x="311806" y="1392329"/>
                </a:lnTo>
                <a:lnTo>
                  <a:pt x="310098" y="1393918"/>
                </a:lnTo>
                <a:lnTo>
                  <a:pt x="308165" y="1407419"/>
                </a:lnTo>
                <a:lnTo>
                  <a:pt x="297247" y="1419574"/>
                </a:lnTo>
                <a:lnTo>
                  <a:pt x="295797" y="1420919"/>
                </a:lnTo>
                <a:lnTo>
                  <a:pt x="293606" y="1434420"/>
                </a:lnTo>
                <a:lnTo>
                  <a:pt x="282688" y="1446847"/>
                </a:lnTo>
                <a:lnTo>
                  <a:pt x="281531" y="1447920"/>
                </a:lnTo>
                <a:lnTo>
                  <a:pt x="279048" y="1461421"/>
                </a:lnTo>
                <a:lnTo>
                  <a:pt x="268129" y="1474155"/>
                </a:lnTo>
                <a:lnTo>
                  <a:pt x="267303" y="1474921"/>
                </a:lnTo>
                <a:lnTo>
                  <a:pt x="264489" y="1488422"/>
                </a:lnTo>
                <a:lnTo>
                  <a:pt x="253570" y="1501504"/>
                </a:lnTo>
                <a:lnTo>
                  <a:pt x="253120" y="1501922"/>
                </a:lnTo>
                <a:lnTo>
                  <a:pt x="249930" y="1515423"/>
                </a:lnTo>
                <a:lnTo>
                  <a:pt x="239012" y="1528900"/>
                </a:lnTo>
                <a:lnTo>
                  <a:pt x="238986" y="1528924"/>
                </a:lnTo>
                <a:lnTo>
                  <a:pt x="235372" y="1542424"/>
                </a:lnTo>
                <a:lnTo>
                  <a:pt x="226014" y="1555925"/>
                </a:lnTo>
                <a:lnTo>
                  <a:pt x="224453" y="1557372"/>
                </a:lnTo>
                <a:lnTo>
                  <a:pt x="220813" y="1569425"/>
                </a:lnTo>
                <a:lnTo>
                  <a:pt x="212857" y="1582926"/>
                </a:lnTo>
                <a:lnTo>
                  <a:pt x="209894" y="1585673"/>
                </a:lnTo>
                <a:lnTo>
                  <a:pt x="206254" y="1596426"/>
                </a:lnTo>
                <a:lnTo>
                  <a:pt x="199490" y="1609927"/>
                </a:lnTo>
                <a:lnTo>
                  <a:pt x="195335" y="1613780"/>
                </a:lnTo>
                <a:lnTo>
                  <a:pt x="191696" y="1623427"/>
                </a:lnTo>
                <a:lnTo>
                  <a:pt x="185944" y="1636928"/>
                </a:lnTo>
                <a:lnTo>
                  <a:pt x="180777" y="1641720"/>
                </a:lnTo>
                <a:lnTo>
                  <a:pt x="177137" y="1650428"/>
                </a:lnTo>
                <a:lnTo>
                  <a:pt x="172247" y="1663929"/>
                </a:lnTo>
                <a:lnTo>
                  <a:pt x="166218" y="1669521"/>
                </a:lnTo>
                <a:lnTo>
                  <a:pt x="162578" y="1677429"/>
                </a:lnTo>
                <a:lnTo>
                  <a:pt x="158421" y="1690930"/>
                </a:lnTo>
                <a:lnTo>
                  <a:pt x="151659" y="1697201"/>
                </a:lnTo>
                <a:lnTo>
                  <a:pt x="148019" y="1704430"/>
                </a:lnTo>
                <a:lnTo>
                  <a:pt x="144485" y="1717931"/>
                </a:lnTo>
                <a:lnTo>
                  <a:pt x="137100" y="1724780"/>
                </a:lnTo>
                <a:lnTo>
                  <a:pt x="133461" y="1731432"/>
                </a:lnTo>
                <a:lnTo>
                  <a:pt x="130455" y="1744932"/>
                </a:lnTo>
                <a:lnTo>
                  <a:pt x="122541" y="1752272"/>
                </a:lnTo>
                <a:lnTo>
                  <a:pt x="118902" y="1758433"/>
                </a:lnTo>
                <a:lnTo>
                  <a:pt x="116347" y="1771933"/>
                </a:lnTo>
                <a:lnTo>
                  <a:pt x="107983" y="1779690"/>
                </a:lnTo>
                <a:lnTo>
                  <a:pt x="104344" y="1785434"/>
                </a:lnTo>
                <a:lnTo>
                  <a:pt x="102171" y="1798934"/>
                </a:lnTo>
                <a:lnTo>
                  <a:pt x="93424" y="1807046"/>
                </a:lnTo>
                <a:lnTo>
                  <a:pt x="89785" y="1812435"/>
                </a:lnTo>
                <a:lnTo>
                  <a:pt x="87937" y="1825935"/>
                </a:lnTo>
                <a:lnTo>
                  <a:pt x="78865" y="1834349"/>
                </a:lnTo>
                <a:lnTo>
                  <a:pt x="75226" y="1839436"/>
                </a:lnTo>
                <a:lnTo>
                  <a:pt x="73655" y="1852936"/>
                </a:lnTo>
                <a:lnTo>
                  <a:pt x="64306" y="1861607"/>
                </a:lnTo>
                <a:lnTo>
                  <a:pt x="60668" y="1866437"/>
                </a:lnTo>
                <a:lnTo>
                  <a:pt x="59332" y="1879937"/>
                </a:lnTo>
                <a:lnTo>
                  <a:pt x="49747" y="1888826"/>
                </a:lnTo>
                <a:lnTo>
                  <a:pt x="46109" y="1893438"/>
                </a:lnTo>
                <a:lnTo>
                  <a:pt x="48293" y="1893438"/>
                </a:lnTo>
                <a:lnTo>
                  <a:pt x="49747" y="1891595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A8EE3-E8F1-4ECF-9FE2-1EBA14CD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302" y="3734475"/>
            <a:ext cx="2171299" cy="1891410"/>
          </a:xfrm>
          <a:custGeom xmlns:a="http://schemas.openxmlformats.org/drawingml/2006/main">
            <a:pathLst>
              <a:path w="2171299" h="1891410">
                <a:moveTo>
                  <a:pt x="45716" y="1891410"/>
                </a:moveTo>
                <a:lnTo>
                  <a:pt x="60274" y="1891410"/>
                </a:lnTo>
                <a:lnTo>
                  <a:pt x="74833" y="1891410"/>
                </a:lnTo>
                <a:lnTo>
                  <a:pt x="89392" y="1891410"/>
                </a:lnTo>
                <a:lnTo>
                  <a:pt x="103951" y="1891410"/>
                </a:lnTo>
                <a:lnTo>
                  <a:pt x="118510" y="1891410"/>
                </a:lnTo>
                <a:lnTo>
                  <a:pt x="133068" y="1891410"/>
                </a:lnTo>
                <a:lnTo>
                  <a:pt x="147627" y="1891410"/>
                </a:lnTo>
                <a:lnTo>
                  <a:pt x="162186" y="1891410"/>
                </a:lnTo>
                <a:lnTo>
                  <a:pt x="176745" y="1891410"/>
                </a:lnTo>
                <a:lnTo>
                  <a:pt x="191304" y="1891410"/>
                </a:lnTo>
                <a:lnTo>
                  <a:pt x="205862" y="1891410"/>
                </a:lnTo>
                <a:lnTo>
                  <a:pt x="220421" y="1891410"/>
                </a:lnTo>
                <a:lnTo>
                  <a:pt x="234980" y="1891410"/>
                </a:lnTo>
                <a:lnTo>
                  <a:pt x="249539" y="1891410"/>
                </a:lnTo>
                <a:lnTo>
                  <a:pt x="264097" y="1891410"/>
                </a:lnTo>
                <a:lnTo>
                  <a:pt x="278656" y="1891410"/>
                </a:lnTo>
                <a:lnTo>
                  <a:pt x="293215" y="1891410"/>
                </a:lnTo>
                <a:lnTo>
                  <a:pt x="307774" y="1891410"/>
                </a:lnTo>
                <a:lnTo>
                  <a:pt x="322333" y="1891410"/>
                </a:lnTo>
                <a:lnTo>
                  <a:pt x="336891" y="1891410"/>
                </a:lnTo>
                <a:lnTo>
                  <a:pt x="351450" y="1891410"/>
                </a:lnTo>
                <a:lnTo>
                  <a:pt x="366009" y="1891410"/>
                </a:lnTo>
                <a:lnTo>
                  <a:pt x="380568" y="1891410"/>
                </a:lnTo>
                <a:lnTo>
                  <a:pt x="395126" y="1891410"/>
                </a:lnTo>
                <a:lnTo>
                  <a:pt x="409685" y="1891410"/>
                </a:lnTo>
                <a:lnTo>
                  <a:pt x="424244" y="1891410"/>
                </a:lnTo>
                <a:lnTo>
                  <a:pt x="438803" y="1891410"/>
                </a:lnTo>
                <a:lnTo>
                  <a:pt x="453362" y="1891410"/>
                </a:lnTo>
                <a:lnTo>
                  <a:pt x="467921" y="1891410"/>
                </a:lnTo>
                <a:lnTo>
                  <a:pt x="482479" y="1891410"/>
                </a:lnTo>
                <a:lnTo>
                  <a:pt x="497038" y="1891410"/>
                </a:lnTo>
                <a:lnTo>
                  <a:pt x="511597" y="1891410"/>
                </a:lnTo>
                <a:lnTo>
                  <a:pt x="526156" y="1891410"/>
                </a:lnTo>
                <a:lnTo>
                  <a:pt x="540714" y="1891410"/>
                </a:lnTo>
                <a:lnTo>
                  <a:pt x="555273" y="1891410"/>
                </a:lnTo>
                <a:lnTo>
                  <a:pt x="569832" y="1891410"/>
                </a:lnTo>
                <a:lnTo>
                  <a:pt x="584391" y="1891410"/>
                </a:lnTo>
                <a:lnTo>
                  <a:pt x="598950" y="1891410"/>
                </a:lnTo>
                <a:lnTo>
                  <a:pt x="613508" y="1891410"/>
                </a:lnTo>
                <a:lnTo>
                  <a:pt x="628067" y="1891410"/>
                </a:lnTo>
                <a:lnTo>
                  <a:pt x="642626" y="1891410"/>
                </a:lnTo>
                <a:lnTo>
                  <a:pt x="657185" y="1891410"/>
                </a:lnTo>
                <a:lnTo>
                  <a:pt x="671744" y="1891410"/>
                </a:lnTo>
                <a:lnTo>
                  <a:pt x="686302" y="1891410"/>
                </a:lnTo>
                <a:lnTo>
                  <a:pt x="700861" y="1891410"/>
                </a:lnTo>
                <a:lnTo>
                  <a:pt x="715420" y="1891410"/>
                </a:lnTo>
                <a:lnTo>
                  <a:pt x="729979" y="1891410"/>
                </a:lnTo>
                <a:lnTo>
                  <a:pt x="744537" y="1891410"/>
                </a:lnTo>
                <a:lnTo>
                  <a:pt x="759096" y="1891410"/>
                </a:lnTo>
                <a:lnTo>
                  <a:pt x="773655" y="1891410"/>
                </a:lnTo>
                <a:lnTo>
                  <a:pt x="788214" y="1891410"/>
                </a:lnTo>
                <a:lnTo>
                  <a:pt x="802773" y="1891410"/>
                </a:lnTo>
                <a:lnTo>
                  <a:pt x="817331" y="1891410"/>
                </a:lnTo>
                <a:lnTo>
                  <a:pt x="831890" y="1891410"/>
                </a:lnTo>
                <a:lnTo>
                  <a:pt x="846449" y="1891410"/>
                </a:lnTo>
                <a:lnTo>
                  <a:pt x="861008" y="1891410"/>
                </a:lnTo>
                <a:lnTo>
                  <a:pt x="875567" y="1891410"/>
                </a:lnTo>
                <a:lnTo>
                  <a:pt x="890125" y="1891410"/>
                </a:lnTo>
                <a:lnTo>
                  <a:pt x="904684" y="1891410"/>
                </a:lnTo>
                <a:lnTo>
                  <a:pt x="919243" y="1891410"/>
                </a:lnTo>
                <a:lnTo>
                  <a:pt x="933802" y="1891410"/>
                </a:lnTo>
                <a:lnTo>
                  <a:pt x="948360" y="1891410"/>
                </a:lnTo>
                <a:lnTo>
                  <a:pt x="962919" y="1891410"/>
                </a:lnTo>
                <a:lnTo>
                  <a:pt x="977478" y="1891410"/>
                </a:lnTo>
                <a:lnTo>
                  <a:pt x="992037" y="1891410"/>
                </a:lnTo>
                <a:lnTo>
                  <a:pt x="1006596" y="1891410"/>
                </a:lnTo>
                <a:lnTo>
                  <a:pt x="1021154" y="1891410"/>
                </a:lnTo>
                <a:lnTo>
                  <a:pt x="1035713" y="1891410"/>
                </a:lnTo>
                <a:lnTo>
                  <a:pt x="1050272" y="1891410"/>
                </a:lnTo>
                <a:lnTo>
                  <a:pt x="1064831" y="1891410"/>
                </a:lnTo>
                <a:lnTo>
                  <a:pt x="1079389" y="1891410"/>
                </a:lnTo>
                <a:lnTo>
                  <a:pt x="1093948" y="1891410"/>
                </a:lnTo>
                <a:lnTo>
                  <a:pt x="1108507" y="1891410"/>
                </a:lnTo>
                <a:lnTo>
                  <a:pt x="1123066" y="1891410"/>
                </a:lnTo>
                <a:lnTo>
                  <a:pt x="1137625" y="1891410"/>
                </a:lnTo>
                <a:lnTo>
                  <a:pt x="1152183" y="1891410"/>
                </a:lnTo>
                <a:lnTo>
                  <a:pt x="1166742" y="1891410"/>
                </a:lnTo>
                <a:lnTo>
                  <a:pt x="1181301" y="1891410"/>
                </a:lnTo>
                <a:lnTo>
                  <a:pt x="1195860" y="1891410"/>
                </a:lnTo>
                <a:lnTo>
                  <a:pt x="1210419" y="1891410"/>
                </a:lnTo>
                <a:lnTo>
                  <a:pt x="1224978" y="1891410"/>
                </a:lnTo>
                <a:lnTo>
                  <a:pt x="1239536" y="1891410"/>
                </a:lnTo>
                <a:lnTo>
                  <a:pt x="1254095" y="1891410"/>
                </a:lnTo>
                <a:lnTo>
                  <a:pt x="1268654" y="1891410"/>
                </a:lnTo>
                <a:lnTo>
                  <a:pt x="1283213" y="1891410"/>
                </a:lnTo>
                <a:lnTo>
                  <a:pt x="1297771" y="1891410"/>
                </a:lnTo>
                <a:lnTo>
                  <a:pt x="1312330" y="1891410"/>
                </a:lnTo>
                <a:lnTo>
                  <a:pt x="1326889" y="1891410"/>
                </a:lnTo>
                <a:lnTo>
                  <a:pt x="1341448" y="1891410"/>
                </a:lnTo>
                <a:lnTo>
                  <a:pt x="1356006" y="1891410"/>
                </a:lnTo>
                <a:lnTo>
                  <a:pt x="1370565" y="1891410"/>
                </a:lnTo>
                <a:lnTo>
                  <a:pt x="1385124" y="1891410"/>
                </a:lnTo>
                <a:lnTo>
                  <a:pt x="1399683" y="1891410"/>
                </a:lnTo>
                <a:lnTo>
                  <a:pt x="1414242" y="1891410"/>
                </a:lnTo>
                <a:lnTo>
                  <a:pt x="1428800" y="1891410"/>
                </a:lnTo>
                <a:lnTo>
                  <a:pt x="1443359" y="1891410"/>
                </a:lnTo>
                <a:lnTo>
                  <a:pt x="1457918" y="1891410"/>
                </a:lnTo>
                <a:lnTo>
                  <a:pt x="1472477" y="1891410"/>
                </a:lnTo>
                <a:lnTo>
                  <a:pt x="1487036" y="1891410"/>
                </a:lnTo>
                <a:lnTo>
                  <a:pt x="1501594" y="1891410"/>
                </a:lnTo>
                <a:lnTo>
                  <a:pt x="1516153" y="1891410"/>
                </a:lnTo>
                <a:lnTo>
                  <a:pt x="1530712" y="1891410"/>
                </a:lnTo>
                <a:lnTo>
                  <a:pt x="1545271" y="1891410"/>
                </a:lnTo>
                <a:lnTo>
                  <a:pt x="1559830" y="1891410"/>
                </a:lnTo>
                <a:lnTo>
                  <a:pt x="1574388" y="1891410"/>
                </a:lnTo>
                <a:lnTo>
                  <a:pt x="1588947" y="1891410"/>
                </a:lnTo>
                <a:lnTo>
                  <a:pt x="1603506" y="1891410"/>
                </a:lnTo>
                <a:lnTo>
                  <a:pt x="1618065" y="1891410"/>
                </a:lnTo>
                <a:lnTo>
                  <a:pt x="1632623" y="1891410"/>
                </a:lnTo>
                <a:lnTo>
                  <a:pt x="1647182" y="1891410"/>
                </a:lnTo>
                <a:lnTo>
                  <a:pt x="1661741" y="1891410"/>
                </a:lnTo>
                <a:lnTo>
                  <a:pt x="1676300" y="1891410"/>
                </a:lnTo>
                <a:lnTo>
                  <a:pt x="1690859" y="1891410"/>
                </a:lnTo>
                <a:lnTo>
                  <a:pt x="1705417" y="1891410"/>
                </a:lnTo>
                <a:lnTo>
                  <a:pt x="1719976" y="1891410"/>
                </a:lnTo>
                <a:lnTo>
                  <a:pt x="1734535" y="1891410"/>
                </a:lnTo>
                <a:lnTo>
                  <a:pt x="1749094" y="1891410"/>
                </a:lnTo>
                <a:lnTo>
                  <a:pt x="1763653" y="1891410"/>
                </a:lnTo>
                <a:lnTo>
                  <a:pt x="1778211" y="1891410"/>
                </a:lnTo>
                <a:lnTo>
                  <a:pt x="1792770" y="1891410"/>
                </a:lnTo>
                <a:lnTo>
                  <a:pt x="1807329" y="1891410"/>
                </a:lnTo>
                <a:lnTo>
                  <a:pt x="1821888" y="1891410"/>
                </a:lnTo>
                <a:lnTo>
                  <a:pt x="1836447" y="1891410"/>
                </a:lnTo>
                <a:lnTo>
                  <a:pt x="1851005" y="1891410"/>
                </a:lnTo>
                <a:lnTo>
                  <a:pt x="1865564" y="1891410"/>
                </a:lnTo>
                <a:lnTo>
                  <a:pt x="1880123" y="1891410"/>
                </a:lnTo>
                <a:lnTo>
                  <a:pt x="1894682" y="1891410"/>
                </a:lnTo>
                <a:lnTo>
                  <a:pt x="1909240" y="1891410"/>
                </a:lnTo>
                <a:lnTo>
                  <a:pt x="1923799" y="1891410"/>
                </a:lnTo>
                <a:lnTo>
                  <a:pt x="1938358" y="1891410"/>
                </a:lnTo>
                <a:lnTo>
                  <a:pt x="1952917" y="1891410"/>
                </a:lnTo>
                <a:lnTo>
                  <a:pt x="1967476" y="1891410"/>
                </a:lnTo>
                <a:lnTo>
                  <a:pt x="1982034" y="1891410"/>
                </a:lnTo>
                <a:lnTo>
                  <a:pt x="1996593" y="1891410"/>
                </a:lnTo>
                <a:lnTo>
                  <a:pt x="2011152" y="1891410"/>
                </a:lnTo>
                <a:lnTo>
                  <a:pt x="2025711" y="1891410"/>
                </a:lnTo>
                <a:lnTo>
                  <a:pt x="2040270" y="1891410"/>
                </a:lnTo>
                <a:lnTo>
                  <a:pt x="2054828" y="1891410"/>
                </a:lnTo>
                <a:lnTo>
                  <a:pt x="2069387" y="1891410"/>
                </a:lnTo>
                <a:lnTo>
                  <a:pt x="2083946" y="1891410"/>
                </a:lnTo>
                <a:lnTo>
                  <a:pt x="2098505" y="1891410"/>
                </a:lnTo>
                <a:lnTo>
                  <a:pt x="2113063" y="1891410"/>
                </a:lnTo>
                <a:lnTo>
                  <a:pt x="2127622" y="1891410"/>
                </a:lnTo>
                <a:lnTo>
                  <a:pt x="2142181" y="1891410"/>
                </a:lnTo>
                <a:lnTo>
                  <a:pt x="2156740" y="1891410"/>
                </a:lnTo>
                <a:lnTo>
                  <a:pt x="2171299" y="1891410"/>
                </a:lnTo>
                <a:lnTo>
                  <a:pt x="2171299" y="1877910"/>
                </a:lnTo>
                <a:lnTo>
                  <a:pt x="2171299" y="1864409"/>
                </a:lnTo>
                <a:lnTo>
                  <a:pt x="2171299" y="1850909"/>
                </a:lnTo>
                <a:lnTo>
                  <a:pt x="2171299" y="1837408"/>
                </a:lnTo>
                <a:lnTo>
                  <a:pt x="2171299" y="1823908"/>
                </a:lnTo>
                <a:lnTo>
                  <a:pt x="2171299" y="1810407"/>
                </a:lnTo>
                <a:lnTo>
                  <a:pt x="2171299" y="1796907"/>
                </a:lnTo>
                <a:lnTo>
                  <a:pt x="2171299" y="1783406"/>
                </a:lnTo>
                <a:lnTo>
                  <a:pt x="2171299" y="1769906"/>
                </a:lnTo>
                <a:lnTo>
                  <a:pt x="2171299" y="1756405"/>
                </a:lnTo>
                <a:lnTo>
                  <a:pt x="2171299" y="1742905"/>
                </a:lnTo>
                <a:lnTo>
                  <a:pt x="2171299" y="1729404"/>
                </a:lnTo>
                <a:lnTo>
                  <a:pt x="2171299" y="1715903"/>
                </a:lnTo>
                <a:lnTo>
                  <a:pt x="2171299" y="1702403"/>
                </a:lnTo>
                <a:lnTo>
                  <a:pt x="2171299" y="1688902"/>
                </a:lnTo>
                <a:lnTo>
                  <a:pt x="2171299" y="1675402"/>
                </a:lnTo>
                <a:lnTo>
                  <a:pt x="2171299" y="1661901"/>
                </a:lnTo>
                <a:lnTo>
                  <a:pt x="2171299" y="1648401"/>
                </a:lnTo>
                <a:lnTo>
                  <a:pt x="2171299" y="1634900"/>
                </a:lnTo>
                <a:lnTo>
                  <a:pt x="2171299" y="1621400"/>
                </a:lnTo>
                <a:lnTo>
                  <a:pt x="2171299" y="1607899"/>
                </a:lnTo>
                <a:lnTo>
                  <a:pt x="2171299" y="1594399"/>
                </a:lnTo>
                <a:lnTo>
                  <a:pt x="2171299" y="1580898"/>
                </a:lnTo>
                <a:lnTo>
                  <a:pt x="2171299" y="1567398"/>
                </a:lnTo>
                <a:lnTo>
                  <a:pt x="2171299" y="1553897"/>
                </a:lnTo>
                <a:lnTo>
                  <a:pt x="2171299" y="1540396"/>
                </a:lnTo>
                <a:lnTo>
                  <a:pt x="2171299" y="1526896"/>
                </a:lnTo>
                <a:lnTo>
                  <a:pt x="2171299" y="1513395"/>
                </a:lnTo>
                <a:lnTo>
                  <a:pt x="2171299" y="1499895"/>
                </a:lnTo>
                <a:lnTo>
                  <a:pt x="2171299" y="1486394"/>
                </a:lnTo>
                <a:lnTo>
                  <a:pt x="2171299" y="1472894"/>
                </a:lnTo>
                <a:lnTo>
                  <a:pt x="2171299" y="1459393"/>
                </a:lnTo>
                <a:lnTo>
                  <a:pt x="2171299" y="1445893"/>
                </a:lnTo>
                <a:lnTo>
                  <a:pt x="2171299" y="1432392"/>
                </a:lnTo>
                <a:lnTo>
                  <a:pt x="2171299" y="1418892"/>
                </a:lnTo>
                <a:lnTo>
                  <a:pt x="2171299" y="1405391"/>
                </a:lnTo>
                <a:lnTo>
                  <a:pt x="2171299" y="1391891"/>
                </a:lnTo>
                <a:lnTo>
                  <a:pt x="2171299" y="1378390"/>
                </a:lnTo>
                <a:lnTo>
                  <a:pt x="2171299" y="1364890"/>
                </a:lnTo>
                <a:lnTo>
                  <a:pt x="2171299" y="1351389"/>
                </a:lnTo>
                <a:lnTo>
                  <a:pt x="2171299" y="1337888"/>
                </a:lnTo>
                <a:lnTo>
                  <a:pt x="2171299" y="1324388"/>
                </a:lnTo>
                <a:lnTo>
                  <a:pt x="2171299" y="1310887"/>
                </a:lnTo>
                <a:lnTo>
                  <a:pt x="2171299" y="1297387"/>
                </a:lnTo>
                <a:lnTo>
                  <a:pt x="2171299" y="1283886"/>
                </a:lnTo>
                <a:lnTo>
                  <a:pt x="2171299" y="1270386"/>
                </a:lnTo>
                <a:lnTo>
                  <a:pt x="2171299" y="1256885"/>
                </a:lnTo>
                <a:lnTo>
                  <a:pt x="2171299" y="1243385"/>
                </a:lnTo>
                <a:lnTo>
                  <a:pt x="2171299" y="1229884"/>
                </a:lnTo>
                <a:lnTo>
                  <a:pt x="2171299" y="1216384"/>
                </a:lnTo>
                <a:lnTo>
                  <a:pt x="2171299" y="1202883"/>
                </a:lnTo>
                <a:lnTo>
                  <a:pt x="2171299" y="1189383"/>
                </a:lnTo>
                <a:lnTo>
                  <a:pt x="2171299" y="1175882"/>
                </a:lnTo>
                <a:lnTo>
                  <a:pt x="2171299" y="1162381"/>
                </a:lnTo>
                <a:lnTo>
                  <a:pt x="2171299" y="1148881"/>
                </a:lnTo>
                <a:lnTo>
                  <a:pt x="2171299" y="1135380"/>
                </a:lnTo>
                <a:lnTo>
                  <a:pt x="2171299" y="1121880"/>
                </a:lnTo>
                <a:lnTo>
                  <a:pt x="2171299" y="1108379"/>
                </a:lnTo>
                <a:lnTo>
                  <a:pt x="2171299" y="1094879"/>
                </a:lnTo>
                <a:lnTo>
                  <a:pt x="2171299" y="1081378"/>
                </a:lnTo>
                <a:lnTo>
                  <a:pt x="2171299" y="1067878"/>
                </a:lnTo>
                <a:lnTo>
                  <a:pt x="2171299" y="1054377"/>
                </a:lnTo>
                <a:lnTo>
                  <a:pt x="2171299" y="1040877"/>
                </a:lnTo>
                <a:lnTo>
                  <a:pt x="2171299" y="1027376"/>
                </a:lnTo>
                <a:lnTo>
                  <a:pt x="2171299" y="1013876"/>
                </a:lnTo>
                <a:lnTo>
                  <a:pt x="2171299" y="1000375"/>
                </a:lnTo>
                <a:lnTo>
                  <a:pt x="2171299" y="986875"/>
                </a:lnTo>
                <a:lnTo>
                  <a:pt x="2171299" y="973374"/>
                </a:lnTo>
                <a:lnTo>
                  <a:pt x="2171299" y="959873"/>
                </a:lnTo>
                <a:lnTo>
                  <a:pt x="2171299" y="946373"/>
                </a:lnTo>
                <a:lnTo>
                  <a:pt x="2171299" y="932872"/>
                </a:lnTo>
                <a:lnTo>
                  <a:pt x="2171299" y="919372"/>
                </a:lnTo>
                <a:lnTo>
                  <a:pt x="2171299" y="905871"/>
                </a:lnTo>
                <a:lnTo>
                  <a:pt x="2171299" y="892371"/>
                </a:lnTo>
                <a:lnTo>
                  <a:pt x="2171299" y="878870"/>
                </a:lnTo>
                <a:lnTo>
                  <a:pt x="2171299" y="865370"/>
                </a:lnTo>
                <a:lnTo>
                  <a:pt x="2171299" y="851869"/>
                </a:lnTo>
                <a:lnTo>
                  <a:pt x="2171299" y="838369"/>
                </a:lnTo>
                <a:lnTo>
                  <a:pt x="2171299" y="824868"/>
                </a:lnTo>
                <a:lnTo>
                  <a:pt x="2171299" y="811368"/>
                </a:lnTo>
                <a:lnTo>
                  <a:pt x="2171299" y="797867"/>
                </a:lnTo>
                <a:lnTo>
                  <a:pt x="2171299" y="784366"/>
                </a:lnTo>
                <a:lnTo>
                  <a:pt x="2171299" y="770866"/>
                </a:lnTo>
                <a:lnTo>
                  <a:pt x="2171299" y="757365"/>
                </a:lnTo>
                <a:lnTo>
                  <a:pt x="2171299" y="743865"/>
                </a:lnTo>
                <a:lnTo>
                  <a:pt x="2171299" y="730364"/>
                </a:lnTo>
                <a:lnTo>
                  <a:pt x="2171299" y="716864"/>
                </a:lnTo>
                <a:lnTo>
                  <a:pt x="2171299" y="703363"/>
                </a:lnTo>
                <a:lnTo>
                  <a:pt x="2171299" y="689863"/>
                </a:lnTo>
                <a:lnTo>
                  <a:pt x="2171299" y="676362"/>
                </a:lnTo>
                <a:lnTo>
                  <a:pt x="2171299" y="662862"/>
                </a:lnTo>
                <a:lnTo>
                  <a:pt x="2171299" y="649361"/>
                </a:lnTo>
                <a:lnTo>
                  <a:pt x="2171299" y="635861"/>
                </a:lnTo>
                <a:lnTo>
                  <a:pt x="2171299" y="622360"/>
                </a:lnTo>
                <a:lnTo>
                  <a:pt x="2171299" y="608860"/>
                </a:lnTo>
                <a:lnTo>
                  <a:pt x="2171299" y="595359"/>
                </a:lnTo>
                <a:lnTo>
                  <a:pt x="2171299" y="581858"/>
                </a:lnTo>
                <a:lnTo>
                  <a:pt x="2171299" y="568358"/>
                </a:lnTo>
                <a:lnTo>
                  <a:pt x="2171299" y="554857"/>
                </a:lnTo>
                <a:lnTo>
                  <a:pt x="2171299" y="541357"/>
                </a:lnTo>
                <a:lnTo>
                  <a:pt x="2171299" y="527856"/>
                </a:lnTo>
                <a:lnTo>
                  <a:pt x="2171299" y="514356"/>
                </a:lnTo>
                <a:lnTo>
                  <a:pt x="2171299" y="500855"/>
                </a:lnTo>
                <a:lnTo>
                  <a:pt x="2171299" y="487355"/>
                </a:lnTo>
                <a:lnTo>
                  <a:pt x="2171299" y="473854"/>
                </a:lnTo>
                <a:lnTo>
                  <a:pt x="2171299" y="460354"/>
                </a:lnTo>
                <a:lnTo>
                  <a:pt x="2171299" y="446853"/>
                </a:lnTo>
                <a:lnTo>
                  <a:pt x="2171299" y="433353"/>
                </a:lnTo>
                <a:lnTo>
                  <a:pt x="2171299" y="419852"/>
                </a:lnTo>
                <a:lnTo>
                  <a:pt x="2171299" y="406352"/>
                </a:lnTo>
                <a:lnTo>
                  <a:pt x="2171299" y="392851"/>
                </a:lnTo>
                <a:lnTo>
                  <a:pt x="2171299" y="379350"/>
                </a:lnTo>
                <a:lnTo>
                  <a:pt x="2171299" y="365850"/>
                </a:lnTo>
                <a:lnTo>
                  <a:pt x="2171299" y="352349"/>
                </a:lnTo>
                <a:lnTo>
                  <a:pt x="2171299" y="338849"/>
                </a:lnTo>
                <a:lnTo>
                  <a:pt x="2171299" y="325348"/>
                </a:lnTo>
                <a:lnTo>
                  <a:pt x="2171299" y="311848"/>
                </a:lnTo>
                <a:lnTo>
                  <a:pt x="2171299" y="298347"/>
                </a:lnTo>
                <a:lnTo>
                  <a:pt x="2171299" y="284847"/>
                </a:lnTo>
                <a:lnTo>
                  <a:pt x="2171299" y="271346"/>
                </a:lnTo>
                <a:lnTo>
                  <a:pt x="2171299" y="257846"/>
                </a:lnTo>
                <a:lnTo>
                  <a:pt x="2171299" y="244345"/>
                </a:lnTo>
                <a:lnTo>
                  <a:pt x="2171299" y="230845"/>
                </a:lnTo>
                <a:lnTo>
                  <a:pt x="2171299" y="217344"/>
                </a:lnTo>
                <a:lnTo>
                  <a:pt x="2171299" y="203843"/>
                </a:lnTo>
                <a:lnTo>
                  <a:pt x="2171299" y="190343"/>
                </a:lnTo>
                <a:lnTo>
                  <a:pt x="2171299" y="176842"/>
                </a:lnTo>
                <a:lnTo>
                  <a:pt x="2171299" y="163342"/>
                </a:lnTo>
                <a:lnTo>
                  <a:pt x="2171299" y="149841"/>
                </a:lnTo>
                <a:lnTo>
                  <a:pt x="2171299" y="136341"/>
                </a:lnTo>
                <a:lnTo>
                  <a:pt x="2171299" y="122840"/>
                </a:lnTo>
                <a:lnTo>
                  <a:pt x="2171299" y="109340"/>
                </a:lnTo>
                <a:lnTo>
                  <a:pt x="2171299" y="95839"/>
                </a:lnTo>
                <a:lnTo>
                  <a:pt x="2171299" y="82339"/>
                </a:lnTo>
                <a:lnTo>
                  <a:pt x="2171299" y="68838"/>
                </a:lnTo>
                <a:lnTo>
                  <a:pt x="2171299" y="55338"/>
                </a:lnTo>
                <a:lnTo>
                  <a:pt x="2171299" y="41837"/>
                </a:lnTo>
                <a:lnTo>
                  <a:pt x="2171299" y="28337"/>
                </a:lnTo>
                <a:lnTo>
                  <a:pt x="2171299" y="14836"/>
                </a:lnTo>
                <a:lnTo>
                  <a:pt x="2171299" y="1335"/>
                </a:lnTo>
                <a:lnTo>
                  <a:pt x="2171299" y="0"/>
                </a:lnTo>
                <a:lnTo>
                  <a:pt x="2169855" y="1335"/>
                </a:lnTo>
                <a:lnTo>
                  <a:pt x="2156740" y="13483"/>
                </a:lnTo>
                <a:lnTo>
                  <a:pt x="2155000" y="14836"/>
                </a:lnTo>
                <a:lnTo>
                  <a:pt x="2142181" y="26723"/>
                </a:lnTo>
                <a:lnTo>
                  <a:pt x="2127622" y="27709"/>
                </a:lnTo>
                <a:lnTo>
                  <a:pt x="2126946" y="28337"/>
                </a:lnTo>
                <a:lnTo>
                  <a:pt x="2113063" y="40495"/>
                </a:lnTo>
                <a:lnTo>
                  <a:pt x="2111611" y="41837"/>
                </a:lnTo>
                <a:lnTo>
                  <a:pt x="2098505" y="53982"/>
                </a:lnTo>
                <a:lnTo>
                  <a:pt x="2096553" y="55338"/>
                </a:lnTo>
                <a:lnTo>
                  <a:pt x="2083946" y="67028"/>
                </a:lnTo>
                <a:lnTo>
                  <a:pt x="2069387" y="67902"/>
                </a:lnTo>
                <a:lnTo>
                  <a:pt x="2068378" y="68838"/>
                </a:lnTo>
                <a:lnTo>
                  <a:pt x="2054828" y="80993"/>
                </a:lnTo>
                <a:lnTo>
                  <a:pt x="2053368" y="82339"/>
                </a:lnTo>
                <a:lnTo>
                  <a:pt x="2040270" y="94480"/>
                </a:lnTo>
                <a:lnTo>
                  <a:pt x="2037947" y="95839"/>
                </a:lnTo>
                <a:lnTo>
                  <a:pt x="2025711" y="107186"/>
                </a:lnTo>
                <a:lnTo>
                  <a:pt x="2011152" y="108227"/>
                </a:lnTo>
                <a:lnTo>
                  <a:pt x="2009952" y="109340"/>
                </a:lnTo>
                <a:lnTo>
                  <a:pt x="1996593" y="121493"/>
                </a:lnTo>
                <a:lnTo>
                  <a:pt x="1995123" y="122840"/>
                </a:lnTo>
                <a:lnTo>
                  <a:pt x="1982034" y="134974"/>
                </a:lnTo>
                <a:lnTo>
                  <a:pt x="1979067" y="136341"/>
                </a:lnTo>
                <a:lnTo>
                  <a:pt x="1967476" y="147089"/>
                </a:lnTo>
                <a:lnTo>
                  <a:pt x="1952917" y="148627"/>
                </a:lnTo>
                <a:lnTo>
                  <a:pt x="1951607" y="149841"/>
                </a:lnTo>
                <a:lnTo>
                  <a:pt x="1938358" y="161993"/>
                </a:lnTo>
                <a:lnTo>
                  <a:pt x="1936873" y="163342"/>
                </a:lnTo>
                <a:lnTo>
                  <a:pt x="1923799" y="175464"/>
                </a:lnTo>
                <a:lnTo>
                  <a:pt x="1919705" y="176842"/>
                </a:lnTo>
                <a:lnTo>
                  <a:pt x="1909240" y="186546"/>
                </a:lnTo>
                <a:lnTo>
                  <a:pt x="1894682" y="189071"/>
                </a:lnTo>
                <a:lnTo>
                  <a:pt x="1893309" y="190343"/>
                </a:lnTo>
                <a:lnTo>
                  <a:pt x="1880123" y="202494"/>
                </a:lnTo>
                <a:lnTo>
                  <a:pt x="1878615" y="203843"/>
                </a:lnTo>
                <a:lnTo>
                  <a:pt x="1865564" y="215944"/>
                </a:lnTo>
                <a:lnTo>
                  <a:pt x="1859503" y="217344"/>
                </a:lnTo>
                <a:lnTo>
                  <a:pt x="1851005" y="225224"/>
                </a:lnTo>
                <a:lnTo>
                  <a:pt x="1836447" y="229539"/>
                </a:lnTo>
                <a:lnTo>
                  <a:pt x="1835038" y="230845"/>
                </a:lnTo>
                <a:lnTo>
                  <a:pt x="1821888" y="242994"/>
                </a:lnTo>
                <a:lnTo>
                  <a:pt x="1820339" y="244345"/>
                </a:lnTo>
                <a:lnTo>
                  <a:pt x="1807329" y="256409"/>
                </a:lnTo>
                <a:lnTo>
                  <a:pt x="1797835" y="257846"/>
                </a:lnTo>
                <a:lnTo>
                  <a:pt x="1792770" y="262543"/>
                </a:lnTo>
                <a:lnTo>
                  <a:pt x="1778211" y="270022"/>
                </a:lnTo>
                <a:lnTo>
                  <a:pt x="1776781" y="271346"/>
                </a:lnTo>
                <a:lnTo>
                  <a:pt x="1763653" y="283495"/>
                </a:lnTo>
                <a:lnTo>
                  <a:pt x="1762034" y="284847"/>
                </a:lnTo>
                <a:lnTo>
                  <a:pt x="1749094" y="296846"/>
                </a:lnTo>
                <a:lnTo>
                  <a:pt x="1734535" y="298258"/>
                </a:lnTo>
                <a:lnTo>
                  <a:pt x="1734439" y="298347"/>
                </a:lnTo>
                <a:lnTo>
                  <a:pt x="1719976" y="310512"/>
                </a:lnTo>
                <a:lnTo>
                  <a:pt x="1718533" y="311848"/>
                </a:lnTo>
                <a:lnTo>
                  <a:pt x="1705417" y="323995"/>
                </a:lnTo>
                <a:lnTo>
                  <a:pt x="1703677" y="325348"/>
                </a:lnTo>
                <a:lnTo>
                  <a:pt x="1690859" y="337235"/>
                </a:lnTo>
                <a:lnTo>
                  <a:pt x="1676300" y="338221"/>
                </a:lnTo>
                <a:lnTo>
                  <a:pt x="1675623" y="338849"/>
                </a:lnTo>
                <a:lnTo>
                  <a:pt x="1661741" y="351008"/>
                </a:lnTo>
                <a:lnTo>
                  <a:pt x="1660289" y="352349"/>
                </a:lnTo>
                <a:lnTo>
                  <a:pt x="1647182" y="364495"/>
                </a:lnTo>
                <a:lnTo>
                  <a:pt x="1645230" y="365850"/>
                </a:lnTo>
                <a:lnTo>
                  <a:pt x="1632623" y="377540"/>
                </a:lnTo>
                <a:lnTo>
                  <a:pt x="1618065" y="378414"/>
                </a:lnTo>
                <a:lnTo>
                  <a:pt x="1617055" y="379350"/>
                </a:lnTo>
                <a:lnTo>
                  <a:pt x="1603506" y="391506"/>
                </a:lnTo>
                <a:lnTo>
                  <a:pt x="1602045" y="392851"/>
                </a:lnTo>
                <a:lnTo>
                  <a:pt x="1588947" y="404992"/>
                </a:lnTo>
                <a:lnTo>
                  <a:pt x="1586625" y="406352"/>
                </a:lnTo>
                <a:lnTo>
                  <a:pt x="1574388" y="417698"/>
                </a:lnTo>
                <a:lnTo>
                  <a:pt x="1559830" y="418739"/>
                </a:lnTo>
                <a:lnTo>
                  <a:pt x="1558629" y="419852"/>
                </a:lnTo>
                <a:lnTo>
                  <a:pt x="1545271" y="432005"/>
                </a:lnTo>
                <a:lnTo>
                  <a:pt x="1543800" y="433353"/>
                </a:lnTo>
                <a:lnTo>
                  <a:pt x="1530712" y="445487"/>
                </a:lnTo>
                <a:lnTo>
                  <a:pt x="1527743" y="446853"/>
                </a:lnTo>
                <a:lnTo>
                  <a:pt x="1516153" y="457601"/>
                </a:lnTo>
                <a:lnTo>
                  <a:pt x="1501594" y="459139"/>
                </a:lnTo>
                <a:lnTo>
                  <a:pt x="1500285" y="460354"/>
                </a:lnTo>
                <a:lnTo>
                  <a:pt x="1487036" y="472505"/>
                </a:lnTo>
                <a:lnTo>
                  <a:pt x="1485551" y="473854"/>
                </a:lnTo>
                <a:lnTo>
                  <a:pt x="1472477" y="485976"/>
                </a:lnTo>
                <a:lnTo>
                  <a:pt x="1468381" y="487355"/>
                </a:lnTo>
                <a:lnTo>
                  <a:pt x="1457918" y="497057"/>
                </a:lnTo>
                <a:lnTo>
                  <a:pt x="1443359" y="499583"/>
                </a:lnTo>
                <a:lnTo>
                  <a:pt x="1441987" y="500855"/>
                </a:lnTo>
                <a:lnTo>
                  <a:pt x="1428800" y="513006"/>
                </a:lnTo>
                <a:lnTo>
                  <a:pt x="1427292" y="514356"/>
                </a:lnTo>
                <a:lnTo>
                  <a:pt x="1414242" y="526457"/>
                </a:lnTo>
                <a:lnTo>
                  <a:pt x="1408178" y="527856"/>
                </a:lnTo>
                <a:lnTo>
                  <a:pt x="1399683" y="535734"/>
                </a:lnTo>
                <a:lnTo>
                  <a:pt x="1385124" y="540018"/>
                </a:lnTo>
                <a:lnTo>
                  <a:pt x="1383670" y="541357"/>
                </a:lnTo>
                <a:lnTo>
                  <a:pt x="1370565" y="553498"/>
                </a:lnTo>
                <a:lnTo>
                  <a:pt x="1359560" y="554857"/>
                </a:lnTo>
                <a:lnTo>
                  <a:pt x="1356006" y="558153"/>
                </a:lnTo>
                <a:lnTo>
                  <a:pt x="1341448" y="567010"/>
                </a:lnTo>
                <a:lnTo>
                  <a:pt x="1339939" y="568358"/>
                </a:lnTo>
                <a:lnTo>
                  <a:pt x="1326889" y="580457"/>
                </a:lnTo>
                <a:lnTo>
                  <a:pt x="1312330" y="580735"/>
                </a:lnTo>
                <a:lnTo>
                  <a:pt x="1311118" y="581858"/>
                </a:lnTo>
                <a:lnTo>
                  <a:pt x="1297771" y="594008"/>
                </a:lnTo>
                <a:lnTo>
                  <a:pt x="1294910" y="595359"/>
                </a:lnTo>
                <a:lnTo>
                  <a:pt x="1283213" y="606206"/>
                </a:lnTo>
                <a:lnTo>
                  <a:pt x="1268654" y="607516"/>
                </a:lnTo>
                <a:lnTo>
                  <a:pt x="1267180" y="608860"/>
                </a:lnTo>
                <a:lnTo>
                  <a:pt x="1254095" y="620987"/>
                </a:lnTo>
                <a:lnTo>
                  <a:pt x="1239536" y="621382"/>
                </a:lnTo>
                <a:lnTo>
                  <a:pt x="1238482" y="622360"/>
                </a:lnTo>
                <a:lnTo>
                  <a:pt x="1224978" y="634510"/>
                </a:lnTo>
                <a:lnTo>
                  <a:pt x="1222667" y="635861"/>
                </a:lnTo>
                <a:lnTo>
                  <a:pt x="1210419" y="647218"/>
                </a:lnTo>
                <a:lnTo>
                  <a:pt x="1195860" y="648022"/>
                </a:lnTo>
                <a:lnTo>
                  <a:pt x="1194401" y="649361"/>
                </a:lnTo>
                <a:lnTo>
                  <a:pt x="1181301" y="661497"/>
                </a:lnTo>
                <a:lnTo>
                  <a:pt x="1166742" y="662124"/>
                </a:lnTo>
                <a:lnTo>
                  <a:pt x="1165947" y="662862"/>
                </a:lnTo>
                <a:lnTo>
                  <a:pt x="1152183" y="675012"/>
                </a:lnTo>
                <a:lnTo>
                  <a:pt x="1150208" y="676362"/>
                </a:lnTo>
                <a:lnTo>
                  <a:pt x="1137625" y="688030"/>
                </a:lnTo>
                <a:lnTo>
                  <a:pt x="1123066" y="688531"/>
                </a:lnTo>
                <a:lnTo>
                  <a:pt x="1121620" y="689863"/>
                </a:lnTo>
                <a:lnTo>
                  <a:pt x="1108507" y="702005"/>
                </a:lnTo>
                <a:lnTo>
                  <a:pt x="1093948" y="703020"/>
                </a:lnTo>
                <a:lnTo>
                  <a:pt x="1093578" y="703363"/>
                </a:lnTo>
                <a:lnTo>
                  <a:pt x="1079389" y="715514"/>
                </a:lnTo>
                <a:lnTo>
                  <a:pt x="1077618" y="716864"/>
                </a:lnTo>
                <a:lnTo>
                  <a:pt x="1064831" y="728721"/>
                </a:lnTo>
                <a:lnTo>
                  <a:pt x="1050272" y="729044"/>
                </a:lnTo>
                <a:lnTo>
                  <a:pt x="1048843" y="730364"/>
                </a:lnTo>
                <a:lnTo>
                  <a:pt x="1035713" y="742510"/>
                </a:lnTo>
                <a:lnTo>
                  <a:pt x="1023568" y="743865"/>
                </a:lnTo>
                <a:lnTo>
                  <a:pt x="1021154" y="746103"/>
                </a:lnTo>
                <a:lnTo>
                  <a:pt x="1006596" y="756016"/>
                </a:lnTo>
                <a:lnTo>
                  <a:pt x="1004948" y="757365"/>
                </a:lnTo>
                <a:lnTo>
                  <a:pt x="992037" y="769337"/>
                </a:lnTo>
                <a:lnTo>
                  <a:pt x="977478" y="769565"/>
                </a:lnTo>
                <a:lnTo>
                  <a:pt x="976072" y="770866"/>
                </a:lnTo>
                <a:lnTo>
                  <a:pt x="962919" y="783013"/>
                </a:lnTo>
                <a:lnTo>
                  <a:pt x="954961" y="784366"/>
                </a:lnTo>
                <a:lnTo>
                  <a:pt x="948360" y="790487"/>
                </a:lnTo>
                <a:lnTo>
                  <a:pt x="933802" y="796518"/>
                </a:lnTo>
                <a:lnTo>
                  <a:pt x="932230" y="797867"/>
                </a:lnTo>
                <a:lnTo>
                  <a:pt x="919243" y="809909"/>
                </a:lnTo>
                <a:lnTo>
                  <a:pt x="904684" y="810098"/>
                </a:lnTo>
                <a:lnTo>
                  <a:pt x="903313" y="811368"/>
                </a:lnTo>
                <a:lnTo>
                  <a:pt x="890125" y="823516"/>
                </a:lnTo>
                <a:lnTo>
                  <a:pt x="884714" y="824868"/>
                </a:lnTo>
                <a:lnTo>
                  <a:pt x="875567" y="833351"/>
                </a:lnTo>
                <a:lnTo>
                  <a:pt x="861008" y="837021"/>
                </a:lnTo>
                <a:lnTo>
                  <a:pt x="859483" y="838369"/>
                </a:lnTo>
                <a:lnTo>
                  <a:pt x="846449" y="850453"/>
                </a:lnTo>
                <a:lnTo>
                  <a:pt x="831890" y="850651"/>
                </a:lnTo>
                <a:lnTo>
                  <a:pt x="830576" y="851869"/>
                </a:lnTo>
                <a:lnTo>
                  <a:pt x="817331" y="864019"/>
                </a:lnTo>
                <a:lnTo>
                  <a:pt x="813470" y="865370"/>
                </a:lnTo>
                <a:lnTo>
                  <a:pt x="802773" y="875289"/>
                </a:lnTo>
                <a:lnTo>
                  <a:pt x="788214" y="877524"/>
                </a:lnTo>
                <a:lnTo>
                  <a:pt x="785903" y="878870"/>
                </a:lnTo>
                <a:lnTo>
                  <a:pt x="773655" y="890222"/>
                </a:lnTo>
                <a:lnTo>
                  <a:pt x="760532" y="878870"/>
                </a:lnTo>
                <a:lnTo>
                  <a:pt x="759096" y="878004"/>
                </a:lnTo>
                <a:lnTo>
                  <a:pt x="744537" y="874446"/>
                </a:lnTo>
                <a:lnTo>
                  <a:pt x="734413" y="865370"/>
                </a:lnTo>
                <a:lnTo>
                  <a:pt x="729979" y="863870"/>
                </a:lnTo>
                <a:lnTo>
                  <a:pt x="715420" y="851915"/>
                </a:lnTo>
                <a:lnTo>
                  <a:pt x="715370" y="851869"/>
                </a:lnTo>
                <a:lnTo>
                  <a:pt x="700861" y="849352"/>
                </a:lnTo>
                <a:lnTo>
                  <a:pt x="688421" y="838369"/>
                </a:lnTo>
                <a:lnTo>
                  <a:pt x="686302" y="837271"/>
                </a:lnTo>
                <a:lnTo>
                  <a:pt x="671744" y="832263"/>
                </a:lnTo>
                <a:lnTo>
                  <a:pt x="663523" y="824868"/>
                </a:lnTo>
                <a:lnTo>
                  <a:pt x="657185" y="823150"/>
                </a:lnTo>
                <a:lnTo>
                  <a:pt x="643331" y="811368"/>
                </a:lnTo>
                <a:lnTo>
                  <a:pt x="642626" y="810880"/>
                </a:lnTo>
                <a:lnTo>
                  <a:pt x="628815" y="797867"/>
                </a:lnTo>
                <a:lnTo>
                  <a:pt x="628067" y="797072"/>
                </a:lnTo>
                <a:lnTo>
                  <a:pt x="615060" y="784366"/>
                </a:lnTo>
                <a:lnTo>
                  <a:pt x="613508" y="781993"/>
                </a:lnTo>
                <a:lnTo>
                  <a:pt x="601708" y="770866"/>
                </a:lnTo>
                <a:lnTo>
                  <a:pt x="598950" y="763044"/>
                </a:lnTo>
                <a:lnTo>
                  <a:pt x="592885" y="757365"/>
                </a:lnTo>
                <a:lnTo>
                  <a:pt x="585376" y="743865"/>
                </a:lnTo>
                <a:lnTo>
                  <a:pt x="584391" y="742764"/>
                </a:lnTo>
                <a:lnTo>
                  <a:pt x="571534" y="730364"/>
                </a:lnTo>
                <a:lnTo>
                  <a:pt x="569832" y="727420"/>
                </a:lnTo>
                <a:lnTo>
                  <a:pt x="558609" y="716864"/>
                </a:lnTo>
                <a:lnTo>
                  <a:pt x="555273" y="706251"/>
                </a:lnTo>
                <a:lnTo>
                  <a:pt x="552188" y="703363"/>
                </a:lnTo>
                <a:lnTo>
                  <a:pt x="541883" y="689863"/>
                </a:lnTo>
                <a:lnTo>
                  <a:pt x="540714" y="688474"/>
                </a:lnTo>
                <a:lnTo>
                  <a:pt x="528042" y="676362"/>
                </a:lnTo>
                <a:lnTo>
                  <a:pt x="526156" y="672633"/>
                </a:lnTo>
                <a:lnTo>
                  <a:pt x="515748" y="662862"/>
                </a:lnTo>
                <a:lnTo>
                  <a:pt x="511716" y="649361"/>
                </a:lnTo>
                <a:lnTo>
                  <a:pt x="511597" y="649241"/>
                </a:lnTo>
                <a:lnTo>
                  <a:pt x="498357" y="635861"/>
                </a:lnTo>
                <a:lnTo>
                  <a:pt x="497038" y="634165"/>
                </a:lnTo>
                <a:lnTo>
                  <a:pt x="484606" y="622360"/>
                </a:lnTo>
                <a:lnTo>
                  <a:pt x="482479" y="617536"/>
                </a:lnTo>
                <a:lnTo>
                  <a:pt x="473226" y="608860"/>
                </a:lnTo>
                <a:lnTo>
                  <a:pt x="468449" y="595359"/>
                </a:lnTo>
                <a:lnTo>
                  <a:pt x="467921" y="594811"/>
                </a:lnTo>
                <a:lnTo>
                  <a:pt x="454817" y="581858"/>
                </a:lnTo>
                <a:lnTo>
                  <a:pt x="453362" y="579799"/>
                </a:lnTo>
                <a:lnTo>
                  <a:pt x="441257" y="568358"/>
                </a:lnTo>
                <a:lnTo>
                  <a:pt x="438803" y="561992"/>
                </a:lnTo>
                <a:lnTo>
                  <a:pt x="431156" y="554857"/>
                </a:lnTo>
                <a:lnTo>
                  <a:pt x="424244" y="544647"/>
                </a:lnTo>
                <a:lnTo>
                  <a:pt x="420704" y="541357"/>
                </a:lnTo>
                <a:lnTo>
                  <a:pt x="409685" y="528773"/>
                </a:lnTo>
                <a:lnTo>
                  <a:pt x="408699" y="527856"/>
                </a:lnTo>
                <a:lnTo>
                  <a:pt x="395355" y="514356"/>
                </a:lnTo>
                <a:lnTo>
                  <a:pt x="395126" y="514140"/>
                </a:lnTo>
                <a:lnTo>
                  <a:pt x="381087" y="500855"/>
                </a:lnTo>
                <a:lnTo>
                  <a:pt x="380568" y="500362"/>
                </a:lnTo>
                <a:lnTo>
                  <a:pt x="366772" y="487355"/>
                </a:lnTo>
                <a:lnTo>
                  <a:pt x="366009" y="486626"/>
                </a:lnTo>
                <a:lnTo>
                  <a:pt x="352423" y="473854"/>
                </a:lnTo>
                <a:lnTo>
                  <a:pt x="351450" y="472919"/>
                </a:lnTo>
                <a:lnTo>
                  <a:pt x="338052" y="460354"/>
                </a:lnTo>
                <a:lnTo>
                  <a:pt x="336891" y="459230"/>
                </a:lnTo>
                <a:lnTo>
                  <a:pt x="323669" y="446853"/>
                </a:lnTo>
                <a:lnTo>
                  <a:pt x="322333" y="445548"/>
                </a:lnTo>
                <a:lnTo>
                  <a:pt x="309285" y="433353"/>
                </a:lnTo>
                <a:lnTo>
                  <a:pt x="307774" y="431863"/>
                </a:lnTo>
                <a:lnTo>
                  <a:pt x="294908" y="419852"/>
                </a:lnTo>
                <a:lnTo>
                  <a:pt x="293215" y="418164"/>
                </a:lnTo>
                <a:lnTo>
                  <a:pt x="280548" y="406352"/>
                </a:lnTo>
                <a:lnTo>
                  <a:pt x="278656" y="404442"/>
                </a:lnTo>
                <a:lnTo>
                  <a:pt x="266217" y="392851"/>
                </a:lnTo>
                <a:lnTo>
                  <a:pt x="264097" y="390684"/>
                </a:lnTo>
                <a:lnTo>
                  <a:pt x="251928" y="379350"/>
                </a:lnTo>
                <a:lnTo>
                  <a:pt x="249539" y="376875"/>
                </a:lnTo>
                <a:lnTo>
                  <a:pt x="237694" y="365850"/>
                </a:lnTo>
                <a:lnTo>
                  <a:pt x="234980" y="362999"/>
                </a:lnTo>
                <a:lnTo>
                  <a:pt x="223535" y="352349"/>
                </a:lnTo>
                <a:lnTo>
                  <a:pt x="220421" y="349034"/>
                </a:lnTo>
                <a:lnTo>
                  <a:pt x="209471" y="338849"/>
                </a:lnTo>
                <a:lnTo>
                  <a:pt x="205862" y="334956"/>
                </a:lnTo>
                <a:lnTo>
                  <a:pt x="195531" y="325348"/>
                </a:lnTo>
                <a:lnTo>
                  <a:pt x="191304" y="320732"/>
                </a:lnTo>
                <a:lnTo>
                  <a:pt x="181748" y="311848"/>
                </a:lnTo>
                <a:lnTo>
                  <a:pt x="176745" y="306323"/>
                </a:lnTo>
                <a:lnTo>
                  <a:pt x="168166" y="298347"/>
                </a:lnTo>
                <a:lnTo>
                  <a:pt x="162186" y="291678"/>
                </a:lnTo>
                <a:lnTo>
                  <a:pt x="154837" y="284847"/>
                </a:lnTo>
                <a:lnTo>
                  <a:pt x="147627" y="276734"/>
                </a:lnTo>
                <a:lnTo>
                  <a:pt x="141830" y="271346"/>
                </a:lnTo>
                <a:lnTo>
                  <a:pt x="133068" y="261411"/>
                </a:lnTo>
                <a:lnTo>
                  <a:pt x="129231" y="257846"/>
                </a:lnTo>
                <a:lnTo>
                  <a:pt x="118510" y="245611"/>
                </a:lnTo>
                <a:lnTo>
                  <a:pt x="117148" y="244345"/>
                </a:lnTo>
                <a:lnTo>
                  <a:pt x="104135" y="230845"/>
                </a:lnTo>
                <a:lnTo>
                  <a:pt x="103951" y="230670"/>
                </a:lnTo>
                <a:lnTo>
                  <a:pt x="89866" y="217344"/>
                </a:lnTo>
                <a:lnTo>
                  <a:pt x="89392" y="216894"/>
                </a:lnTo>
                <a:lnTo>
                  <a:pt x="75526" y="203843"/>
                </a:lnTo>
                <a:lnTo>
                  <a:pt x="74833" y="203183"/>
                </a:lnTo>
                <a:lnTo>
                  <a:pt x="61066" y="190343"/>
                </a:lnTo>
                <a:lnTo>
                  <a:pt x="60274" y="189587"/>
                </a:lnTo>
                <a:lnTo>
                  <a:pt x="46605" y="176842"/>
                </a:lnTo>
                <a:lnTo>
                  <a:pt x="45716" y="176006"/>
                </a:lnTo>
                <a:lnTo>
                  <a:pt x="32128" y="163342"/>
                </a:lnTo>
                <a:lnTo>
                  <a:pt x="31157" y="162428"/>
                </a:lnTo>
                <a:lnTo>
                  <a:pt x="17648" y="149841"/>
                </a:lnTo>
                <a:lnTo>
                  <a:pt x="16598" y="148852"/>
                </a:lnTo>
                <a:lnTo>
                  <a:pt x="2409" y="136341"/>
                </a:lnTo>
                <a:lnTo>
                  <a:pt x="2039" y="135992"/>
                </a:lnTo>
                <a:lnTo>
                  <a:pt x="1424" y="136341"/>
                </a:lnTo>
                <a:lnTo>
                  <a:pt x="539" y="149841"/>
                </a:lnTo>
                <a:lnTo>
                  <a:pt x="157" y="163342"/>
                </a:lnTo>
                <a:lnTo>
                  <a:pt x="0" y="176842"/>
                </a:lnTo>
                <a:lnTo>
                  <a:pt x="5" y="190343"/>
                </a:lnTo>
                <a:lnTo>
                  <a:pt x="144" y="203843"/>
                </a:lnTo>
                <a:lnTo>
                  <a:pt x="274" y="217344"/>
                </a:lnTo>
                <a:lnTo>
                  <a:pt x="395" y="230845"/>
                </a:lnTo>
                <a:lnTo>
                  <a:pt x="511" y="244345"/>
                </a:lnTo>
                <a:lnTo>
                  <a:pt x="624" y="257846"/>
                </a:lnTo>
                <a:lnTo>
                  <a:pt x="736" y="271346"/>
                </a:lnTo>
                <a:lnTo>
                  <a:pt x="848" y="284847"/>
                </a:lnTo>
                <a:lnTo>
                  <a:pt x="964" y="298347"/>
                </a:lnTo>
                <a:lnTo>
                  <a:pt x="1086" y="311848"/>
                </a:lnTo>
                <a:lnTo>
                  <a:pt x="1215" y="325348"/>
                </a:lnTo>
                <a:lnTo>
                  <a:pt x="1354" y="338849"/>
                </a:lnTo>
                <a:lnTo>
                  <a:pt x="1506" y="352349"/>
                </a:lnTo>
                <a:lnTo>
                  <a:pt x="1661" y="365850"/>
                </a:lnTo>
                <a:lnTo>
                  <a:pt x="1860" y="379350"/>
                </a:lnTo>
                <a:lnTo>
                  <a:pt x="2039" y="384792"/>
                </a:lnTo>
                <a:lnTo>
                  <a:pt x="3962" y="392851"/>
                </a:lnTo>
                <a:lnTo>
                  <a:pt x="13614" y="406352"/>
                </a:lnTo>
                <a:lnTo>
                  <a:pt x="15027" y="419852"/>
                </a:lnTo>
                <a:lnTo>
                  <a:pt x="16036" y="433353"/>
                </a:lnTo>
                <a:lnTo>
                  <a:pt x="16598" y="435009"/>
                </a:lnTo>
                <a:lnTo>
                  <a:pt x="27034" y="446853"/>
                </a:lnTo>
                <a:lnTo>
                  <a:pt x="29371" y="460354"/>
                </a:lnTo>
                <a:lnTo>
                  <a:pt x="30143" y="473854"/>
                </a:lnTo>
                <a:lnTo>
                  <a:pt x="31157" y="478119"/>
                </a:lnTo>
                <a:lnTo>
                  <a:pt x="39647" y="487355"/>
                </a:lnTo>
                <a:lnTo>
                  <a:pt x="43618" y="500855"/>
                </a:lnTo>
                <a:lnTo>
                  <a:pt x="44433" y="514356"/>
                </a:lnTo>
                <a:lnTo>
                  <a:pt x="45716" y="522595"/>
                </a:lnTo>
                <a:lnTo>
                  <a:pt x="50673" y="527856"/>
                </a:lnTo>
                <a:lnTo>
                  <a:pt x="57669" y="541357"/>
                </a:lnTo>
                <a:lnTo>
                  <a:pt x="58797" y="554857"/>
                </a:lnTo>
                <a:lnTo>
                  <a:pt x="60061" y="568358"/>
                </a:lnTo>
                <a:lnTo>
                  <a:pt x="60274" y="568894"/>
                </a:lnTo>
                <a:lnTo>
                  <a:pt x="71368" y="581858"/>
                </a:lnTo>
                <a:lnTo>
                  <a:pt x="73165" y="595359"/>
                </a:lnTo>
                <a:lnTo>
                  <a:pt x="74016" y="608860"/>
                </a:lnTo>
                <a:lnTo>
                  <a:pt x="74833" y="611703"/>
                </a:lnTo>
                <a:lnTo>
                  <a:pt x="84454" y="622360"/>
                </a:lnTo>
                <a:lnTo>
                  <a:pt x="87472" y="635861"/>
                </a:lnTo>
                <a:lnTo>
                  <a:pt x="88230" y="649361"/>
                </a:lnTo>
                <a:lnTo>
                  <a:pt x="89392" y="655274"/>
                </a:lnTo>
                <a:lnTo>
                  <a:pt x="96478" y="662862"/>
                </a:lnTo>
                <a:lnTo>
                  <a:pt x="101638" y="676362"/>
                </a:lnTo>
                <a:lnTo>
                  <a:pt x="102567" y="689863"/>
                </a:lnTo>
                <a:lnTo>
                  <a:pt x="103951" y="701291"/>
                </a:lnTo>
                <a:lnTo>
                  <a:pt x="105913" y="703363"/>
                </a:lnTo>
                <a:lnTo>
                  <a:pt x="115543" y="716864"/>
                </a:lnTo>
                <a:lnTo>
                  <a:pt x="116942" y="730364"/>
                </a:lnTo>
                <a:lnTo>
                  <a:pt x="117952" y="743865"/>
                </a:lnTo>
                <a:lnTo>
                  <a:pt x="118510" y="745490"/>
                </a:lnTo>
                <a:lnTo>
                  <a:pt x="128985" y="757365"/>
                </a:lnTo>
                <a:lnTo>
                  <a:pt x="131289" y="770866"/>
                </a:lnTo>
                <a:lnTo>
                  <a:pt x="132058" y="784366"/>
                </a:lnTo>
                <a:lnTo>
                  <a:pt x="133068" y="788568"/>
                </a:lnTo>
                <a:lnTo>
                  <a:pt x="141627" y="797867"/>
                </a:lnTo>
                <a:lnTo>
                  <a:pt x="145540" y="811368"/>
                </a:lnTo>
                <a:lnTo>
                  <a:pt x="146347" y="824868"/>
                </a:lnTo>
                <a:lnTo>
                  <a:pt x="147627" y="833065"/>
                </a:lnTo>
                <a:lnTo>
                  <a:pt x="152624" y="838369"/>
                </a:lnTo>
                <a:lnTo>
                  <a:pt x="159598" y="851869"/>
                </a:lnTo>
                <a:lnTo>
                  <a:pt x="160711" y="865370"/>
                </a:lnTo>
                <a:lnTo>
                  <a:pt x="161979" y="878870"/>
                </a:lnTo>
                <a:lnTo>
                  <a:pt x="162186" y="879385"/>
                </a:lnTo>
                <a:lnTo>
                  <a:pt x="173309" y="892371"/>
                </a:lnTo>
                <a:lnTo>
                  <a:pt x="175081" y="905871"/>
                </a:lnTo>
                <a:lnTo>
                  <a:pt x="175931" y="919372"/>
                </a:lnTo>
                <a:lnTo>
                  <a:pt x="176745" y="922170"/>
                </a:lnTo>
                <a:lnTo>
                  <a:pt x="186417" y="932872"/>
                </a:lnTo>
                <a:lnTo>
                  <a:pt x="189391" y="946373"/>
                </a:lnTo>
                <a:lnTo>
                  <a:pt x="190144" y="959873"/>
                </a:lnTo>
                <a:lnTo>
                  <a:pt x="191304" y="965699"/>
                </a:lnTo>
                <a:lnTo>
                  <a:pt x="198479" y="973374"/>
                </a:lnTo>
                <a:lnTo>
                  <a:pt x="203563" y="986875"/>
                </a:lnTo>
                <a:lnTo>
                  <a:pt x="204481" y="1000375"/>
                </a:lnTo>
                <a:lnTo>
                  <a:pt x="205862" y="1011747"/>
                </a:lnTo>
                <a:lnTo>
                  <a:pt x="207878" y="1013876"/>
                </a:lnTo>
                <a:lnTo>
                  <a:pt x="217477" y="1027376"/>
                </a:lnTo>
                <a:lnTo>
                  <a:pt x="218857" y="1040877"/>
                </a:lnTo>
                <a:lnTo>
                  <a:pt x="219868" y="1054377"/>
                </a:lnTo>
                <a:lnTo>
                  <a:pt x="220421" y="1055972"/>
                </a:lnTo>
                <a:lnTo>
                  <a:pt x="230936" y="1067878"/>
                </a:lnTo>
                <a:lnTo>
                  <a:pt x="233206" y="1081378"/>
                </a:lnTo>
                <a:lnTo>
                  <a:pt x="233973" y="1094879"/>
                </a:lnTo>
                <a:lnTo>
                  <a:pt x="234980" y="1099017"/>
                </a:lnTo>
                <a:lnTo>
                  <a:pt x="243606" y="1108379"/>
                </a:lnTo>
                <a:lnTo>
                  <a:pt x="247461" y="1121880"/>
                </a:lnTo>
                <a:lnTo>
                  <a:pt x="248261" y="1135380"/>
                </a:lnTo>
                <a:lnTo>
                  <a:pt x="249539" y="1143535"/>
                </a:lnTo>
                <a:lnTo>
                  <a:pt x="254575" y="1148881"/>
                </a:lnTo>
                <a:lnTo>
                  <a:pt x="261526" y="1162381"/>
                </a:lnTo>
                <a:lnTo>
                  <a:pt x="262626" y="1175882"/>
                </a:lnTo>
                <a:lnTo>
                  <a:pt x="263896" y="1189383"/>
                </a:lnTo>
                <a:lnTo>
                  <a:pt x="264097" y="1189877"/>
                </a:lnTo>
                <a:lnTo>
                  <a:pt x="275251" y="1202883"/>
                </a:lnTo>
                <a:lnTo>
                  <a:pt x="276997" y="1216384"/>
                </a:lnTo>
                <a:lnTo>
                  <a:pt x="277846" y="1229884"/>
                </a:lnTo>
                <a:lnTo>
                  <a:pt x="278656" y="1232638"/>
                </a:lnTo>
                <a:lnTo>
                  <a:pt x="288380" y="1243385"/>
                </a:lnTo>
                <a:lnTo>
                  <a:pt x="291310" y="1256885"/>
                </a:lnTo>
                <a:lnTo>
                  <a:pt x="292059" y="1270386"/>
                </a:lnTo>
                <a:lnTo>
                  <a:pt x="293215" y="1276152"/>
                </a:lnTo>
                <a:lnTo>
                  <a:pt x="300449" y="1283886"/>
                </a:lnTo>
                <a:lnTo>
                  <a:pt x="305487" y="1297387"/>
                </a:lnTo>
                <a:lnTo>
                  <a:pt x="306396" y="1310887"/>
                </a:lnTo>
                <a:lnTo>
                  <a:pt x="307774" y="1322203"/>
                </a:lnTo>
                <a:lnTo>
                  <a:pt x="309843" y="1324388"/>
                </a:lnTo>
                <a:lnTo>
                  <a:pt x="319411" y="1337888"/>
                </a:lnTo>
                <a:lnTo>
                  <a:pt x="320772" y="1351389"/>
                </a:lnTo>
                <a:lnTo>
                  <a:pt x="321784" y="1364890"/>
                </a:lnTo>
                <a:lnTo>
                  <a:pt x="320872" y="1378390"/>
                </a:lnTo>
                <a:lnTo>
                  <a:pt x="312649" y="1391891"/>
                </a:lnTo>
                <a:lnTo>
                  <a:pt x="307774" y="1396412"/>
                </a:lnTo>
                <a:lnTo>
                  <a:pt x="306318" y="1405391"/>
                </a:lnTo>
                <a:lnTo>
                  <a:pt x="299059" y="1418892"/>
                </a:lnTo>
                <a:lnTo>
                  <a:pt x="293215" y="1424311"/>
                </a:lnTo>
                <a:lnTo>
                  <a:pt x="291759" y="1432392"/>
                </a:lnTo>
                <a:lnTo>
                  <a:pt x="285355" y="1445893"/>
                </a:lnTo>
                <a:lnTo>
                  <a:pt x="278656" y="1452105"/>
                </a:lnTo>
                <a:lnTo>
                  <a:pt x="277200" y="1459393"/>
                </a:lnTo>
                <a:lnTo>
                  <a:pt x="271550" y="1472894"/>
                </a:lnTo>
                <a:lnTo>
                  <a:pt x="264097" y="1479805"/>
                </a:lnTo>
                <a:lnTo>
                  <a:pt x="262642" y="1486394"/>
                </a:lnTo>
                <a:lnTo>
                  <a:pt x="257656" y="1499895"/>
                </a:lnTo>
                <a:lnTo>
                  <a:pt x="249539" y="1507423"/>
                </a:lnTo>
                <a:lnTo>
                  <a:pt x="248083" y="1513395"/>
                </a:lnTo>
                <a:lnTo>
                  <a:pt x="243684" y="1526896"/>
                </a:lnTo>
                <a:lnTo>
                  <a:pt x="234980" y="1534968"/>
                </a:lnTo>
                <a:lnTo>
                  <a:pt x="233524" y="1540396"/>
                </a:lnTo>
                <a:lnTo>
                  <a:pt x="229781" y="1553897"/>
                </a:lnTo>
                <a:lnTo>
                  <a:pt x="220421" y="1562577"/>
                </a:lnTo>
                <a:lnTo>
                  <a:pt x="218965" y="1567398"/>
                </a:lnTo>
                <a:lnTo>
                  <a:pt x="215783" y="1580898"/>
                </a:lnTo>
                <a:lnTo>
                  <a:pt x="205862" y="1590098"/>
                </a:lnTo>
                <a:lnTo>
                  <a:pt x="204407" y="1594399"/>
                </a:lnTo>
                <a:lnTo>
                  <a:pt x="201701" y="1607899"/>
                </a:lnTo>
                <a:lnTo>
                  <a:pt x="191304" y="1617541"/>
                </a:lnTo>
                <a:lnTo>
                  <a:pt x="189848" y="1621400"/>
                </a:lnTo>
                <a:lnTo>
                  <a:pt x="187547" y="1634900"/>
                </a:lnTo>
                <a:lnTo>
                  <a:pt x="176745" y="1644918"/>
                </a:lnTo>
                <a:lnTo>
                  <a:pt x="175289" y="1648401"/>
                </a:lnTo>
                <a:lnTo>
                  <a:pt x="173333" y="1661901"/>
                </a:lnTo>
                <a:lnTo>
                  <a:pt x="162186" y="1672239"/>
                </a:lnTo>
                <a:lnTo>
                  <a:pt x="160730" y="1675402"/>
                </a:lnTo>
                <a:lnTo>
                  <a:pt x="159067" y="1688902"/>
                </a:lnTo>
                <a:lnTo>
                  <a:pt x="147627" y="1699512"/>
                </a:lnTo>
                <a:lnTo>
                  <a:pt x="146172" y="1702403"/>
                </a:lnTo>
                <a:lnTo>
                  <a:pt x="144757" y="1715903"/>
                </a:lnTo>
                <a:lnTo>
                  <a:pt x="133068" y="1726744"/>
                </a:lnTo>
                <a:lnTo>
                  <a:pt x="131613" y="1729404"/>
                </a:lnTo>
                <a:lnTo>
                  <a:pt x="130410" y="1742905"/>
                </a:lnTo>
                <a:lnTo>
                  <a:pt x="118510" y="1753942"/>
                </a:lnTo>
                <a:lnTo>
                  <a:pt x="117054" y="1756405"/>
                </a:lnTo>
                <a:lnTo>
                  <a:pt x="116032" y="1769906"/>
                </a:lnTo>
                <a:lnTo>
                  <a:pt x="103951" y="1781110"/>
                </a:lnTo>
                <a:lnTo>
                  <a:pt x="102496" y="1783406"/>
                </a:lnTo>
                <a:lnTo>
                  <a:pt x="101626" y="1796907"/>
                </a:lnTo>
                <a:lnTo>
                  <a:pt x="89392" y="1808253"/>
                </a:lnTo>
                <a:lnTo>
                  <a:pt x="87937" y="1810407"/>
                </a:lnTo>
                <a:lnTo>
                  <a:pt x="87198" y="1823908"/>
                </a:lnTo>
                <a:lnTo>
                  <a:pt x="74833" y="1835375"/>
                </a:lnTo>
                <a:lnTo>
                  <a:pt x="73378" y="1837408"/>
                </a:lnTo>
                <a:lnTo>
                  <a:pt x="72749" y="1850909"/>
                </a:lnTo>
                <a:lnTo>
                  <a:pt x="60274" y="1862479"/>
                </a:lnTo>
                <a:lnTo>
                  <a:pt x="58820" y="1864409"/>
                </a:lnTo>
                <a:lnTo>
                  <a:pt x="58285" y="1877910"/>
                </a:lnTo>
                <a:lnTo>
                  <a:pt x="45716" y="1889567"/>
                </a:lnTo>
                <a:lnTo>
                  <a:pt x="44261" y="1891410"/>
                </a:lnTo>
                <a:lnTo>
                  <a:pt x="45716" y="1891410"/>
                </a:lnTo>
                <a:close/>
              </a:path>
            </a:pathLst>
          </a:custGeom>
          <a:solidFill xmlns:a="http://schemas.openxmlformats.org/drawingml/2006/main">
            <a:srgbClr val="BABAF7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EBBBE-F0C5-4213-94FF-10D2D941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019" y="411401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A2849-0682-41E4-A850-5562E538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019" y="411401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5CE4B-1D9C-4A9D-93F1-594D24D1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261" y="416102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CB329-D832-4197-967D-A60BCFA3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261" y="416102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824C4-A824-4035-A024-A8E6630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183" y="387399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4BC28-D7CF-4427-9107-522A2914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183" y="387399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39913-EEE4-46D1-82EA-7D73970C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217" y="415784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CD279-FB79-4104-946A-5489D93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217" y="415784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5AEAA-6950-4862-8B99-C840DED1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86" y="442381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F104A-BA2C-47CD-B2FD-0EAB5CE7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686" y="442381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E2A9D-6568-415A-84F4-F62C3763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583" y="454500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79216-AA83-4DE3-B542-4CBB363F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583" y="454500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7E6CC-3159-4DB8-A156-EC10E2E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70" y="474892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43884-2367-4C2C-A28C-582F2A91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70" y="474892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7ACAB-1F7A-4A01-8ED0-AC03DCB4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014" y="386375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E2494-BB38-4FD4-A66B-549CB7F3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014" y="386375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DEB9E-2C54-44CA-A689-67191346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495" y="485002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012F8-D490-4DCC-A672-04F12647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495" y="485002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EEB51-8A06-4A1C-8AAD-1A2D46B5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430" y="423835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7B23F-3007-4890-B10F-09BE3046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430" y="42383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13F2B-E7B1-4705-840B-3131F33B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212" y="412563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F5BE2-5744-402F-A802-3B8D859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212" y="412563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57CD4-4F50-4CC9-BABF-3C2EF7EA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994" y="523936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3D123-516E-48F9-A37A-5BC5495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994" y="523936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D12F0-7B69-4E68-9767-5C1DB386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344" y="389114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2B490C-DD98-4BEF-A5FF-12B14B90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344" y="389114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2B8CF1-66CF-4949-8CEC-A2AAECBF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833" y="437040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72452-EF2A-4D6A-A9E2-4550BF0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833" y="437040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B25DD-FAA0-4E7C-BBC7-B1E87D15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529" y="487170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1173E-0435-49AF-A80E-8F2F03CB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529" y="487170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4482B-7156-4339-B2C1-416DD2DB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36" y="446768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9AE552-2638-4741-82AA-597CBE9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336" y="446768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AF63B-18F5-47E8-A978-CCCF1B2A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96" y="454771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8B715-E73E-457F-86DD-380A3FFD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96" y="454771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6E9D6-6669-4A24-8697-1DA6276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32" y="484826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77E3B-2149-4A56-AB60-A47974F3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32" y="484826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39FA0-F86D-44D7-A4E3-F9042D5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56" y="417097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05123-A255-4A84-BB92-0EBE43E7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56" y="417097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C5E0A-0FE2-4206-B74C-BE40028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716" y="461943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E8664-9567-4D7F-A0DF-DC6356C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716" y="461943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29E72-5211-4D42-90C4-F4507AFE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067" y="416701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F6744-C754-41F0-A9E2-9F06434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067" y="416701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246107-7FBA-48EA-974E-0DA75AF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036" y="461123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16689-1257-44D3-AAF7-33B601F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036" y="461123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B15B5-BAAE-47EB-89EF-AB1D25A1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012" y="443644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55241-AA0F-48E2-9D5F-59726B59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012" y="443644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E839F-332B-47D9-B49D-8AEF8170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848" y="482359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50D8B-4BAA-44D8-B96A-5D27358F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848" y="482359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C6CC4-08BB-4793-A449-D971F776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396" y="425462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1D507-84DE-48DB-99E8-A80B32E1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396" y="425462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B52EE-5D09-4473-854F-A1AE3920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172" y="501260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23B19-2A1C-4ADE-BFBC-CE4187A3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172" y="501260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E41D1-CDE5-4079-A0FE-F47AA1A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87" y="409658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DD79E-3E9B-4E80-B2A3-23682089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87" y="409658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37BA3-EE1D-43A5-A272-571FB27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146" y="413629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1CD08-2D18-4963-9B3A-81A1F42E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146" y="413629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3CB57-D6CA-4453-9E14-204327B7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917" y="449130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F9303-389A-4C1A-9F28-34036522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917" y="449130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E67C1-3F10-4727-8631-570AE065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243" y="423039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6D8F3-9430-4190-803C-F31BE5D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243" y="423039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3CCF9-9A9B-4D31-8FBC-AAD47783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683" y="479874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3BDE0-5E6D-4F6F-ADBD-42439C34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683" y="479874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6F898-BED6-4B97-9BA7-B2D274C6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95" y="4373387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79053-F0CD-492F-AE91-56058843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95" y="437338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E422E-728D-4157-ACBD-F277EFB1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262" y="382818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A4E69-E104-440D-B9C4-87452091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262" y="382818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BE8D9-CB61-4BEB-B687-7608C90F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857" y="347916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E9FF6-27EC-4293-A5A2-6710E771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857" y="347916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2099C-55A9-46B7-A9CF-81CD0427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909" y="496263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8EA70-B6A2-4DFA-BCE8-53D02810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909" y="496263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757E0-60C9-47B7-9F4B-FC00312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189" y="478893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134D5-573F-4B3C-82F6-EFEAD4D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189" y="478893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AE91F-5FCD-45F0-9284-1323515D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767" y="364773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90F8B-26BB-47EF-A504-D509EC6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767" y="364773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E2A97-3638-41A5-A4F6-C53649BF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163" y="5044055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FDC62-E94F-4BB8-80E0-9B093902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163" y="50440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3DC9E-6043-4974-8E8A-E8DC6223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65" y="4676623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DF30F-FBC4-49CA-8F14-46CF50A9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265" y="467662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F526E-D892-40DF-AF94-7E28051A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079" y="3966710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9C377-F5E9-439A-A215-4C5F4F4C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079" y="396671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B12F4-8F79-4171-BB3C-97F9A8B2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98" y="435013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87C08-D618-4011-8BD1-F9E1C464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98" y="435013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8660F-C0F5-4E91-8F34-A61A045C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538" y="386478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C5D61-8BA0-4975-97F1-58C1371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538" y="386478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8DFF5-9FEB-4F46-A95D-F245185C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633" y="4671974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934AC-2FC1-42B9-81C7-B099CE1E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633" y="467197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A7FE5-C29E-4D82-80DC-E6CB07F0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950" y="419905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59491-B3FC-4550-B9F0-C6B52797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950" y="419905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9032B-0093-4E39-8B7E-6D109D9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179" y="4296761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A5E4C-B4C3-4CFF-BC39-E868184D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8179" y="429676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B18F6-1E4E-4287-BEDD-46D74E79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329" y="4980709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B3FED-8948-4F11-8496-CACB56F4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329" y="498070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49C22-BAF0-4AAC-92CE-88D75A15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833" y="496540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FA5D8-35C7-425B-AEC3-AFA3B360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833" y="496540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B2CC9-105E-4686-8E1A-EA2BE6F6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190" y="5080222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22541-E389-406E-A83E-BF79BDF0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190" y="508022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9E8C2-8FD2-4642-ADC8-0FCEFC68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78" y="4048236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744A6-1F5C-4DF1-A1E5-30103ECF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78" y="404823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4204D-08AA-4A20-9115-50BE0C8F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78" y="4285198"/>
            <a:ext cx="98013" cy="98013"/>
          </a:xfrm>
          <a:custGeom xmlns:a="http://schemas.openxmlformats.org/drawingml/2006/main">
            <a:pathLst>
              <a:path w="98013" h="98013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94D04-C783-48F3-B415-4CFDF22C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478" y="428519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49007" y="98013"/>
                </a:moveTo>
                <a:cubicBezTo>
                  <a:pt x="62003" y="98013"/>
                  <a:pt x="74470" y="92850"/>
                  <a:pt x="83660" y="83660"/>
                </a:cubicBezTo>
                <a:cubicBezTo>
                  <a:pt x="92850" y="74470"/>
                  <a:pt x="98013" y="62003"/>
                  <a:pt x="98013" y="49007"/>
                </a:cubicBezTo>
                <a:cubicBezTo>
                  <a:pt x="98013" y="36010"/>
                  <a:pt x="92850" y="23544"/>
                  <a:pt x="83660" y="14354"/>
                </a:cubicBezTo>
                <a:cubicBezTo>
                  <a:pt x="74470" y="5164"/>
                  <a:pt x="62003" y="0"/>
                  <a:pt x="49007" y="0"/>
                </a:cubicBezTo>
                <a:cubicBezTo>
                  <a:pt x="36010" y="0"/>
                  <a:pt x="23544" y="5164"/>
                  <a:pt x="14354" y="14354"/>
                </a:cubicBezTo>
                <a:cubicBezTo>
                  <a:pt x="5164" y="23544"/>
                  <a:pt x="0" y="36010"/>
                  <a:pt x="0" y="49007"/>
                </a:cubicBezTo>
                <a:cubicBezTo>
                  <a:pt x="0" y="62003"/>
                  <a:pt x="5164" y="74470"/>
                  <a:pt x="14354" y="83660"/>
                </a:cubicBezTo>
                <a:cubicBezTo>
                  <a:pt x="23544" y="92850"/>
                  <a:pt x="36010" y="98013"/>
                  <a:pt x="49007" y="9801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A51F2-7FC2-4492-BA9E-F909E9F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207" y="432927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E4B90-418C-48CD-8E07-DF4F1B4A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207" y="432927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C7EA1-7AF8-4902-87E7-6CAE1C7E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774" y="458615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F8CEF-48D6-4DE3-A5D0-28C4798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774" y="458615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FD73D-1E2D-4966-9287-C8018CD8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582" y="459137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8A065-B3E4-4D8E-B1E7-50E6F803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582" y="459137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01BA1-5C8B-495C-BDDD-FF26A5B1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396" y="443165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E5FD0-F9FE-4B27-B1C8-9FD976E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396" y="443165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ABEBB-BCE1-4CF1-978E-94A2C64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868" y="499823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FB56D-66C0-4439-8ECB-79238EB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868" y="499823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C2579-575D-4A1C-9E89-EF1FCCBF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348" y="508643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C69E6-A8B6-4DDF-A175-0F063D4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348" y="508643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C2809-1138-4619-B6DA-D0A2684A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471" y="370782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A8E9C-4CAC-4742-BBE6-B0CCCB9E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471" y="370782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F307C-A5B1-40A5-A14F-20DED17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784" y="445704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9A8BB-64AD-4BE3-9D26-B8D4B0D5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784" y="445704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2AC56-47CA-4CE7-BD09-391341CB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987" y="434671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F17A3-1A19-49AB-A563-8B0240C8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987" y="434671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563F2-A034-4C38-97C8-1573E747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282" y="414351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CD6CE-0A66-49F4-9173-58DF747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282" y="414351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49F11-E39D-42CB-BECC-D0D9CCE0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11" y="408210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77A8C-8363-4D16-987C-D373349A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11" y="408210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97C0E-4C68-4597-9DD2-4894FFCC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809" y="400964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96FDE-1C85-4FE6-9FA9-36A69588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809" y="400964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11832-4046-4AC5-A72D-B30521DA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020" y="484210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E7EE3-B8D4-4BCD-AD0F-A140EDCA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020" y="484210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28567-D193-48C9-AF2F-C9A08782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206" y="373160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97714-982C-4959-8287-95404089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206" y="373160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4A579-DBE4-4744-9DC7-FF17636D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309" y="504858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9AD32-2801-41CE-ACA3-FF749D03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309" y="504858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33888-52AB-40F5-AABE-49472E03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61" y="463862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50A7D-60DC-472E-82F7-8ACEEFC5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261" y="463862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D9E8D-B02C-4A5D-8F87-6182C67C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466" y="403202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64C82-ED5B-46FC-A398-169997CD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466" y="403202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D4A69-4071-4DCC-BA5B-366AC5DE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163" y="462761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B6097-4F33-422C-801A-2A7F6FAB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163" y="462761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BA0E5-A408-49A5-8D23-862A591F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534" y="475947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FFF00-89A2-4EED-AFBB-F5EC7343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534" y="475947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D489F-B5CA-4576-9322-5BF0FD6E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912" y="427503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B6563-D617-41B1-91F9-B49B65D5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912" y="427503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25795-6A0F-42EF-9049-578B2119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543" y="444798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94378-7A11-4FEB-89B4-7D68B4F1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543" y="444798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D798D-1D5A-49EF-997E-A0DC7253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998" y="460616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7DDE5-2331-44C5-893A-CE492D78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998" y="460616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63465-E494-4F54-875C-47CB3BE1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042" y="456543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D6604-CA0B-456F-B3D8-00E841B6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042" y="456543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93389-B774-4771-8DFE-A6148483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615" y="393027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18AEFF-9578-4567-99D2-B0004799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615" y="393027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D1DDC-9BA8-4949-96C1-28CFB88F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123" y="360520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5E67A-0F3C-4411-8931-B46827D9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123" y="360520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F6912-9038-41E9-B754-19CF3E2F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297" y="443095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2849C-3038-4F28-8547-00298CDF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297" y="443095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A1E1E-9447-462A-83F6-ADB2C00D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886" y="431245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4B497-0AB7-424A-B127-43DE8134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886" y="431245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68560-DA9E-4E63-97C2-FF90DC67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179" y="441593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46933-6A19-47F1-8A74-60F0D90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179" y="441593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230F8-32B4-4DF3-84E4-25664693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253" y="467991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36802-06EF-4B0F-9944-65FF5638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253" y="467991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27EA8-F7C4-492B-8154-2472862C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524" y="3787107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BFEF1-8EBD-43EB-945B-3AE87FA3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524" y="3787107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0EBF1-12DD-4F3D-ABDD-D83FF7FE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530" y="403096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844F2-296D-40BA-B2F1-90165C9E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530" y="403096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F44E1-D675-4B1F-949A-78213494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928" y="369961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60234-6DBF-4998-87C4-0167617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928" y="369961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A9853-ED5E-473C-9A1B-F1FFC28C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097" y="482702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60222-4E74-4283-8E95-1C15710A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097" y="482702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16005-D74B-4372-8A94-A93A4502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095" y="4151009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88974-32F4-47AE-A92D-A3ED3CB4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095" y="4151009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31B0A-81D3-4B10-9846-4598DE7C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495" y="469879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D98E9-868D-4190-97B6-EA7806E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495" y="469879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49274-BAC9-457E-8AA3-C7D42C98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090" y="4555708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B1070-29EE-4AEB-9AA5-80F8B22F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090" y="4555708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29F907-6125-415A-A0CE-D0D160DE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571" y="401455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6D813-02DE-427A-A042-488DA6BD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571" y="401455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F3B79-8508-46D7-A2CB-05B13A1C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712" y="387668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E9990-C14F-4EBC-AA7B-3E9CBB3D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712" y="387668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99497-3E77-4EE6-9C0C-E66A9811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873" y="479651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D1486-D813-4154-A218-6EB5BF4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873" y="479651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BDF15-A7EC-4E0B-ABD0-5F0AF1C6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176" y="422772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2C028-A27D-44A7-8A74-3CB6182E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176" y="422772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647E5-5788-4C2D-8B0E-ECDF3334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846" y="457145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7B0B2-10C7-4067-94C8-A5F74FC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846" y="457145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0EA38-29D4-4AC3-993A-03D2A4EB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869996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DCDF1-C160-4019-9822-B25956F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3869996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6787F-160D-4EB8-A282-A385FEBF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395" y="450880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66CFD-31AF-4AFE-B4DB-61010BA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395" y="450880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0662C-465C-4CF4-90A6-04562EA4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32" y="4805993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FBA57-24AE-49BE-9462-3CB49C7A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32" y="4805993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20509-0399-4C96-81CB-7D38BDCE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042" y="4904295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68640-5B0D-41FB-8888-3C63890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042" y="4904295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C9752-6C34-4E07-94B2-9DC4218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371" y="378440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7870E-8A08-43B5-A9D8-5301642C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371" y="378440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C4761-5586-48BD-A80F-CC9E096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701" y="3984192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06083D-D726-4C30-B716-BBF78B97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701" y="3984192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329B2-CAFC-4A6E-9EE8-442DE987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67" y="4570720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D484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588F7-D103-4B06-A13B-BD1A3108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67" y="4570720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13896-51DF-4571-A20D-7DE40B0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912" y="4409841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549C6-4F52-402B-A1D2-8BE1B7CE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912" y="4409841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E3AEA-4943-48D0-A83A-18FC58EF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215" y="4093314"/>
            <a:ext cx="98013" cy="98013"/>
          </a:xfrm>
          <a:custGeom xmlns:a="http://schemas.openxmlformats.org/drawingml/2006/main">
            <a:pathLst>
              <a:path w="98013" h="98013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solidFill xmlns:a="http://schemas.openxmlformats.org/drawingml/2006/main">
            <a:srgbClr val="5656D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D6582-3FB3-4ED7-A6CF-912FA8CD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215" y="4093314"/>
            <a:ext cx="98013" cy="98013"/>
          </a:xfrm>
          <a:custGeom xmlns:a="http://schemas.openxmlformats.org/drawingml/2006/main">
            <a:pathLst>
              <a:path w="98013" h="98013" fill="none">
                <a:moveTo>
                  <a:pt x="32671" y="98013"/>
                </a:moveTo>
                <a:lnTo>
                  <a:pt x="65342" y="98013"/>
                </a:lnTo>
                <a:lnTo>
                  <a:pt x="65342" y="65342"/>
                </a:lnTo>
                <a:lnTo>
                  <a:pt x="98013" y="65342"/>
                </a:lnTo>
                <a:lnTo>
                  <a:pt x="98013" y="32671"/>
                </a:lnTo>
                <a:lnTo>
                  <a:pt x="65342" y="32671"/>
                </a:lnTo>
                <a:lnTo>
                  <a:pt x="65342" y="0"/>
                </a:lnTo>
                <a:lnTo>
                  <a:pt x="32671" y="0"/>
                </a:lnTo>
                <a:lnTo>
                  <a:pt x="32671" y="32671"/>
                </a:lnTo>
                <a:lnTo>
                  <a:pt x="0" y="32671"/>
                </a:lnTo>
                <a:lnTo>
                  <a:pt x="0" y="65342"/>
                </a:lnTo>
                <a:lnTo>
                  <a:pt x="32671" y="65342"/>
                </a:lnTo>
                <a:lnTo>
                  <a:pt x="32671" y="980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611" cap="flat">
            <a:solidFill>
              <a:srgbClr val="000000"/>
            </a:solidFill>
            <a:round/>
          </a:ln>
        </p:spPr>
      </p:sp>
      <p:sp>
        <p:nvSpPr>
          <p:cNvPr id="92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32DE0ED-921E-4D5F-A055-E316D86A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88" y="3195789"/>
            <a:ext cx="11689" cy="2435941"/>
          </a:xfrm>
          <a:custGeom xmlns:a="http://schemas.openxmlformats.org/drawingml/2006/main">
            <a:pathLst>
              <a:path w="11689" h="2435941">
                <a:moveTo>
                  <a:pt x="0" y="2430096"/>
                </a:moveTo>
                <a:lnTo>
                  <a:pt x="0" y="0"/>
                </a:lnTo>
                <a:lnTo>
                  <a:pt x="11689" y="0"/>
                </a:lnTo>
                <a:lnTo>
                  <a:pt x="11689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FE1E907-04FD-4DF6-8A69-59FC0FF0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756" y="3195789"/>
            <a:ext cx="5844" cy="2435941"/>
          </a:xfrm>
          <a:custGeom xmlns:a="http://schemas.openxmlformats.org/drawingml/2006/main">
            <a:pathLst>
              <a:path w="5844" h="2435941">
                <a:moveTo>
                  <a:pt x="0" y="2430096"/>
                </a:moveTo>
                <a:lnTo>
                  <a:pt x="0" y="0"/>
                </a:lnTo>
                <a:lnTo>
                  <a:pt x="5844" y="0"/>
                </a:lnTo>
                <a:lnTo>
                  <a:pt x="5844" y="2435941"/>
                </a:lnTo>
                <a:lnTo>
                  <a:pt x="0" y="2435941"/>
                </a:lnTo>
                <a:lnTo>
                  <a:pt x="0" y="2430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2A5B201-6E0F-4A7E-9013-93E9BCE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88" y="5620041"/>
            <a:ext cx="3267013" cy="11689"/>
          </a:xfrm>
          <a:custGeom xmlns:a="http://schemas.openxmlformats.org/drawingml/2006/main">
            <a:pathLst>
              <a:path w="3267013" h="11689">
                <a:moveTo>
                  <a:pt x="5844" y="0"/>
                </a:moveTo>
                <a:lnTo>
                  <a:pt x="3267013" y="0"/>
                </a:lnTo>
                <a:lnTo>
                  <a:pt x="3267013" y="11689"/>
                </a:lnTo>
                <a:lnTo>
                  <a:pt x="0" y="11689"/>
                </a:lnTo>
                <a:lnTo>
                  <a:pt x="0" y="0"/>
                </a:lnTo>
                <a:lnTo>
                  <a:pt x="58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6B76274-B868-48D5-A758-897979A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88" y="3195789"/>
            <a:ext cx="3267013" cy="5844"/>
          </a:xfrm>
          <a:custGeom xmlns:a="http://schemas.openxmlformats.org/drawingml/2006/main">
            <a:pathLst>
              <a:path w="3267013" h="5844">
                <a:moveTo>
                  <a:pt x="0" y="5844"/>
                </a:moveTo>
                <a:lnTo>
                  <a:pt x="0" y="0"/>
                </a:lnTo>
                <a:lnTo>
                  <a:pt x="3267013" y="0"/>
                </a:lnTo>
                <a:lnTo>
                  <a:pt x="3267013" y="5844"/>
                </a:lnTo>
                <a:lnTo>
                  <a:pt x="0" y="5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DC58BF-DFCA-4147-8381-65B18A82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584" y="5382466"/>
            <a:ext cx="98624" cy="110313"/>
          </a:xfrm>
          <a:custGeom xmlns:a="http://schemas.openxmlformats.org/drawingml/2006/main">
            <a:pathLst>
              <a:path w="98624" h="110313">
                <a:moveTo>
                  <a:pt x="49385" y="11689"/>
                </a:moveTo>
                <a:cubicBezTo>
                  <a:pt x="38865" y="11689"/>
                  <a:pt x="30537" y="15634"/>
                  <a:pt x="24400" y="23378"/>
                </a:cubicBezTo>
                <a:cubicBezTo>
                  <a:pt x="18264" y="31267"/>
                  <a:pt x="15195" y="41787"/>
                  <a:pt x="15195" y="55229"/>
                </a:cubicBezTo>
                <a:cubicBezTo>
                  <a:pt x="15195" y="68672"/>
                  <a:pt x="18264" y="79338"/>
                  <a:pt x="24400" y="87081"/>
                </a:cubicBezTo>
                <a:cubicBezTo>
                  <a:pt x="30537" y="94971"/>
                  <a:pt x="38865" y="98770"/>
                  <a:pt x="49385" y="98770"/>
                </a:cubicBezTo>
                <a:cubicBezTo>
                  <a:pt x="59759" y="98770"/>
                  <a:pt x="68087" y="94971"/>
                  <a:pt x="74224" y="87081"/>
                </a:cubicBezTo>
                <a:cubicBezTo>
                  <a:pt x="80360" y="79338"/>
                  <a:pt x="83429" y="68672"/>
                  <a:pt x="83429" y="55229"/>
                </a:cubicBezTo>
                <a:cubicBezTo>
                  <a:pt x="83429" y="41787"/>
                  <a:pt x="80360" y="31267"/>
                  <a:pt x="74224" y="23378"/>
                </a:cubicBezTo>
                <a:cubicBezTo>
                  <a:pt x="68087" y="15634"/>
                  <a:pt x="59759" y="11689"/>
                  <a:pt x="49385" y="11689"/>
                </a:cubicBezTo>
                <a:close/>
                <a:moveTo>
                  <a:pt x="49385" y="0"/>
                </a:moveTo>
                <a:cubicBezTo>
                  <a:pt x="64288" y="0"/>
                  <a:pt x="76123" y="5114"/>
                  <a:pt x="85182" y="15049"/>
                </a:cubicBezTo>
                <a:cubicBezTo>
                  <a:pt x="94095" y="24985"/>
                  <a:pt x="98624" y="38427"/>
                  <a:pt x="98624" y="55229"/>
                </a:cubicBezTo>
                <a:cubicBezTo>
                  <a:pt x="98624" y="72178"/>
                  <a:pt x="94095" y="85474"/>
                  <a:pt x="85182" y="95410"/>
                </a:cubicBezTo>
                <a:cubicBezTo>
                  <a:pt x="76123" y="105345"/>
                  <a:pt x="64288" y="110313"/>
                  <a:pt x="49385" y="110313"/>
                </a:cubicBezTo>
                <a:cubicBezTo>
                  <a:pt x="34336" y="110313"/>
                  <a:pt x="22355" y="105345"/>
                  <a:pt x="13442" y="95410"/>
                </a:cubicBezTo>
                <a:cubicBezTo>
                  <a:pt x="4383" y="85474"/>
                  <a:pt x="0" y="72178"/>
                  <a:pt x="0" y="55229"/>
                </a:cubicBezTo>
                <a:cubicBezTo>
                  <a:pt x="0" y="38427"/>
                  <a:pt x="4383" y="24985"/>
                  <a:pt x="13442" y="15049"/>
                </a:cubicBezTo>
                <a:cubicBezTo>
                  <a:pt x="22355" y="5114"/>
                  <a:pt x="34336" y="0"/>
                  <a:pt x="49385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CE048-F9BC-44AF-B09C-2D2878D9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773" y="5410958"/>
            <a:ext cx="77730" cy="79922"/>
          </a:xfrm>
          <a:custGeom xmlns:a="http://schemas.openxmlformats.org/drawingml/2006/main">
            <a:pathLst>
              <a:path w="77730" h="79922">
                <a:moveTo>
                  <a:pt x="0" y="0"/>
                </a:moveTo>
                <a:lnTo>
                  <a:pt x="13880" y="0"/>
                </a:lnTo>
                <a:lnTo>
                  <a:pt x="38865" y="67064"/>
                </a:lnTo>
                <a:lnTo>
                  <a:pt x="63850" y="0"/>
                </a:lnTo>
                <a:lnTo>
                  <a:pt x="77730" y="0"/>
                </a:lnTo>
                <a:lnTo>
                  <a:pt x="47778" y="79922"/>
                </a:lnTo>
                <a:lnTo>
                  <a:pt x="29952" y="799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F665F-057B-49EF-9FEB-1E4D5EBA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923" y="5409058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CD6AF-3B89-4CA8-8697-F38B236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040" y="5409058"/>
            <a:ext cx="46755" cy="81821"/>
          </a:xfrm>
          <a:custGeom xmlns:a="http://schemas.openxmlformats.org/drawingml/2006/main">
            <a:pathLst>
              <a:path w="46755" h="81821">
                <a:moveTo>
                  <a:pt x="46755" y="14173"/>
                </a:moveTo>
                <a:cubicBezTo>
                  <a:pt x="45294" y="13296"/>
                  <a:pt x="43687" y="12712"/>
                  <a:pt x="41933" y="12273"/>
                </a:cubicBezTo>
                <a:cubicBezTo>
                  <a:pt x="40180" y="11981"/>
                  <a:pt x="38281" y="11689"/>
                  <a:pt x="36235" y="11689"/>
                </a:cubicBezTo>
                <a:cubicBezTo>
                  <a:pt x="28784" y="11689"/>
                  <a:pt x="23085" y="14173"/>
                  <a:pt x="19140" y="18994"/>
                </a:cubicBezTo>
                <a:cubicBezTo>
                  <a:pt x="15049" y="23816"/>
                  <a:pt x="13150" y="30683"/>
                  <a:pt x="13150" y="39742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5780" y="9497"/>
                  <a:pt x="19433" y="5844"/>
                  <a:pt x="23816" y="3507"/>
                </a:cubicBezTo>
                <a:cubicBezTo>
                  <a:pt x="28199" y="1169"/>
                  <a:pt x="33605" y="0"/>
                  <a:pt x="40034" y="0"/>
                </a:cubicBezTo>
                <a:cubicBezTo>
                  <a:pt x="40911" y="0"/>
                  <a:pt x="41933" y="146"/>
                  <a:pt x="43102" y="146"/>
                </a:cubicBezTo>
                <a:cubicBezTo>
                  <a:pt x="44125" y="292"/>
                  <a:pt x="45294" y="438"/>
                  <a:pt x="46755" y="731"/>
                </a:cubicBezTo>
                <a:lnTo>
                  <a:pt x="46755" y="141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549D9-FDB1-42C0-ABF9-E016B5C5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156" y="5379836"/>
            <a:ext cx="50846" cy="111043"/>
          </a:xfrm>
          <a:custGeom xmlns:a="http://schemas.openxmlformats.org/drawingml/2006/main">
            <a:pathLst>
              <a:path w="50846" h="111043">
                <a:moveTo>
                  <a:pt x="50846" y="0"/>
                </a:moveTo>
                <a:lnTo>
                  <a:pt x="50846" y="10958"/>
                </a:lnTo>
                <a:lnTo>
                  <a:pt x="38281" y="10958"/>
                </a:lnTo>
                <a:cubicBezTo>
                  <a:pt x="33605" y="10958"/>
                  <a:pt x="30245" y="11981"/>
                  <a:pt x="28491" y="13880"/>
                </a:cubicBezTo>
                <a:cubicBezTo>
                  <a:pt x="26592" y="15780"/>
                  <a:pt x="25715" y="19140"/>
                  <a:pt x="25715" y="24108"/>
                </a:cubicBezTo>
                <a:lnTo>
                  <a:pt x="25715" y="31121"/>
                </a:lnTo>
                <a:lnTo>
                  <a:pt x="47340" y="31121"/>
                </a:lnTo>
                <a:lnTo>
                  <a:pt x="47340" y="41349"/>
                </a:lnTo>
                <a:lnTo>
                  <a:pt x="25715" y="41349"/>
                </a:lnTo>
                <a:lnTo>
                  <a:pt x="25715" y="111043"/>
                </a:lnTo>
                <a:lnTo>
                  <a:pt x="12565" y="111043"/>
                </a:lnTo>
                <a:lnTo>
                  <a:pt x="12565" y="41349"/>
                </a:lnTo>
                <a:lnTo>
                  <a:pt x="0" y="41349"/>
                </a:lnTo>
                <a:lnTo>
                  <a:pt x="0" y="31121"/>
                </a:lnTo>
                <a:lnTo>
                  <a:pt x="12565" y="31121"/>
                </a:lnTo>
                <a:lnTo>
                  <a:pt x="12565" y="25569"/>
                </a:lnTo>
                <a:cubicBezTo>
                  <a:pt x="12565" y="16803"/>
                  <a:pt x="14611" y="10228"/>
                  <a:pt x="18702" y="6137"/>
                </a:cubicBezTo>
                <a:cubicBezTo>
                  <a:pt x="22793" y="2046"/>
                  <a:pt x="29368" y="0"/>
                  <a:pt x="38427" y="0"/>
                </a:cubicBezTo>
                <a:lnTo>
                  <a:pt x="508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7D6F3-31C0-4811-A73A-B1ADFEAA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960" y="5379836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2B08F-6012-4175-A82F-BE0454A8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790" y="5388311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906B2-3910-4F4B-AEB8-78FD92D0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064" y="5388311"/>
            <a:ext cx="49823" cy="102569"/>
          </a:xfrm>
          <a:custGeom xmlns:a="http://schemas.openxmlformats.org/drawingml/2006/main">
            <a:pathLst>
              <a:path w="49823" h="102569">
                <a:moveTo>
                  <a:pt x="22793" y="0"/>
                </a:moveTo>
                <a:lnTo>
                  <a:pt x="22793" y="22647"/>
                </a:lnTo>
                <a:lnTo>
                  <a:pt x="49823" y="22647"/>
                </a:lnTo>
                <a:lnTo>
                  <a:pt x="49823" y="32875"/>
                </a:lnTo>
                <a:lnTo>
                  <a:pt x="22793" y="32875"/>
                </a:lnTo>
                <a:lnTo>
                  <a:pt x="22793" y="76269"/>
                </a:lnTo>
                <a:cubicBezTo>
                  <a:pt x="22793" y="82844"/>
                  <a:pt x="23670" y="87081"/>
                  <a:pt x="25423" y="88835"/>
                </a:cubicBezTo>
                <a:cubicBezTo>
                  <a:pt x="27176" y="90734"/>
                  <a:pt x="30829" y="91611"/>
                  <a:pt x="36381" y="91611"/>
                </a:cubicBezTo>
                <a:lnTo>
                  <a:pt x="49823" y="91611"/>
                </a:lnTo>
                <a:lnTo>
                  <a:pt x="49823" y="102569"/>
                </a:lnTo>
                <a:lnTo>
                  <a:pt x="36381" y="102569"/>
                </a:lnTo>
                <a:cubicBezTo>
                  <a:pt x="26154" y="102569"/>
                  <a:pt x="19140" y="100670"/>
                  <a:pt x="15342" y="96871"/>
                </a:cubicBezTo>
                <a:cubicBezTo>
                  <a:pt x="11543" y="93072"/>
                  <a:pt x="9643" y="86205"/>
                  <a:pt x="9643" y="76269"/>
                </a:cubicBezTo>
                <a:lnTo>
                  <a:pt x="9643" y="32875"/>
                </a:lnTo>
                <a:lnTo>
                  <a:pt x="0" y="32875"/>
                </a:lnTo>
                <a:lnTo>
                  <a:pt x="0" y="22647"/>
                </a:lnTo>
                <a:lnTo>
                  <a:pt x="9643" y="22647"/>
                </a:lnTo>
                <a:lnTo>
                  <a:pt x="9643" y="0"/>
                </a:lnTo>
                <a:lnTo>
                  <a:pt x="2279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66B9A-25FC-4AC5-9933-06A78E5E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129" y="5379836"/>
            <a:ext cx="13150" cy="111043"/>
          </a:xfrm>
          <a:custGeom xmlns:a="http://schemas.openxmlformats.org/drawingml/2006/main">
            <a:pathLst>
              <a:path w="13150" h="111043">
                <a:moveTo>
                  <a:pt x="0" y="31121"/>
                </a:moveTo>
                <a:lnTo>
                  <a:pt x="13150" y="31121"/>
                </a:lnTo>
                <a:lnTo>
                  <a:pt x="13150" y="111043"/>
                </a:lnTo>
                <a:lnTo>
                  <a:pt x="0" y="111043"/>
                </a:lnTo>
                <a:lnTo>
                  <a:pt x="0" y="31121"/>
                </a:lnTo>
                <a:close/>
                <a:moveTo>
                  <a:pt x="0" y="0"/>
                </a:moveTo>
                <a:lnTo>
                  <a:pt x="13150" y="0"/>
                </a:lnTo>
                <a:lnTo>
                  <a:pt x="13150" y="16657"/>
                </a:lnTo>
                <a:lnTo>
                  <a:pt x="0" y="16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E85A6-9872-480F-8B38-BD931391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309" y="5409058"/>
            <a:ext cx="66918" cy="81821"/>
          </a:xfrm>
          <a:custGeom xmlns:a="http://schemas.openxmlformats.org/drawingml/2006/main">
            <a:pathLst>
              <a:path w="66918" h="81821">
                <a:moveTo>
                  <a:pt x="66918" y="33605"/>
                </a:moveTo>
                <a:lnTo>
                  <a:pt x="66918" y="81821"/>
                </a:lnTo>
                <a:lnTo>
                  <a:pt x="53768" y="81821"/>
                </a:lnTo>
                <a:lnTo>
                  <a:pt x="53768" y="34044"/>
                </a:lnTo>
                <a:cubicBezTo>
                  <a:pt x="53768" y="26446"/>
                  <a:pt x="52161" y="20894"/>
                  <a:pt x="49239" y="17095"/>
                </a:cubicBezTo>
                <a:cubicBezTo>
                  <a:pt x="46317" y="13296"/>
                  <a:pt x="41933" y="11397"/>
                  <a:pt x="36089" y="11397"/>
                </a:cubicBezTo>
                <a:cubicBezTo>
                  <a:pt x="28930" y="11397"/>
                  <a:pt x="23378" y="13734"/>
                  <a:pt x="19286" y="18264"/>
                </a:cubicBezTo>
                <a:cubicBezTo>
                  <a:pt x="15195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218" y="9643"/>
                  <a:pt x="19871" y="5990"/>
                  <a:pt x="24254" y="3653"/>
                </a:cubicBezTo>
                <a:cubicBezTo>
                  <a:pt x="28491" y="1315"/>
                  <a:pt x="33459" y="0"/>
                  <a:pt x="39011" y="0"/>
                </a:cubicBezTo>
                <a:cubicBezTo>
                  <a:pt x="48070" y="0"/>
                  <a:pt x="55083" y="2922"/>
                  <a:pt x="59759" y="8620"/>
                </a:cubicBezTo>
                <a:cubicBezTo>
                  <a:pt x="64434" y="14319"/>
                  <a:pt x="66918" y="22647"/>
                  <a:pt x="66918" y="336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6A5E7-DDE9-4681-AE18-3E711B0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683" y="5409058"/>
            <a:ext cx="71448" cy="112066"/>
          </a:xfrm>
          <a:custGeom xmlns:a="http://schemas.openxmlformats.org/drawingml/2006/main">
            <a:pathLst>
              <a:path w="71448" h="112066">
                <a:moveTo>
                  <a:pt x="58298" y="40911"/>
                </a:moveTo>
                <a:cubicBezTo>
                  <a:pt x="58298" y="31560"/>
                  <a:pt x="56252" y="24108"/>
                  <a:pt x="52453" y="18848"/>
                </a:cubicBezTo>
                <a:cubicBezTo>
                  <a:pt x="48508" y="13588"/>
                  <a:pt x="42956" y="10958"/>
                  <a:pt x="35943" y="10958"/>
                </a:cubicBezTo>
                <a:cubicBezTo>
                  <a:pt x="28930" y="10958"/>
                  <a:pt x="23378" y="13588"/>
                  <a:pt x="19433" y="18848"/>
                </a:cubicBezTo>
                <a:cubicBezTo>
                  <a:pt x="15488" y="24108"/>
                  <a:pt x="13588" y="31560"/>
                  <a:pt x="13588" y="40911"/>
                </a:cubicBezTo>
                <a:cubicBezTo>
                  <a:pt x="13588" y="50408"/>
                  <a:pt x="15488" y="57713"/>
                  <a:pt x="19433" y="62973"/>
                </a:cubicBezTo>
                <a:cubicBezTo>
                  <a:pt x="23378" y="68233"/>
                  <a:pt x="28930" y="70863"/>
                  <a:pt x="35943" y="70863"/>
                </a:cubicBezTo>
                <a:cubicBezTo>
                  <a:pt x="42956" y="70863"/>
                  <a:pt x="48508" y="68233"/>
                  <a:pt x="52453" y="62973"/>
                </a:cubicBezTo>
                <a:cubicBezTo>
                  <a:pt x="56252" y="57713"/>
                  <a:pt x="58298" y="50408"/>
                  <a:pt x="58298" y="40911"/>
                </a:cubicBezTo>
                <a:close/>
                <a:moveTo>
                  <a:pt x="71448" y="71886"/>
                </a:moveTo>
                <a:cubicBezTo>
                  <a:pt x="71448" y="85328"/>
                  <a:pt x="68379" y="95410"/>
                  <a:pt x="62389" y="102131"/>
                </a:cubicBezTo>
                <a:cubicBezTo>
                  <a:pt x="56252" y="108706"/>
                  <a:pt x="47047" y="112066"/>
                  <a:pt x="34628" y="112066"/>
                </a:cubicBezTo>
                <a:cubicBezTo>
                  <a:pt x="29952" y="112066"/>
                  <a:pt x="25715" y="111628"/>
                  <a:pt x="21624" y="111043"/>
                </a:cubicBezTo>
                <a:cubicBezTo>
                  <a:pt x="17533" y="110313"/>
                  <a:pt x="13442" y="109290"/>
                  <a:pt x="9643" y="107829"/>
                </a:cubicBezTo>
                <a:lnTo>
                  <a:pt x="9643" y="95117"/>
                </a:lnTo>
                <a:cubicBezTo>
                  <a:pt x="13442" y="97163"/>
                  <a:pt x="17241" y="98624"/>
                  <a:pt x="21040" y="99647"/>
                </a:cubicBezTo>
                <a:cubicBezTo>
                  <a:pt x="24839" y="100670"/>
                  <a:pt x="28637" y="101254"/>
                  <a:pt x="32582" y="101254"/>
                </a:cubicBezTo>
                <a:cubicBezTo>
                  <a:pt x="41057" y="101254"/>
                  <a:pt x="47486" y="98916"/>
                  <a:pt x="51869" y="94533"/>
                </a:cubicBezTo>
                <a:cubicBezTo>
                  <a:pt x="56106" y="90004"/>
                  <a:pt x="58298" y="83283"/>
                  <a:pt x="58298" y="74224"/>
                </a:cubicBezTo>
                <a:lnTo>
                  <a:pt x="58298" y="67795"/>
                </a:lnTo>
                <a:cubicBezTo>
                  <a:pt x="55522" y="72470"/>
                  <a:pt x="52015" y="75977"/>
                  <a:pt x="47778" y="78315"/>
                </a:cubicBezTo>
                <a:cubicBezTo>
                  <a:pt x="43541" y="80653"/>
                  <a:pt x="38573" y="81821"/>
                  <a:pt x="32729" y="81821"/>
                </a:cubicBezTo>
                <a:cubicBezTo>
                  <a:pt x="22793" y="81821"/>
                  <a:pt x="14903" y="78169"/>
                  <a:pt x="8913" y="70717"/>
                </a:cubicBezTo>
                <a:cubicBezTo>
                  <a:pt x="2922" y="63265"/>
                  <a:pt x="0" y="53330"/>
                  <a:pt x="0" y="40911"/>
                </a:cubicBezTo>
                <a:cubicBezTo>
                  <a:pt x="0" y="28637"/>
                  <a:pt x="2922" y="18702"/>
                  <a:pt x="8913" y="11250"/>
                </a:cubicBezTo>
                <a:cubicBezTo>
                  <a:pt x="14903" y="3799"/>
                  <a:pt x="22793" y="0"/>
                  <a:pt x="32729" y="0"/>
                </a:cubicBezTo>
                <a:cubicBezTo>
                  <a:pt x="38573" y="0"/>
                  <a:pt x="43541" y="1169"/>
                  <a:pt x="47778" y="3507"/>
                </a:cubicBezTo>
                <a:cubicBezTo>
                  <a:pt x="52015" y="5844"/>
                  <a:pt x="55522" y="9351"/>
                  <a:pt x="58298" y="14027"/>
                </a:cubicBezTo>
                <a:lnTo>
                  <a:pt x="58298" y="1899"/>
                </a:lnTo>
                <a:lnTo>
                  <a:pt x="71448" y="1899"/>
                </a:lnTo>
                <a:lnTo>
                  <a:pt x="71448" y="71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5DC5F-E586-453A-8AF9-A1BCB0A6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521" y="5415341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65C78-EAF8-4FCD-AD66-13C6C69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771" y="5382466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30135-AF98-4F91-8136-23729498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688" y="5472762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D2B26-A8D1-4C35-B534-881F4224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589" y="5384366"/>
            <a:ext cx="63412" cy="106514"/>
          </a:xfrm>
          <a:custGeom xmlns:a="http://schemas.openxmlformats.org/drawingml/2006/main">
            <a:pathLst>
              <a:path w="63412" h="106514">
                <a:moveTo>
                  <a:pt x="2046" y="94387"/>
                </a:moveTo>
                <a:lnTo>
                  <a:pt x="25569" y="94387"/>
                </a:lnTo>
                <a:lnTo>
                  <a:pt x="25569" y="13150"/>
                </a:lnTo>
                <a:lnTo>
                  <a:pt x="0" y="18264"/>
                </a:lnTo>
                <a:lnTo>
                  <a:pt x="0" y="5114"/>
                </a:lnTo>
                <a:lnTo>
                  <a:pt x="25423" y="0"/>
                </a:lnTo>
                <a:lnTo>
                  <a:pt x="39888" y="0"/>
                </a:lnTo>
                <a:lnTo>
                  <a:pt x="39888" y="94387"/>
                </a:lnTo>
                <a:lnTo>
                  <a:pt x="63412" y="94387"/>
                </a:lnTo>
                <a:lnTo>
                  <a:pt x="63412" y="106514"/>
                </a:lnTo>
                <a:lnTo>
                  <a:pt x="2046" y="106514"/>
                </a:lnTo>
                <a:lnTo>
                  <a:pt x="2046" y="94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849AA-8CC7-44FA-BC71-D38BA8BA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670" y="5382466"/>
            <a:ext cx="73493" cy="110313"/>
          </a:xfrm>
          <a:custGeom xmlns:a="http://schemas.openxmlformats.org/drawingml/2006/main">
            <a:pathLst>
              <a:path w="73493" h="110313">
                <a:moveTo>
                  <a:pt x="37989" y="49385"/>
                </a:moveTo>
                <a:cubicBezTo>
                  <a:pt x="31560" y="49385"/>
                  <a:pt x="26446" y="51723"/>
                  <a:pt x="22647" y="56106"/>
                </a:cubicBezTo>
                <a:cubicBezTo>
                  <a:pt x="18848" y="60489"/>
                  <a:pt x="16949" y="66626"/>
                  <a:pt x="16949" y="74224"/>
                </a:cubicBezTo>
                <a:cubicBezTo>
                  <a:pt x="16949" y="81968"/>
                  <a:pt x="18848" y="88104"/>
                  <a:pt x="22647" y="92487"/>
                </a:cubicBezTo>
                <a:cubicBezTo>
                  <a:pt x="26446" y="96871"/>
                  <a:pt x="31560" y="99062"/>
                  <a:pt x="37989" y="99062"/>
                </a:cubicBezTo>
                <a:cubicBezTo>
                  <a:pt x="44417" y="99062"/>
                  <a:pt x="49531" y="96871"/>
                  <a:pt x="53330" y="92487"/>
                </a:cubicBezTo>
                <a:cubicBezTo>
                  <a:pt x="57129" y="88104"/>
                  <a:pt x="59028" y="81968"/>
                  <a:pt x="59028" y="74224"/>
                </a:cubicBezTo>
                <a:cubicBezTo>
                  <a:pt x="59028" y="66626"/>
                  <a:pt x="57129" y="60489"/>
                  <a:pt x="53330" y="56106"/>
                </a:cubicBezTo>
                <a:cubicBezTo>
                  <a:pt x="49531" y="51723"/>
                  <a:pt x="44417" y="49385"/>
                  <a:pt x="37989" y="49385"/>
                </a:cubicBezTo>
                <a:close/>
                <a:moveTo>
                  <a:pt x="66626" y="4237"/>
                </a:moveTo>
                <a:lnTo>
                  <a:pt x="66626" y="17387"/>
                </a:lnTo>
                <a:cubicBezTo>
                  <a:pt x="62973" y="15634"/>
                  <a:pt x="59321" y="14319"/>
                  <a:pt x="55668" y="13442"/>
                </a:cubicBezTo>
                <a:cubicBezTo>
                  <a:pt x="51869" y="12565"/>
                  <a:pt x="48216" y="12127"/>
                  <a:pt x="44710" y="12127"/>
                </a:cubicBezTo>
                <a:cubicBezTo>
                  <a:pt x="35066" y="12127"/>
                  <a:pt x="27761" y="15342"/>
                  <a:pt x="22793" y="21770"/>
                </a:cubicBezTo>
                <a:cubicBezTo>
                  <a:pt x="17825" y="28199"/>
                  <a:pt x="14903" y="37989"/>
                  <a:pt x="14319" y="50846"/>
                </a:cubicBezTo>
                <a:cubicBezTo>
                  <a:pt x="17095" y="46755"/>
                  <a:pt x="20601" y="43541"/>
                  <a:pt x="24839" y="41349"/>
                </a:cubicBezTo>
                <a:cubicBezTo>
                  <a:pt x="29076" y="39157"/>
                  <a:pt x="33751" y="37989"/>
                  <a:pt x="38865" y="37989"/>
                </a:cubicBezTo>
                <a:cubicBezTo>
                  <a:pt x="49531" y="37989"/>
                  <a:pt x="58006" y="41349"/>
                  <a:pt x="64142" y="47778"/>
                </a:cubicBezTo>
                <a:cubicBezTo>
                  <a:pt x="70279" y="54207"/>
                  <a:pt x="73493" y="63119"/>
                  <a:pt x="73493" y="74224"/>
                </a:cubicBezTo>
                <a:cubicBezTo>
                  <a:pt x="73493" y="85182"/>
                  <a:pt x="70133" y="93949"/>
                  <a:pt x="63704" y="100523"/>
                </a:cubicBezTo>
                <a:cubicBezTo>
                  <a:pt x="57275" y="107098"/>
                  <a:pt x="48655" y="110313"/>
                  <a:pt x="37989" y="110313"/>
                </a:cubicBezTo>
                <a:cubicBezTo>
                  <a:pt x="25715" y="110313"/>
                  <a:pt x="16218" y="105637"/>
                  <a:pt x="9789" y="96286"/>
                </a:cubicBezTo>
                <a:cubicBezTo>
                  <a:pt x="3214" y="86935"/>
                  <a:pt x="0" y="73201"/>
                  <a:pt x="0" y="55229"/>
                </a:cubicBezTo>
                <a:cubicBezTo>
                  <a:pt x="0" y="38427"/>
                  <a:pt x="3945" y="24985"/>
                  <a:pt x="11981" y="15049"/>
                </a:cubicBezTo>
                <a:cubicBezTo>
                  <a:pt x="19871" y="5114"/>
                  <a:pt x="30683" y="0"/>
                  <a:pt x="44125" y="0"/>
                </a:cubicBezTo>
                <a:cubicBezTo>
                  <a:pt x="47632" y="0"/>
                  <a:pt x="51285" y="438"/>
                  <a:pt x="55083" y="1023"/>
                </a:cubicBezTo>
                <a:cubicBezTo>
                  <a:pt x="58736" y="1753"/>
                  <a:pt x="62535" y="2776"/>
                  <a:pt x="66626" y="4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46926-28B5-493E-87CC-205F042D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545" y="5384366"/>
            <a:ext cx="97455" cy="106514"/>
          </a:xfrm>
          <a:custGeom xmlns:a="http://schemas.openxmlformats.org/drawingml/2006/main">
            <a:pathLst>
              <a:path w="97455" h="106514">
                <a:moveTo>
                  <a:pt x="0" y="0"/>
                </a:moveTo>
                <a:lnTo>
                  <a:pt x="21478" y="0"/>
                </a:lnTo>
                <a:lnTo>
                  <a:pt x="48655" y="72470"/>
                </a:lnTo>
                <a:lnTo>
                  <a:pt x="75977" y="0"/>
                </a:lnTo>
                <a:lnTo>
                  <a:pt x="97455" y="0"/>
                </a:lnTo>
                <a:lnTo>
                  <a:pt x="97455" y="106514"/>
                </a:lnTo>
                <a:lnTo>
                  <a:pt x="83429" y="106514"/>
                </a:lnTo>
                <a:lnTo>
                  <a:pt x="83429" y="13004"/>
                </a:lnTo>
                <a:lnTo>
                  <a:pt x="55960" y="86059"/>
                </a:lnTo>
                <a:lnTo>
                  <a:pt x="41495" y="86059"/>
                </a:lnTo>
                <a:lnTo>
                  <a:pt x="14027" y="13004"/>
                </a:lnTo>
                <a:lnTo>
                  <a:pt x="14027" y="106514"/>
                </a:lnTo>
                <a:lnTo>
                  <a:pt x="0" y="106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4B52D-7465-4A05-8127-2E4B790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355" y="5409058"/>
            <a:ext cx="74078" cy="83721"/>
          </a:xfrm>
          <a:custGeom xmlns:a="http://schemas.openxmlformats.org/drawingml/2006/main">
            <a:pathLst>
              <a:path w="74078" h="83721">
                <a:moveTo>
                  <a:pt x="74078" y="38573"/>
                </a:moveTo>
                <a:lnTo>
                  <a:pt x="74078" y="45002"/>
                </a:lnTo>
                <a:lnTo>
                  <a:pt x="13734" y="45002"/>
                </a:lnTo>
                <a:cubicBezTo>
                  <a:pt x="14319" y="54061"/>
                  <a:pt x="16949" y="61074"/>
                  <a:pt x="21916" y="65749"/>
                </a:cubicBezTo>
                <a:cubicBezTo>
                  <a:pt x="26738" y="70425"/>
                  <a:pt x="33459" y="72763"/>
                  <a:pt x="42226" y="72763"/>
                </a:cubicBezTo>
                <a:cubicBezTo>
                  <a:pt x="47193" y="72763"/>
                  <a:pt x="52161" y="72178"/>
                  <a:pt x="56837" y="71009"/>
                </a:cubicBezTo>
                <a:cubicBezTo>
                  <a:pt x="61512" y="69840"/>
                  <a:pt x="66334" y="67941"/>
                  <a:pt x="71009" y="65311"/>
                </a:cubicBezTo>
                <a:lnTo>
                  <a:pt x="71009" y="77730"/>
                </a:lnTo>
                <a:cubicBezTo>
                  <a:pt x="66334" y="79776"/>
                  <a:pt x="61512" y="81383"/>
                  <a:pt x="56544" y="82260"/>
                </a:cubicBezTo>
                <a:cubicBezTo>
                  <a:pt x="51577" y="83136"/>
                  <a:pt x="46463" y="83721"/>
                  <a:pt x="41495" y="83721"/>
                </a:cubicBezTo>
                <a:cubicBezTo>
                  <a:pt x="28637" y="83721"/>
                  <a:pt x="18556" y="80068"/>
                  <a:pt x="11104" y="72763"/>
                </a:cubicBezTo>
                <a:cubicBezTo>
                  <a:pt x="3653" y="65457"/>
                  <a:pt x="0" y="55376"/>
                  <a:pt x="0" y="42664"/>
                </a:cubicBezTo>
                <a:cubicBezTo>
                  <a:pt x="0" y="29660"/>
                  <a:pt x="3507" y="19286"/>
                  <a:pt x="10520" y="11543"/>
                </a:cubicBezTo>
                <a:cubicBezTo>
                  <a:pt x="17533" y="3945"/>
                  <a:pt x="27176" y="0"/>
                  <a:pt x="39157" y="0"/>
                </a:cubicBezTo>
                <a:cubicBezTo>
                  <a:pt x="49970" y="0"/>
                  <a:pt x="58444" y="3507"/>
                  <a:pt x="64727" y="10374"/>
                </a:cubicBezTo>
                <a:cubicBezTo>
                  <a:pt x="70863" y="17387"/>
                  <a:pt x="74078" y="26738"/>
                  <a:pt x="74078" y="38573"/>
                </a:cubicBezTo>
                <a:close/>
                <a:moveTo>
                  <a:pt x="60928" y="34774"/>
                </a:moveTo>
                <a:cubicBezTo>
                  <a:pt x="60782" y="27615"/>
                  <a:pt x="58736" y="21916"/>
                  <a:pt x="54937" y="17533"/>
                </a:cubicBezTo>
                <a:cubicBezTo>
                  <a:pt x="50992" y="13296"/>
                  <a:pt x="45732" y="11104"/>
                  <a:pt x="39304" y="11104"/>
                </a:cubicBezTo>
                <a:cubicBezTo>
                  <a:pt x="31998" y="11104"/>
                  <a:pt x="26154" y="13296"/>
                  <a:pt x="21770" y="17387"/>
                </a:cubicBezTo>
                <a:cubicBezTo>
                  <a:pt x="17387" y="21478"/>
                  <a:pt x="14757" y="27323"/>
                  <a:pt x="14173" y="34774"/>
                </a:cubicBezTo>
                <a:lnTo>
                  <a:pt x="60928" y="34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AE19F-D220-45A6-A92D-ED558903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472" y="5409058"/>
            <a:ext cx="116596" cy="81821"/>
          </a:xfrm>
          <a:custGeom xmlns:a="http://schemas.openxmlformats.org/drawingml/2006/main">
            <a:pathLst>
              <a:path w="116596" h="81821">
                <a:moveTo>
                  <a:pt x="62681" y="17241"/>
                </a:moveTo>
                <a:cubicBezTo>
                  <a:pt x="65895" y="11397"/>
                  <a:pt x="69840" y="7159"/>
                  <a:pt x="74370" y="4237"/>
                </a:cubicBezTo>
                <a:cubicBezTo>
                  <a:pt x="78899" y="1461"/>
                  <a:pt x="84305" y="0"/>
                  <a:pt x="90588" y="0"/>
                </a:cubicBezTo>
                <a:cubicBezTo>
                  <a:pt x="98770" y="0"/>
                  <a:pt x="105199" y="2922"/>
                  <a:pt x="109728" y="8767"/>
                </a:cubicBezTo>
                <a:cubicBezTo>
                  <a:pt x="114258" y="14611"/>
                  <a:pt x="116596" y="22939"/>
                  <a:pt x="116596" y="33605"/>
                </a:cubicBezTo>
                <a:lnTo>
                  <a:pt x="116596" y="81821"/>
                </a:lnTo>
                <a:lnTo>
                  <a:pt x="103446" y="81821"/>
                </a:lnTo>
                <a:lnTo>
                  <a:pt x="103446" y="34044"/>
                </a:lnTo>
                <a:cubicBezTo>
                  <a:pt x="103446" y="26446"/>
                  <a:pt x="101985" y="20748"/>
                  <a:pt x="99355" y="16949"/>
                </a:cubicBezTo>
                <a:cubicBezTo>
                  <a:pt x="96579" y="13296"/>
                  <a:pt x="92487" y="11397"/>
                  <a:pt x="86935" y="11397"/>
                </a:cubicBezTo>
                <a:cubicBezTo>
                  <a:pt x="80068" y="11397"/>
                  <a:pt x="74662" y="13734"/>
                  <a:pt x="70717" y="18264"/>
                </a:cubicBezTo>
                <a:cubicBezTo>
                  <a:pt x="66772" y="22793"/>
                  <a:pt x="64873" y="28930"/>
                  <a:pt x="64873" y="36674"/>
                </a:cubicBezTo>
                <a:lnTo>
                  <a:pt x="64873" y="81821"/>
                </a:lnTo>
                <a:lnTo>
                  <a:pt x="51723" y="81821"/>
                </a:lnTo>
                <a:lnTo>
                  <a:pt x="51723" y="34044"/>
                </a:lnTo>
                <a:cubicBezTo>
                  <a:pt x="51723" y="26446"/>
                  <a:pt x="50262" y="20748"/>
                  <a:pt x="47632" y="16949"/>
                </a:cubicBezTo>
                <a:cubicBezTo>
                  <a:pt x="44856" y="13296"/>
                  <a:pt x="40618" y="11397"/>
                  <a:pt x="35066" y="11397"/>
                </a:cubicBezTo>
                <a:cubicBezTo>
                  <a:pt x="28345" y="11397"/>
                  <a:pt x="22939" y="13734"/>
                  <a:pt x="18994" y="18264"/>
                </a:cubicBezTo>
                <a:cubicBezTo>
                  <a:pt x="15049" y="22793"/>
                  <a:pt x="13150" y="28930"/>
                  <a:pt x="13150" y="36674"/>
                </a:cubicBezTo>
                <a:lnTo>
                  <a:pt x="13150" y="81821"/>
                </a:lnTo>
                <a:lnTo>
                  <a:pt x="0" y="81821"/>
                </a:lnTo>
                <a:lnTo>
                  <a:pt x="0" y="1899"/>
                </a:lnTo>
                <a:lnTo>
                  <a:pt x="13150" y="1899"/>
                </a:lnTo>
                <a:lnTo>
                  <a:pt x="13150" y="14319"/>
                </a:lnTo>
                <a:cubicBezTo>
                  <a:pt x="16072" y="9497"/>
                  <a:pt x="19725" y="5844"/>
                  <a:pt x="23962" y="3507"/>
                </a:cubicBezTo>
                <a:cubicBezTo>
                  <a:pt x="28053" y="1169"/>
                  <a:pt x="33021" y="0"/>
                  <a:pt x="38865" y="0"/>
                </a:cubicBezTo>
                <a:cubicBezTo>
                  <a:pt x="44710" y="0"/>
                  <a:pt x="49531" y="1461"/>
                  <a:pt x="53622" y="4383"/>
                </a:cubicBezTo>
                <a:cubicBezTo>
                  <a:pt x="57713" y="7305"/>
                  <a:pt x="60636" y="11689"/>
                  <a:pt x="62681" y="172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32C13-7855-4861-A69F-2056C91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582" y="5415341"/>
            <a:ext cx="15049" cy="75539"/>
          </a:xfrm>
          <a:custGeom xmlns:a="http://schemas.openxmlformats.org/drawingml/2006/main">
            <a:pathLst>
              <a:path w="15049" h="75539">
                <a:moveTo>
                  <a:pt x="0" y="57421"/>
                </a:moveTo>
                <a:lnTo>
                  <a:pt x="15049" y="57421"/>
                </a:lnTo>
                <a:lnTo>
                  <a:pt x="15049" y="75539"/>
                </a:lnTo>
                <a:lnTo>
                  <a:pt x="0" y="75539"/>
                </a:lnTo>
                <a:lnTo>
                  <a:pt x="0" y="57421"/>
                </a:lnTo>
                <a:close/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B2DED-5022-4101-ABE2-88C5D1AA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832" y="5382466"/>
            <a:ext cx="73639" cy="110313"/>
          </a:xfrm>
          <a:custGeom xmlns:a="http://schemas.openxmlformats.org/drawingml/2006/main">
            <a:pathLst>
              <a:path w="73639" h="110313">
                <a:moveTo>
                  <a:pt x="36820" y="11397"/>
                </a:moveTo>
                <a:cubicBezTo>
                  <a:pt x="29368" y="11397"/>
                  <a:pt x="23816" y="15049"/>
                  <a:pt x="20017" y="22355"/>
                </a:cubicBezTo>
                <a:cubicBezTo>
                  <a:pt x="16218" y="29660"/>
                  <a:pt x="14465" y="40618"/>
                  <a:pt x="14465" y="55229"/>
                </a:cubicBezTo>
                <a:cubicBezTo>
                  <a:pt x="14465" y="69840"/>
                  <a:pt x="16218" y="80799"/>
                  <a:pt x="20017" y="88104"/>
                </a:cubicBezTo>
                <a:cubicBezTo>
                  <a:pt x="23816" y="95410"/>
                  <a:pt x="29368" y="99062"/>
                  <a:pt x="36820" y="99062"/>
                </a:cubicBezTo>
                <a:cubicBezTo>
                  <a:pt x="44271" y="99062"/>
                  <a:pt x="49823" y="95410"/>
                  <a:pt x="53622" y="88104"/>
                </a:cubicBezTo>
                <a:cubicBezTo>
                  <a:pt x="57275" y="80799"/>
                  <a:pt x="59174" y="69840"/>
                  <a:pt x="59174" y="55229"/>
                </a:cubicBezTo>
                <a:cubicBezTo>
                  <a:pt x="59174" y="40618"/>
                  <a:pt x="57275" y="29660"/>
                  <a:pt x="53622" y="22355"/>
                </a:cubicBezTo>
                <a:cubicBezTo>
                  <a:pt x="49823" y="15049"/>
                  <a:pt x="44271" y="11397"/>
                  <a:pt x="36820" y="11397"/>
                </a:cubicBezTo>
                <a:close/>
                <a:moveTo>
                  <a:pt x="36820" y="0"/>
                </a:moveTo>
                <a:cubicBezTo>
                  <a:pt x="48655" y="0"/>
                  <a:pt x="57713" y="4822"/>
                  <a:pt x="64142" y="14173"/>
                </a:cubicBezTo>
                <a:cubicBezTo>
                  <a:pt x="70425" y="23670"/>
                  <a:pt x="73639" y="37404"/>
                  <a:pt x="73639" y="55229"/>
                </a:cubicBezTo>
                <a:cubicBezTo>
                  <a:pt x="73639" y="73201"/>
                  <a:pt x="70425" y="86935"/>
                  <a:pt x="64142" y="96286"/>
                </a:cubicBezTo>
                <a:cubicBezTo>
                  <a:pt x="57713" y="105637"/>
                  <a:pt x="48655" y="110313"/>
                  <a:pt x="36674" y="110313"/>
                </a:cubicBezTo>
                <a:cubicBezTo>
                  <a:pt x="24693" y="110313"/>
                  <a:pt x="15634" y="105637"/>
                  <a:pt x="9351" y="96286"/>
                </a:cubicBezTo>
                <a:cubicBezTo>
                  <a:pt x="3068" y="86935"/>
                  <a:pt x="0" y="73201"/>
                  <a:pt x="0" y="55229"/>
                </a:cubicBezTo>
                <a:cubicBezTo>
                  <a:pt x="0" y="37404"/>
                  <a:pt x="3068" y="23670"/>
                  <a:pt x="9351" y="14173"/>
                </a:cubicBezTo>
                <a:cubicBezTo>
                  <a:pt x="15634" y="4822"/>
                  <a:pt x="24839" y="0"/>
                  <a:pt x="3682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96487-2A7B-458D-BAF5-84BA0EF0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748" y="5472762"/>
            <a:ext cx="15049" cy="18118"/>
          </a:xfrm>
          <a:custGeom xmlns:a="http://schemas.openxmlformats.org/drawingml/2006/main">
            <a:pathLst>
              <a:path w="15049" h="18118">
                <a:moveTo>
                  <a:pt x="0" y="0"/>
                </a:moveTo>
                <a:lnTo>
                  <a:pt x="15049" y="0"/>
                </a:lnTo>
                <a:lnTo>
                  <a:pt x="15049" y="18118"/>
                </a:lnTo>
                <a:lnTo>
                  <a:pt x="0" y="181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BB756-2515-4409-A0D3-F257D24D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49" y="5384366"/>
            <a:ext cx="63412" cy="106514"/>
          </a:xfrm>
          <a:custGeom xmlns:a="http://schemas.openxmlformats.org/drawingml/2006/main">
            <a:pathLst>
              <a:path w="63412" h="106514">
                <a:moveTo>
                  <a:pt x="2046" y="94387"/>
                </a:moveTo>
                <a:lnTo>
                  <a:pt x="25569" y="94387"/>
                </a:lnTo>
                <a:lnTo>
                  <a:pt x="25569" y="13150"/>
                </a:lnTo>
                <a:lnTo>
                  <a:pt x="0" y="18264"/>
                </a:lnTo>
                <a:lnTo>
                  <a:pt x="0" y="5114"/>
                </a:lnTo>
                <a:lnTo>
                  <a:pt x="25423" y="0"/>
                </a:lnTo>
                <a:lnTo>
                  <a:pt x="39888" y="0"/>
                </a:lnTo>
                <a:lnTo>
                  <a:pt x="39888" y="94387"/>
                </a:lnTo>
                <a:lnTo>
                  <a:pt x="63412" y="94387"/>
                </a:lnTo>
                <a:lnTo>
                  <a:pt x="63412" y="106514"/>
                </a:lnTo>
                <a:lnTo>
                  <a:pt x="2046" y="106514"/>
                </a:lnTo>
                <a:lnTo>
                  <a:pt x="2046" y="94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21C9E-7892-481A-9993-05709D1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75" y="5384366"/>
            <a:ext cx="63412" cy="106514"/>
          </a:xfrm>
          <a:custGeom xmlns:a="http://schemas.openxmlformats.org/drawingml/2006/main">
            <a:pathLst>
              <a:path w="63412" h="106514">
                <a:moveTo>
                  <a:pt x="2046" y="94387"/>
                </a:moveTo>
                <a:lnTo>
                  <a:pt x="25569" y="94387"/>
                </a:lnTo>
                <a:lnTo>
                  <a:pt x="25569" y="13150"/>
                </a:lnTo>
                <a:lnTo>
                  <a:pt x="0" y="18264"/>
                </a:lnTo>
                <a:lnTo>
                  <a:pt x="0" y="5114"/>
                </a:lnTo>
                <a:lnTo>
                  <a:pt x="25423" y="0"/>
                </a:lnTo>
                <a:lnTo>
                  <a:pt x="39888" y="0"/>
                </a:lnTo>
                <a:lnTo>
                  <a:pt x="39888" y="94387"/>
                </a:lnTo>
                <a:lnTo>
                  <a:pt x="63412" y="94387"/>
                </a:lnTo>
                <a:lnTo>
                  <a:pt x="63412" y="106514"/>
                </a:lnTo>
                <a:lnTo>
                  <a:pt x="2046" y="106514"/>
                </a:lnTo>
                <a:lnTo>
                  <a:pt x="2046" y="943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Text (d)Overftting,memorization">
            <a:extLst xmlns:a="http://schemas.openxmlformats.org/drawingml/2006/main">
              <a:ext uri="{FF2B5EF4-FFF2-40B4-BE49-F238E27FC236}">
                <a16:creationId xmlns:a16="http://schemas.microsoft.com/office/drawing/2014/main" id="{2A1DC932-3E59-42C9-BD31-DF51BE8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555" y="5840941"/>
            <a:ext cx="2753261" cy="205990"/>
          </a:xfrm>
          <a:custGeom xmlns:a="http://schemas.openxmlformats.org/drawingml/2006/main">
            <a:pathLst>
              <a:path w="2753261" h="205990">
                <a:moveTo>
                  <a:pt x="56466" y="1639"/>
                </a:moveTo>
                <a:cubicBezTo>
                  <a:pt x="39549" y="12613"/>
                  <a:pt x="32691" y="18557"/>
                  <a:pt x="24232" y="29074"/>
                </a:cubicBezTo>
                <a:cubicBezTo>
                  <a:pt x="8002" y="48960"/>
                  <a:pt x="0" y="71821"/>
                  <a:pt x="0" y="98568"/>
                </a:cubicBezTo>
                <a:cubicBezTo>
                  <a:pt x="0" y="127600"/>
                  <a:pt x="8459" y="150001"/>
                  <a:pt x="28575" y="173320"/>
                </a:cubicBezTo>
                <a:cubicBezTo>
                  <a:pt x="37948" y="184293"/>
                  <a:pt x="43892" y="189323"/>
                  <a:pt x="55779" y="196638"/>
                </a:cubicBezTo>
                <a:lnTo>
                  <a:pt x="58521" y="192979"/>
                </a:lnTo>
                <a:cubicBezTo>
                  <a:pt x="40236" y="178576"/>
                  <a:pt x="33835" y="170578"/>
                  <a:pt x="27661" y="153430"/>
                </a:cubicBezTo>
                <a:cubicBezTo>
                  <a:pt x="22174" y="138117"/>
                  <a:pt x="19659" y="120743"/>
                  <a:pt x="19659" y="97881"/>
                </a:cubicBezTo>
                <a:cubicBezTo>
                  <a:pt x="19659" y="73879"/>
                  <a:pt x="22631" y="55134"/>
                  <a:pt x="28805" y="40961"/>
                </a:cubicBezTo>
                <a:cubicBezTo>
                  <a:pt x="35206" y="26786"/>
                  <a:pt x="42064" y="18557"/>
                  <a:pt x="58521" y="5299"/>
                </a:cubicBezTo>
                <a:lnTo>
                  <a:pt x="56466" y="1639"/>
                </a:lnTo>
                <a:close/>
                <a:moveTo>
                  <a:pt x="143791" y="158355"/>
                </a:moveTo>
                <a:lnTo>
                  <a:pt x="177396" y="146471"/>
                </a:lnTo>
                <a:lnTo>
                  <a:pt x="177396" y="142816"/>
                </a:lnTo>
                <a:cubicBezTo>
                  <a:pt x="173280" y="143042"/>
                  <a:pt x="172823" y="143042"/>
                  <a:pt x="172136" y="143042"/>
                </a:cubicBezTo>
                <a:cubicBezTo>
                  <a:pt x="163907" y="143042"/>
                  <a:pt x="162079" y="140531"/>
                  <a:pt x="162079" y="130021"/>
                </a:cubicBezTo>
                <a:lnTo>
                  <a:pt x="162079" y="457"/>
                </a:lnTo>
                <a:lnTo>
                  <a:pt x="160935" y="0"/>
                </a:lnTo>
                <a:cubicBezTo>
                  <a:pt x="149961" y="3886"/>
                  <a:pt x="141963" y="6171"/>
                  <a:pt x="127330" y="10060"/>
                </a:cubicBezTo>
                <a:lnTo>
                  <a:pt x="127330" y="13715"/>
                </a:lnTo>
                <a:cubicBezTo>
                  <a:pt x="129162" y="13489"/>
                  <a:pt x="130532" y="13489"/>
                  <a:pt x="132360" y="13489"/>
                </a:cubicBezTo>
                <a:cubicBezTo>
                  <a:pt x="140819" y="13489"/>
                  <a:pt x="142877" y="15773"/>
                  <a:pt x="142877" y="25146"/>
                </a:cubicBezTo>
                <a:lnTo>
                  <a:pt x="142877" y="60806"/>
                </a:lnTo>
                <a:cubicBezTo>
                  <a:pt x="134188" y="53491"/>
                  <a:pt x="128017" y="50976"/>
                  <a:pt x="118871" y="50976"/>
                </a:cubicBezTo>
                <a:cubicBezTo>
                  <a:pt x="92585" y="50976"/>
                  <a:pt x="71324" y="76795"/>
                  <a:pt x="71324" y="109235"/>
                </a:cubicBezTo>
                <a:cubicBezTo>
                  <a:pt x="71324" y="138473"/>
                  <a:pt x="88469" y="158355"/>
                  <a:pt x="113615" y="158355"/>
                </a:cubicBezTo>
                <a:cubicBezTo>
                  <a:pt x="126416" y="158355"/>
                  <a:pt x="135105" y="153786"/>
                  <a:pt x="142877" y="143042"/>
                </a:cubicBezTo>
                <a:lnTo>
                  <a:pt x="142877" y="157672"/>
                </a:lnTo>
                <a:lnTo>
                  <a:pt x="143791" y="158355"/>
                </a:lnTo>
                <a:moveTo>
                  <a:pt x="142877" y="132763"/>
                </a:moveTo>
                <a:cubicBezTo>
                  <a:pt x="142877" y="134364"/>
                  <a:pt x="141276" y="137106"/>
                  <a:pt x="138991" y="139617"/>
                </a:cubicBezTo>
                <a:cubicBezTo>
                  <a:pt x="134875" y="144187"/>
                  <a:pt x="129162" y="146471"/>
                  <a:pt x="122531" y="146471"/>
                </a:cubicBezTo>
                <a:cubicBezTo>
                  <a:pt x="103558" y="146471"/>
                  <a:pt x="90984" y="128193"/>
                  <a:pt x="90984" y="100096"/>
                </a:cubicBezTo>
                <a:cubicBezTo>
                  <a:pt x="90984" y="74284"/>
                  <a:pt x="102184" y="57380"/>
                  <a:pt x="119559" y="57380"/>
                </a:cubicBezTo>
                <a:cubicBezTo>
                  <a:pt x="131677" y="57380"/>
                  <a:pt x="142877" y="68113"/>
                  <a:pt x="142877" y="80221"/>
                </a:cubicBezTo>
                <a:lnTo>
                  <a:pt x="142877" y="132763"/>
                </a:lnTo>
                <a:close/>
                <a:moveTo>
                  <a:pt x="188139" y="196638"/>
                </a:moveTo>
                <a:cubicBezTo>
                  <a:pt x="205057" y="185664"/>
                  <a:pt x="211915" y="179720"/>
                  <a:pt x="220370" y="169204"/>
                </a:cubicBezTo>
                <a:cubicBezTo>
                  <a:pt x="236604" y="149318"/>
                  <a:pt x="244602" y="126456"/>
                  <a:pt x="244602" y="99713"/>
                </a:cubicBezTo>
                <a:cubicBezTo>
                  <a:pt x="244602" y="70450"/>
                  <a:pt x="236143" y="48276"/>
                  <a:pt x="216027" y="24958"/>
                </a:cubicBezTo>
                <a:cubicBezTo>
                  <a:pt x="206654" y="13984"/>
                  <a:pt x="200711" y="8958"/>
                  <a:pt x="188823" y="1639"/>
                </a:cubicBezTo>
                <a:lnTo>
                  <a:pt x="186081" y="5299"/>
                </a:lnTo>
                <a:cubicBezTo>
                  <a:pt x="204370" y="19701"/>
                  <a:pt x="210540" y="27703"/>
                  <a:pt x="216941" y="44847"/>
                </a:cubicBezTo>
                <a:cubicBezTo>
                  <a:pt x="222428" y="60164"/>
                  <a:pt x="224943" y="77535"/>
                  <a:pt x="224943" y="100396"/>
                </a:cubicBezTo>
                <a:cubicBezTo>
                  <a:pt x="224943" y="124171"/>
                  <a:pt x="221971" y="143144"/>
                  <a:pt x="215800" y="157089"/>
                </a:cubicBezTo>
                <a:cubicBezTo>
                  <a:pt x="209400" y="171492"/>
                  <a:pt x="202542" y="179720"/>
                  <a:pt x="186081" y="192979"/>
                </a:cubicBezTo>
                <a:lnTo>
                  <a:pt x="188139" y="196638"/>
                </a:lnTo>
                <a:close/>
                <a:moveTo>
                  <a:pt x="432512" y="1639"/>
                </a:moveTo>
                <a:cubicBezTo>
                  <a:pt x="388851" y="1639"/>
                  <a:pt x="357761" y="34540"/>
                  <a:pt x="357761" y="80447"/>
                </a:cubicBezTo>
                <a:cubicBezTo>
                  <a:pt x="357761" y="101917"/>
                  <a:pt x="365076" y="122699"/>
                  <a:pt x="377420" y="135948"/>
                </a:cubicBezTo>
                <a:cubicBezTo>
                  <a:pt x="390679" y="150336"/>
                  <a:pt x="411025" y="159248"/>
                  <a:pt x="431141" y="159248"/>
                </a:cubicBezTo>
                <a:cubicBezTo>
                  <a:pt x="476174" y="159248"/>
                  <a:pt x="507264" y="127269"/>
                  <a:pt x="507264" y="81361"/>
                </a:cubicBezTo>
                <a:cubicBezTo>
                  <a:pt x="507264" y="58748"/>
                  <a:pt x="500636" y="39336"/>
                  <a:pt x="488061" y="25631"/>
                </a:cubicBezTo>
                <a:cubicBezTo>
                  <a:pt x="473662" y="9871"/>
                  <a:pt x="454460" y="1639"/>
                  <a:pt x="432512" y="1639"/>
                </a:cubicBezTo>
                <a:moveTo>
                  <a:pt x="432512" y="9871"/>
                </a:moveTo>
                <a:cubicBezTo>
                  <a:pt x="443029" y="9871"/>
                  <a:pt x="453542" y="13984"/>
                  <a:pt x="461774" y="21292"/>
                </a:cubicBezTo>
                <a:cubicBezTo>
                  <a:pt x="474119" y="32482"/>
                  <a:pt x="481204" y="53951"/>
                  <a:pt x="481204" y="81131"/>
                </a:cubicBezTo>
                <a:cubicBezTo>
                  <a:pt x="481204" y="94606"/>
                  <a:pt x="478232" y="110365"/>
                  <a:pt x="473662" y="122243"/>
                </a:cubicBezTo>
                <a:cubicBezTo>
                  <a:pt x="471604" y="127953"/>
                  <a:pt x="467718" y="133663"/>
                  <a:pt x="462458" y="138916"/>
                </a:cubicBezTo>
                <a:cubicBezTo>
                  <a:pt x="454460" y="146911"/>
                  <a:pt x="444170" y="151020"/>
                  <a:pt x="432055" y="151020"/>
                </a:cubicBezTo>
                <a:cubicBezTo>
                  <a:pt x="421539" y="151020"/>
                  <a:pt x="411252" y="146911"/>
                  <a:pt x="403250" y="139830"/>
                </a:cubicBezTo>
                <a:cubicBezTo>
                  <a:pt x="391366" y="129324"/>
                  <a:pt x="383821" y="106256"/>
                  <a:pt x="383821" y="80904"/>
                </a:cubicBezTo>
                <a:cubicBezTo>
                  <a:pt x="383821" y="57607"/>
                  <a:pt x="390222" y="35454"/>
                  <a:pt x="399821" y="24717"/>
                </a:cubicBezTo>
                <a:cubicBezTo>
                  <a:pt x="408737" y="14898"/>
                  <a:pt x="419941" y="9871"/>
                  <a:pt x="432512" y="9871"/>
                </a:cubicBezTo>
                <a:close/>
                <a:moveTo>
                  <a:pt x="624078" y="53208"/>
                </a:moveTo>
                <a:lnTo>
                  <a:pt x="592305" y="53208"/>
                </a:lnTo>
                <a:lnTo>
                  <a:pt x="592305" y="56641"/>
                </a:lnTo>
                <a:cubicBezTo>
                  <a:pt x="599620" y="57324"/>
                  <a:pt x="603048" y="59609"/>
                  <a:pt x="603048" y="63952"/>
                </a:cubicBezTo>
                <a:cubicBezTo>
                  <a:pt x="603048" y="66237"/>
                  <a:pt x="602591" y="68521"/>
                  <a:pt x="601678" y="70810"/>
                </a:cubicBezTo>
                <a:lnTo>
                  <a:pt x="579046" y="129997"/>
                </a:lnTo>
                <a:lnTo>
                  <a:pt x="555728" y="71493"/>
                </a:lnTo>
                <a:cubicBezTo>
                  <a:pt x="554357" y="68295"/>
                  <a:pt x="553670" y="65096"/>
                  <a:pt x="553670" y="63038"/>
                </a:cubicBezTo>
                <a:cubicBezTo>
                  <a:pt x="553670" y="58925"/>
                  <a:pt x="556185" y="57324"/>
                  <a:pt x="564187" y="56641"/>
                </a:cubicBezTo>
                <a:lnTo>
                  <a:pt x="564187" y="53208"/>
                </a:lnTo>
                <a:lnTo>
                  <a:pt x="519381" y="53208"/>
                </a:lnTo>
                <a:lnTo>
                  <a:pt x="519381" y="56641"/>
                </a:lnTo>
                <a:cubicBezTo>
                  <a:pt x="528067" y="57098"/>
                  <a:pt x="529668" y="59382"/>
                  <a:pt x="540181" y="82921"/>
                </a:cubicBezTo>
                <a:lnTo>
                  <a:pt x="567616" y="148508"/>
                </a:lnTo>
                <a:cubicBezTo>
                  <a:pt x="568073" y="149879"/>
                  <a:pt x="568756" y="151480"/>
                  <a:pt x="569443" y="153308"/>
                </a:cubicBezTo>
                <a:cubicBezTo>
                  <a:pt x="570814" y="157421"/>
                  <a:pt x="572189" y="159248"/>
                  <a:pt x="573559" y="159248"/>
                </a:cubicBezTo>
                <a:cubicBezTo>
                  <a:pt x="574930" y="159248"/>
                  <a:pt x="576531" y="156280"/>
                  <a:pt x="579960" y="147821"/>
                </a:cubicBezTo>
                <a:lnTo>
                  <a:pt x="609219" y="74465"/>
                </a:lnTo>
                <a:cubicBezTo>
                  <a:pt x="615850" y="58925"/>
                  <a:pt x="617221" y="57324"/>
                  <a:pt x="624078" y="56641"/>
                </a:cubicBezTo>
                <a:lnTo>
                  <a:pt x="624078" y="53208"/>
                </a:lnTo>
                <a:close/>
                <a:moveTo>
                  <a:pt x="719176" y="118570"/>
                </a:moveTo>
                <a:cubicBezTo>
                  <a:pt x="708206" y="135951"/>
                  <a:pt x="698373" y="142585"/>
                  <a:pt x="683744" y="142585"/>
                </a:cubicBezTo>
                <a:cubicBezTo>
                  <a:pt x="670715" y="142585"/>
                  <a:pt x="660886" y="135951"/>
                  <a:pt x="654255" y="122916"/>
                </a:cubicBezTo>
                <a:cubicBezTo>
                  <a:pt x="650139" y="114223"/>
                  <a:pt x="648541" y="106675"/>
                  <a:pt x="648084" y="92722"/>
                </a:cubicBezTo>
                <a:lnTo>
                  <a:pt x="718493" y="92722"/>
                </a:lnTo>
                <a:cubicBezTo>
                  <a:pt x="716661" y="77891"/>
                  <a:pt x="714377" y="71284"/>
                  <a:pt x="708663" y="63994"/>
                </a:cubicBezTo>
                <a:cubicBezTo>
                  <a:pt x="701802" y="55779"/>
                  <a:pt x="691288" y="50976"/>
                  <a:pt x="679401" y="50976"/>
                </a:cubicBezTo>
                <a:cubicBezTo>
                  <a:pt x="667970" y="50976"/>
                  <a:pt x="657227" y="55092"/>
                  <a:pt x="648541" y="62853"/>
                </a:cubicBezTo>
                <a:cubicBezTo>
                  <a:pt x="637794" y="72194"/>
                  <a:pt x="631624" y="88379"/>
                  <a:pt x="631624" y="107132"/>
                </a:cubicBezTo>
                <a:cubicBezTo>
                  <a:pt x="631624" y="138696"/>
                  <a:pt x="648084" y="158355"/>
                  <a:pt x="674371" y="158355"/>
                </a:cubicBezTo>
                <a:cubicBezTo>
                  <a:pt x="696088" y="158355"/>
                  <a:pt x="713232" y="144870"/>
                  <a:pt x="722835" y="120171"/>
                </a:cubicBezTo>
                <a:lnTo>
                  <a:pt x="719176" y="118570"/>
                </a:lnTo>
                <a:moveTo>
                  <a:pt x="648541" y="85408"/>
                </a:moveTo>
                <a:cubicBezTo>
                  <a:pt x="651053" y="67639"/>
                  <a:pt x="658828" y="59208"/>
                  <a:pt x="672770" y="59208"/>
                </a:cubicBezTo>
                <a:cubicBezTo>
                  <a:pt x="686715" y="59208"/>
                  <a:pt x="692202" y="65588"/>
                  <a:pt x="695174" y="85408"/>
                </a:cubicBezTo>
                <a:lnTo>
                  <a:pt x="648541" y="85408"/>
                </a:lnTo>
                <a:close/>
                <a:moveTo>
                  <a:pt x="729006" y="66980"/>
                </a:moveTo>
                <a:cubicBezTo>
                  <a:pt x="732208" y="66292"/>
                  <a:pt x="734266" y="66062"/>
                  <a:pt x="737008" y="66062"/>
                </a:cubicBezTo>
                <a:cubicBezTo>
                  <a:pt x="742721" y="66062"/>
                  <a:pt x="744779" y="69721"/>
                  <a:pt x="744779" y="79778"/>
                </a:cubicBezTo>
                <a:lnTo>
                  <a:pt x="744779" y="136924"/>
                </a:lnTo>
                <a:cubicBezTo>
                  <a:pt x="744779" y="148351"/>
                  <a:pt x="743178" y="149952"/>
                  <a:pt x="728549" y="152694"/>
                </a:cubicBezTo>
                <a:lnTo>
                  <a:pt x="728549" y="156123"/>
                </a:lnTo>
                <a:lnTo>
                  <a:pt x="783414" y="156123"/>
                </a:lnTo>
                <a:lnTo>
                  <a:pt x="783414" y="152694"/>
                </a:lnTo>
                <a:cubicBezTo>
                  <a:pt x="767867" y="152010"/>
                  <a:pt x="763982" y="148582"/>
                  <a:pt x="763982" y="135553"/>
                </a:cubicBezTo>
                <a:lnTo>
                  <a:pt x="763982" y="84120"/>
                </a:lnTo>
                <a:cubicBezTo>
                  <a:pt x="763982" y="76806"/>
                  <a:pt x="773811" y="65379"/>
                  <a:pt x="779985" y="65379"/>
                </a:cubicBezTo>
                <a:cubicBezTo>
                  <a:pt x="781356" y="65379"/>
                  <a:pt x="783414" y="66523"/>
                  <a:pt x="785929" y="68807"/>
                </a:cubicBezTo>
                <a:cubicBezTo>
                  <a:pt x="789585" y="72006"/>
                  <a:pt x="792100" y="73377"/>
                  <a:pt x="795072" y="73377"/>
                </a:cubicBezTo>
                <a:cubicBezTo>
                  <a:pt x="800559" y="73377"/>
                  <a:pt x="803987" y="69491"/>
                  <a:pt x="803987" y="63094"/>
                </a:cubicBezTo>
                <a:cubicBezTo>
                  <a:pt x="803987" y="55549"/>
                  <a:pt x="799188" y="50976"/>
                  <a:pt x="791416" y="50976"/>
                </a:cubicBezTo>
                <a:cubicBezTo>
                  <a:pt x="781813" y="50976"/>
                  <a:pt x="775186" y="56236"/>
                  <a:pt x="763982" y="72463"/>
                </a:cubicBezTo>
                <a:lnTo>
                  <a:pt x="763982" y="51436"/>
                </a:lnTo>
                <a:lnTo>
                  <a:pt x="762841" y="50976"/>
                </a:lnTo>
                <a:cubicBezTo>
                  <a:pt x="750723" y="56006"/>
                  <a:pt x="742495" y="58978"/>
                  <a:pt x="729006" y="63321"/>
                </a:cubicBezTo>
                <a:lnTo>
                  <a:pt x="729006" y="66980"/>
                </a:lnTo>
                <a:close/>
                <a:moveTo>
                  <a:pt x="810617" y="60753"/>
                </a:moveTo>
                <a:lnTo>
                  <a:pt x="826163" y="60753"/>
                </a:lnTo>
                <a:lnTo>
                  <a:pt x="826163" y="134629"/>
                </a:lnTo>
                <a:cubicBezTo>
                  <a:pt x="826163" y="149265"/>
                  <a:pt x="823648" y="152237"/>
                  <a:pt x="810847" y="152694"/>
                </a:cubicBezTo>
                <a:lnTo>
                  <a:pt x="810847" y="156123"/>
                </a:lnTo>
                <a:lnTo>
                  <a:pt x="861139" y="156123"/>
                </a:lnTo>
                <a:lnTo>
                  <a:pt x="861139" y="152694"/>
                </a:lnTo>
                <a:cubicBezTo>
                  <a:pt x="848338" y="151780"/>
                  <a:pt x="845366" y="148578"/>
                  <a:pt x="845366" y="136000"/>
                </a:cubicBezTo>
                <a:lnTo>
                  <a:pt x="845366" y="60753"/>
                </a:lnTo>
                <a:lnTo>
                  <a:pt x="865025" y="60753"/>
                </a:lnTo>
                <a:cubicBezTo>
                  <a:pt x="886969" y="60753"/>
                  <a:pt x="888113" y="61440"/>
                  <a:pt x="888113" y="73562"/>
                </a:cubicBezTo>
                <a:lnTo>
                  <a:pt x="888113" y="133942"/>
                </a:lnTo>
                <a:cubicBezTo>
                  <a:pt x="888113" y="149496"/>
                  <a:pt x="886512" y="151554"/>
                  <a:pt x="872340" y="152694"/>
                </a:cubicBezTo>
                <a:lnTo>
                  <a:pt x="872340" y="156123"/>
                </a:lnTo>
                <a:lnTo>
                  <a:pt x="922632" y="156123"/>
                </a:lnTo>
                <a:lnTo>
                  <a:pt x="922632" y="152694"/>
                </a:lnTo>
                <a:cubicBezTo>
                  <a:pt x="909830" y="151554"/>
                  <a:pt x="907315" y="148578"/>
                  <a:pt x="907315" y="133942"/>
                </a:cubicBezTo>
                <a:lnTo>
                  <a:pt x="907315" y="74019"/>
                </a:lnTo>
                <a:cubicBezTo>
                  <a:pt x="907315" y="68989"/>
                  <a:pt x="907315" y="63729"/>
                  <a:pt x="907772" y="51611"/>
                </a:cubicBezTo>
                <a:lnTo>
                  <a:pt x="906858" y="50976"/>
                </a:lnTo>
                <a:cubicBezTo>
                  <a:pt x="896799" y="52525"/>
                  <a:pt x="890171" y="53208"/>
                  <a:pt x="881025" y="53208"/>
                </a:cubicBezTo>
                <a:lnTo>
                  <a:pt x="845135" y="53208"/>
                </a:lnTo>
                <a:lnTo>
                  <a:pt x="845135" y="43407"/>
                </a:lnTo>
                <a:cubicBezTo>
                  <a:pt x="845135" y="33378"/>
                  <a:pt x="845823" y="26311"/>
                  <a:pt x="846963" y="22436"/>
                </a:cubicBezTo>
                <a:cubicBezTo>
                  <a:pt x="850165" y="12634"/>
                  <a:pt x="859081" y="5794"/>
                  <a:pt x="869368" y="5794"/>
                </a:cubicBezTo>
                <a:cubicBezTo>
                  <a:pt x="875768" y="5794"/>
                  <a:pt x="880111" y="8759"/>
                  <a:pt x="885598" y="16509"/>
                </a:cubicBezTo>
                <a:cubicBezTo>
                  <a:pt x="889941" y="22663"/>
                  <a:pt x="892913" y="24944"/>
                  <a:pt x="896799" y="24944"/>
                </a:cubicBezTo>
                <a:cubicBezTo>
                  <a:pt x="901602" y="24944"/>
                  <a:pt x="905031" y="21068"/>
                  <a:pt x="905031" y="16053"/>
                </a:cubicBezTo>
                <a:cubicBezTo>
                  <a:pt x="905031" y="6478"/>
                  <a:pt x="893600" y="77"/>
                  <a:pt x="875995" y="77"/>
                </a:cubicBezTo>
                <a:cubicBezTo>
                  <a:pt x="858624" y="77"/>
                  <a:pt x="845366" y="6021"/>
                  <a:pt x="837134" y="17193"/>
                </a:cubicBezTo>
                <a:cubicBezTo>
                  <a:pt x="830276" y="26538"/>
                  <a:pt x="827761" y="34972"/>
                  <a:pt x="826390" y="53208"/>
                </a:cubicBezTo>
                <a:lnTo>
                  <a:pt x="810617" y="53208"/>
                </a:lnTo>
                <a:lnTo>
                  <a:pt x="810617" y="60753"/>
                </a:lnTo>
                <a:close/>
                <a:moveTo>
                  <a:pt x="988924" y="53208"/>
                </a:moveTo>
                <a:lnTo>
                  <a:pt x="965836" y="53208"/>
                </a:lnTo>
                <a:lnTo>
                  <a:pt x="965836" y="26691"/>
                </a:lnTo>
                <a:cubicBezTo>
                  <a:pt x="965836" y="24407"/>
                  <a:pt x="965609" y="23719"/>
                  <a:pt x="964235" y="23719"/>
                </a:cubicBezTo>
                <a:cubicBezTo>
                  <a:pt x="962638" y="25778"/>
                  <a:pt x="961263" y="27836"/>
                  <a:pt x="959666" y="30120"/>
                </a:cubicBezTo>
                <a:cubicBezTo>
                  <a:pt x="950977" y="42695"/>
                  <a:pt x="941147" y="53669"/>
                  <a:pt x="937491" y="54583"/>
                </a:cubicBezTo>
                <a:cubicBezTo>
                  <a:pt x="934976" y="56180"/>
                  <a:pt x="933602" y="57781"/>
                  <a:pt x="933602" y="58925"/>
                </a:cubicBezTo>
                <a:cubicBezTo>
                  <a:pt x="933602" y="59613"/>
                  <a:pt x="933832" y="60070"/>
                  <a:pt x="934520" y="60527"/>
                </a:cubicBezTo>
                <a:lnTo>
                  <a:pt x="946634" y="60527"/>
                </a:lnTo>
                <a:lnTo>
                  <a:pt x="946634" y="129327"/>
                </a:lnTo>
                <a:cubicBezTo>
                  <a:pt x="946634" y="148526"/>
                  <a:pt x="953492" y="158355"/>
                  <a:pt x="966980" y="158355"/>
                </a:cubicBezTo>
                <a:cubicBezTo>
                  <a:pt x="978181" y="158355"/>
                  <a:pt x="986866" y="152872"/>
                  <a:pt x="994411" y="140984"/>
                </a:cubicBezTo>
                <a:lnTo>
                  <a:pt x="991439" y="138469"/>
                </a:lnTo>
                <a:cubicBezTo>
                  <a:pt x="986640" y="144183"/>
                  <a:pt x="982754" y="146471"/>
                  <a:pt x="977724" y="146471"/>
                </a:cubicBezTo>
                <a:cubicBezTo>
                  <a:pt x="969265" y="146471"/>
                  <a:pt x="965836" y="140297"/>
                  <a:pt x="965836" y="125898"/>
                </a:cubicBezTo>
                <a:lnTo>
                  <a:pt x="965836" y="60527"/>
                </a:lnTo>
                <a:lnTo>
                  <a:pt x="988924" y="60527"/>
                </a:lnTo>
                <a:lnTo>
                  <a:pt x="988924" y="53208"/>
                </a:lnTo>
                <a:close/>
                <a:moveTo>
                  <a:pt x="1052475" y="53208"/>
                </a:moveTo>
                <a:lnTo>
                  <a:pt x="1029387" y="53208"/>
                </a:lnTo>
                <a:lnTo>
                  <a:pt x="1029387" y="26691"/>
                </a:lnTo>
                <a:cubicBezTo>
                  <a:pt x="1029387" y="24407"/>
                  <a:pt x="1029160" y="23719"/>
                  <a:pt x="1027786" y="23719"/>
                </a:cubicBezTo>
                <a:cubicBezTo>
                  <a:pt x="1026188" y="25778"/>
                  <a:pt x="1024814" y="27836"/>
                  <a:pt x="1023216" y="30120"/>
                </a:cubicBezTo>
                <a:cubicBezTo>
                  <a:pt x="1014527" y="42695"/>
                  <a:pt x="1004698" y="53669"/>
                  <a:pt x="1001042" y="54583"/>
                </a:cubicBezTo>
                <a:cubicBezTo>
                  <a:pt x="998527" y="56180"/>
                  <a:pt x="997153" y="57781"/>
                  <a:pt x="997153" y="58925"/>
                </a:cubicBezTo>
                <a:cubicBezTo>
                  <a:pt x="997153" y="59613"/>
                  <a:pt x="997383" y="60070"/>
                  <a:pt x="998070" y="60527"/>
                </a:cubicBezTo>
                <a:lnTo>
                  <a:pt x="1010185" y="60527"/>
                </a:lnTo>
                <a:lnTo>
                  <a:pt x="1010185" y="129327"/>
                </a:lnTo>
                <a:cubicBezTo>
                  <a:pt x="1010185" y="148526"/>
                  <a:pt x="1017042" y="158355"/>
                  <a:pt x="1030531" y="158355"/>
                </a:cubicBezTo>
                <a:cubicBezTo>
                  <a:pt x="1041732" y="158355"/>
                  <a:pt x="1050417" y="152872"/>
                  <a:pt x="1057962" y="140984"/>
                </a:cubicBezTo>
                <a:lnTo>
                  <a:pt x="1054990" y="138469"/>
                </a:lnTo>
                <a:cubicBezTo>
                  <a:pt x="1050190" y="144183"/>
                  <a:pt x="1046305" y="146471"/>
                  <a:pt x="1041275" y="146471"/>
                </a:cubicBezTo>
                <a:cubicBezTo>
                  <a:pt x="1032816" y="146471"/>
                  <a:pt x="1029387" y="140297"/>
                  <a:pt x="1029387" y="125898"/>
                </a:cubicBezTo>
                <a:lnTo>
                  <a:pt x="1029387" y="60527"/>
                </a:lnTo>
                <a:lnTo>
                  <a:pt x="1052475" y="60527"/>
                </a:lnTo>
                <a:lnTo>
                  <a:pt x="1052475" y="53208"/>
                </a:lnTo>
                <a:close/>
                <a:moveTo>
                  <a:pt x="1097738" y="50976"/>
                </a:moveTo>
                <a:lnTo>
                  <a:pt x="1062305" y="63478"/>
                </a:lnTo>
                <a:lnTo>
                  <a:pt x="1062305" y="66910"/>
                </a:lnTo>
                <a:lnTo>
                  <a:pt x="1064136" y="66680"/>
                </a:lnTo>
                <a:cubicBezTo>
                  <a:pt x="1066878" y="66223"/>
                  <a:pt x="1069850" y="65992"/>
                  <a:pt x="1071908" y="65992"/>
                </a:cubicBezTo>
                <a:cubicBezTo>
                  <a:pt x="1077395" y="65992"/>
                  <a:pt x="1079449" y="69652"/>
                  <a:pt x="1079449" y="79718"/>
                </a:cubicBezTo>
                <a:lnTo>
                  <a:pt x="1079449" y="132794"/>
                </a:lnTo>
                <a:cubicBezTo>
                  <a:pt x="1079449" y="149265"/>
                  <a:pt x="1077164" y="151780"/>
                  <a:pt x="1061391" y="152694"/>
                </a:cubicBezTo>
                <a:lnTo>
                  <a:pt x="1061391" y="156123"/>
                </a:lnTo>
                <a:lnTo>
                  <a:pt x="1115569" y="156123"/>
                </a:lnTo>
                <a:lnTo>
                  <a:pt x="1115569" y="152694"/>
                </a:lnTo>
                <a:cubicBezTo>
                  <a:pt x="1100483" y="151554"/>
                  <a:pt x="1098651" y="149265"/>
                  <a:pt x="1098651" y="132794"/>
                </a:cubicBezTo>
                <a:lnTo>
                  <a:pt x="1098651" y="51663"/>
                </a:lnTo>
                <a:lnTo>
                  <a:pt x="1097738" y="50976"/>
                </a:lnTo>
                <a:moveTo>
                  <a:pt x="1086994" y="77"/>
                </a:moveTo>
                <a:cubicBezTo>
                  <a:pt x="1080823" y="77"/>
                  <a:pt x="1075563" y="5337"/>
                  <a:pt x="1075563" y="11738"/>
                </a:cubicBezTo>
                <a:cubicBezTo>
                  <a:pt x="1075563" y="18138"/>
                  <a:pt x="1080593" y="23395"/>
                  <a:pt x="1086994" y="23395"/>
                </a:cubicBezTo>
                <a:cubicBezTo>
                  <a:pt x="1093625" y="23395"/>
                  <a:pt x="1098882" y="18365"/>
                  <a:pt x="1098882" y="11738"/>
                </a:cubicBezTo>
                <a:cubicBezTo>
                  <a:pt x="1098882" y="5337"/>
                  <a:pt x="1093625" y="77"/>
                  <a:pt x="1086994" y="77"/>
                </a:cubicBezTo>
                <a:close/>
                <a:moveTo>
                  <a:pt x="1124942" y="65152"/>
                </a:moveTo>
                <a:cubicBezTo>
                  <a:pt x="1126313" y="64465"/>
                  <a:pt x="1128601" y="64238"/>
                  <a:pt x="1131116" y="64238"/>
                </a:cubicBezTo>
                <a:cubicBezTo>
                  <a:pt x="1137517" y="64238"/>
                  <a:pt x="1139571" y="67667"/>
                  <a:pt x="1139571" y="78864"/>
                </a:cubicBezTo>
                <a:lnTo>
                  <a:pt x="1139571" y="135553"/>
                </a:lnTo>
                <a:cubicBezTo>
                  <a:pt x="1139571" y="148582"/>
                  <a:pt x="1137056" y="151780"/>
                  <a:pt x="1125399" y="152694"/>
                </a:cubicBezTo>
                <a:lnTo>
                  <a:pt x="1125399" y="156123"/>
                </a:lnTo>
                <a:lnTo>
                  <a:pt x="1173863" y="156123"/>
                </a:lnTo>
                <a:lnTo>
                  <a:pt x="1173863" y="152694"/>
                </a:lnTo>
                <a:cubicBezTo>
                  <a:pt x="1162202" y="151780"/>
                  <a:pt x="1158773" y="149039"/>
                  <a:pt x="1158773" y="140810"/>
                </a:cubicBezTo>
                <a:lnTo>
                  <a:pt x="1158773" y="76579"/>
                </a:lnTo>
                <a:cubicBezTo>
                  <a:pt x="1169747" y="66292"/>
                  <a:pt x="1174777" y="63551"/>
                  <a:pt x="1182322" y="63551"/>
                </a:cubicBezTo>
                <a:cubicBezTo>
                  <a:pt x="1193522" y="63551"/>
                  <a:pt x="1199009" y="70635"/>
                  <a:pt x="1199009" y="85722"/>
                </a:cubicBezTo>
                <a:lnTo>
                  <a:pt x="1199009" y="133495"/>
                </a:lnTo>
                <a:cubicBezTo>
                  <a:pt x="1199009" y="147894"/>
                  <a:pt x="1196037" y="151780"/>
                  <a:pt x="1184607" y="152694"/>
                </a:cubicBezTo>
                <a:lnTo>
                  <a:pt x="1184607" y="156123"/>
                </a:lnTo>
                <a:lnTo>
                  <a:pt x="1232157" y="156123"/>
                </a:lnTo>
                <a:lnTo>
                  <a:pt x="1232157" y="152694"/>
                </a:lnTo>
                <a:cubicBezTo>
                  <a:pt x="1220953" y="151554"/>
                  <a:pt x="1218212" y="148808"/>
                  <a:pt x="1218212" y="137611"/>
                </a:cubicBezTo>
                <a:lnTo>
                  <a:pt x="1218212" y="85265"/>
                </a:lnTo>
                <a:cubicBezTo>
                  <a:pt x="1218212" y="63781"/>
                  <a:pt x="1208152" y="50976"/>
                  <a:pt x="1191238" y="50976"/>
                </a:cubicBezTo>
                <a:cubicBezTo>
                  <a:pt x="1180721" y="50976"/>
                  <a:pt x="1173633" y="54865"/>
                  <a:pt x="1158090" y="69495"/>
                </a:cubicBezTo>
                <a:lnTo>
                  <a:pt x="1158090" y="51436"/>
                </a:lnTo>
                <a:lnTo>
                  <a:pt x="1156489" y="50976"/>
                </a:lnTo>
                <a:cubicBezTo>
                  <a:pt x="1145288" y="55092"/>
                  <a:pt x="1137517" y="57607"/>
                  <a:pt x="1124942" y="61266"/>
                </a:cubicBezTo>
                <a:lnTo>
                  <a:pt x="1124942" y="65152"/>
                </a:lnTo>
                <a:close/>
                <a:moveTo>
                  <a:pt x="1343025" y="67482"/>
                </a:moveTo>
                <a:lnTo>
                  <a:pt x="1343025" y="58566"/>
                </a:lnTo>
                <a:lnTo>
                  <a:pt x="1325424" y="58566"/>
                </a:lnTo>
                <a:cubicBezTo>
                  <a:pt x="1320851" y="58566"/>
                  <a:pt x="1317422" y="57855"/>
                  <a:pt x="1312852" y="56236"/>
                </a:cubicBezTo>
                <a:lnTo>
                  <a:pt x="1307822" y="54408"/>
                </a:lnTo>
                <a:cubicBezTo>
                  <a:pt x="1301648" y="52120"/>
                  <a:pt x="1295478" y="50976"/>
                  <a:pt x="1289534" y="50976"/>
                </a:cubicBezTo>
                <a:cubicBezTo>
                  <a:pt x="1268274" y="50976"/>
                  <a:pt x="1251356" y="67482"/>
                  <a:pt x="1251356" y="88278"/>
                </a:cubicBezTo>
                <a:cubicBezTo>
                  <a:pt x="1251356" y="102677"/>
                  <a:pt x="1257530" y="111359"/>
                  <a:pt x="1272616" y="118901"/>
                </a:cubicBezTo>
                <a:cubicBezTo>
                  <a:pt x="1268274" y="123017"/>
                  <a:pt x="1264161" y="126896"/>
                  <a:pt x="1262787" y="128036"/>
                </a:cubicBezTo>
                <a:cubicBezTo>
                  <a:pt x="1255245" y="134653"/>
                  <a:pt x="1252273" y="139219"/>
                  <a:pt x="1252273" y="143782"/>
                </a:cubicBezTo>
                <a:cubicBezTo>
                  <a:pt x="1252273" y="148575"/>
                  <a:pt x="1255015" y="151313"/>
                  <a:pt x="1264388" y="155886"/>
                </a:cubicBezTo>
                <a:cubicBezTo>
                  <a:pt x="1248157" y="167784"/>
                  <a:pt x="1241987" y="175339"/>
                  <a:pt x="1241987" y="183805"/>
                </a:cubicBezTo>
                <a:cubicBezTo>
                  <a:pt x="1241987" y="195930"/>
                  <a:pt x="1259815" y="205990"/>
                  <a:pt x="1281532" y="205990"/>
                </a:cubicBezTo>
                <a:cubicBezTo>
                  <a:pt x="1298676" y="205990"/>
                  <a:pt x="1316508" y="200046"/>
                  <a:pt x="1328396" y="190443"/>
                </a:cubicBezTo>
                <a:cubicBezTo>
                  <a:pt x="1337085" y="183348"/>
                  <a:pt x="1340970" y="176023"/>
                  <a:pt x="1340970" y="167327"/>
                </a:cubicBezTo>
                <a:cubicBezTo>
                  <a:pt x="1340970" y="153141"/>
                  <a:pt x="1330223" y="143555"/>
                  <a:pt x="1313309" y="142872"/>
                </a:cubicBezTo>
                <a:lnTo>
                  <a:pt x="1283820" y="141501"/>
                </a:lnTo>
                <a:cubicBezTo>
                  <a:pt x="1271703" y="141044"/>
                  <a:pt x="1265989" y="138989"/>
                  <a:pt x="1265989" y="135341"/>
                </a:cubicBezTo>
                <a:cubicBezTo>
                  <a:pt x="1265989" y="130775"/>
                  <a:pt x="1273530" y="122787"/>
                  <a:pt x="1279704" y="120959"/>
                </a:cubicBezTo>
                <a:cubicBezTo>
                  <a:pt x="1281762" y="121189"/>
                  <a:pt x="1283363" y="121416"/>
                  <a:pt x="1284047" y="121416"/>
                </a:cubicBezTo>
                <a:cubicBezTo>
                  <a:pt x="1288390" y="121873"/>
                  <a:pt x="1291362" y="122103"/>
                  <a:pt x="1292736" y="122103"/>
                </a:cubicBezTo>
                <a:cubicBezTo>
                  <a:pt x="1301191" y="122103"/>
                  <a:pt x="1310337" y="118674"/>
                  <a:pt x="1317422" y="112504"/>
                </a:cubicBezTo>
                <a:cubicBezTo>
                  <a:pt x="1324967" y="106103"/>
                  <a:pt x="1328396" y="98104"/>
                  <a:pt x="1328396" y="86681"/>
                </a:cubicBezTo>
                <a:cubicBezTo>
                  <a:pt x="1328396" y="80053"/>
                  <a:pt x="1327251" y="74797"/>
                  <a:pt x="1324053" y="67482"/>
                </a:cubicBezTo>
                <a:lnTo>
                  <a:pt x="1343025" y="67482"/>
                </a:lnTo>
                <a:moveTo>
                  <a:pt x="1269188" y="156570"/>
                </a:moveTo>
                <a:cubicBezTo>
                  <a:pt x="1276732" y="158174"/>
                  <a:pt x="1295021" y="159545"/>
                  <a:pt x="1306221" y="159545"/>
                </a:cubicBezTo>
                <a:cubicBezTo>
                  <a:pt x="1327025" y="159545"/>
                  <a:pt x="1334570" y="162520"/>
                  <a:pt x="1334570" y="170759"/>
                </a:cubicBezTo>
                <a:cubicBezTo>
                  <a:pt x="1334570" y="184035"/>
                  <a:pt x="1317195" y="192958"/>
                  <a:pt x="1291362" y="192958"/>
                </a:cubicBezTo>
                <a:cubicBezTo>
                  <a:pt x="1271246" y="192958"/>
                  <a:pt x="1257987" y="186324"/>
                  <a:pt x="1257987" y="176253"/>
                </a:cubicBezTo>
                <a:cubicBezTo>
                  <a:pt x="1257987" y="170990"/>
                  <a:pt x="1259588" y="168014"/>
                  <a:pt x="1269188" y="156570"/>
                </a:cubicBezTo>
                <a:moveTo>
                  <a:pt x="1270332" y="78909"/>
                </a:moveTo>
                <a:cubicBezTo>
                  <a:pt x="1270332" y="65427"/>
                  <a:pt x="1276732" y="57380"/>
                  <a:pt x="1287249" y="57380"/>
                </a:cubicBezTo>
                <a:cubicBezTo>
                  <a:pt x="1294334" y="57380"/>
                  <a:pt x="1300278" y="61311"/>
                  <a:pt x="1303937" y="68169"/>
                </a:cubicBezTo>
                <a:cubicBezTo>
                  <a:pt x="1308049" y="76167"/>
                  <a:pt x="1310794" y="86681"/>
                  <a:pt x="1310794" y="95593"/>
                </a:cubicBezTo>
                <a:cubicBezTo>
                  <a:pt x="1310794" y="108388"/>
                  <a:pt x="1304163" y="116386"/>
                  <a:pt x="1293650" y="116386"/>
                </a:cubicBezTo>
                <a:cubicBezTo>
                  <a:pt x="1279935" y="116386"/>
                  <a:pt x="1270332" y="101533"/>
                  <a:pt x="1270332" y="79596"/>
                </a:cubicBezTo>
                <a:lnTo>
                  <a:pt x="1270332" y="78909"/>
                </a:lnTo>
                <a:close/>
                <a:moveTo>
                  <a:pt x="1368858" y="188347"/>
                </a:moveTo>
                <a:cubicBezTo>
                  <a:pt x="1384175" y="180802"/>
                  <a:pt x="1394461" y="166860"/>
                  <a:pt x="1394461" y="153141"/>
                </a:cubicBezTo>
                <a:cubicBezTo>
                  <a:pt x="1394461" y="141713"/>
                  <a:pt x="1386459" y="132798"/>
                  <a:pt x="1376173" y="132798"/>
                </a:cubicBezTo>
                <a:cubicBezTo>
                  <a:pt x="1368171" y="132798"/>
                  <a:pt x="1362688" y="138054"/>
                  <a:pt x="1362688" y="145826"/>
                </a:cubicBezTo>
                <a:cubicBezTo>
                  <a:pt x="1362688" y="153120"/>
                  <a:pt x="1367944" y="157462"/>
                  <a:pt x="1376173" y="157462"/>
                </a:cubicBezTo>
                <a:cubicBezTo>
                  <a:pt x="1377544" y="157462"/>
                  <a:pt x="1379145" y="157236"/>
                  <a:pt x="1380516" y="157006"/>
                </a:cubicBezTo>
                <a:cubicBezTo>
                  <a:pt x="1382117" y="156570"/>
                  <a:pt x="1382117" y="156570"/>
                  <a:pt x="1382347" y="156570"/>
                </a:cubicBezTo>
                <a:cubicBezTo>
                  <a:pt x="1384175" y="156570"/>
                  <a:pt x="1385546" y="157944"/>
                  <a:pt x="1385546" y="159772"/>
                </a:cubicBezTo>
                <a:cubicBezTo>
                  <a:pt x="1385546" y="167086"/>
                  <a:pt x="1379145" y="175545"/>
                  <a:pt x="1366800" y="184004"/>
                </a:cubicBezTo>
                <a:lnTo>
                  <a:pt x="1368858" y="188347"/>
                </a:lnTo>
                <a:close/>
                <a:moveTo>
                  <a:pt x="1491389" y="65152"/>
                </a:moveTo>
                <a:cubicBezTo>
                  <a:pt x="1494361" y="64465"/>
                  <a:pt x="1496189" y="64238"/>
                  <a:pt x="1498704" y="64238"/>
                </a:cubicBezTo>
                <a:cubicBezTo>
                  <a:pt x="1504647" y="64238"/>
                  <a:pt x="1506705" y="67894"/>
                  <a:pt x="1506705" y="78864"/>
                </a:cubicBezTo>
                <a:lnTo>
                  <a:pt x="1506705" y="136694"/>
                </a:lnTo>
                <a:cubicBezTo>
                  <a:pt x="1506705" y="149039"/>
                  <a:pt x="1503503" y="152467"/>
                  <a:pt x="1490702" y="152694"/>
                </a:cubicBezTo>
                <a:lnTo>
                  <a:pt x="1490702" y="156123"/>
                </a:lnTo>
                <a:lnTo>
                  <a:pt x="1541451" y="156123"/>
                </a:lnTo>
                <a:lnTo>
                  <a:pt x="1541451" y="152694"/>
                </a:lnTo>
                <a:cubicBezTo>
                  <a:pt x="1529337" y="152237"/>
                  <a:pt x="1525908" y="149726"/>
                  <a:pt x="1525908" y="140810"/>
                </a:cubicBezTo>
                <a:lnTo>
                  <a:pt x="1525908" y="76352"/>
                </a:lnTo>
                <a:cubicBezTo>
                  <a:pt x="1525908" y="75895"/>
                  <a:pt x="1527735" y="73607"/>
                  <a:pt x="1529337" y="72010"/>
                </a:cubicBezTo>
                <a:cubicBezTo>
                  <a:pt x="1535050" y="66749"/>
                  <a:pt x="1544880" y="62864"/>
                  <a:pt x="1552882" y="62864"/>
                </a:cubicBezTo>
                <a:cubicBezTo>
                  <a:pt x="1562938" y="62864"/>
                  <a:pt x="1567968" y="70865"/>
                  <a:pt x="1567968" y="86866"/>
                </a:cubicBezTo>
                <a:lnTo>
                  <a:pt x="1567968" y="136467"/>
                </a:lnTo>
                <a:cubicBezTo>
                  <a:pt x="1567968" y="149269"/>
                  <a:pt x="1565453" y="151780"/>
                  <a:pt x="1552425" y="152694"/>
                </a:cubicBezTo>
                <a:lnTo>
                  <a:pt x="1552425" y="156123"/>
                </a:lnTo>
                <a:lnTo>
                  <a:pt x="1603631" y="156123"/>
                </a:lnTo>
                <a:lnTo>
                  <a:pt x="1603631" y="152694"/>
                </a:lnTo>
                <a:cubicBezTo>
                  <a:pt x="1590599" y="152467"/>
                  <a:pt x="1587170" y="148582"/>
                  <a:pt x="1587170" y="134409"/>
                </a:cubicBezTo>
                <a:lnTo>
                  <a:pt x="1587170" y="76809"/>
                </a:lnTo>
                <a:cubicBezTo>
                  <a:pt x="1594028" y="66980"/>
                  <a:pt x="1601573" y="62864"/>
                  <a:pt x="1612090" y="62864"/>
                </a:cubicBezTo>
                <a:cubicBezTo>
                  <a:pt x="1625118" y="62864"/>
                  <a:pt x="1629234" y="69038"/>
                  <a:pt x="1629234" y="88010"/>
                </a:cubicBezTo>
                <a:lnTo>
                  <a:pt x="1629234" y="136237"/>
                </a:lnTo>
                <a:cubicBezTo>
                  <a:pt x="1629234" y="149269"/>
                  <a:pt x="1627406" y="151097"/>
                  <a:pt x="1614148" y="152694"/>
                </a:cubicBezTo>
                <a:lnTo>
                  <a:pt x="1614148" y="156123"/>
                </a:lnTo>
                <a:lnTo>
                  <a:pt x="1664210" y="156123"/>
                </a:lnTo>
                <a:lnTo>
                  <a:pt x="1664210" y="152694"/>
                </a:lnTo>
                <a:lnTo>
                  <a:pt x="1658266" y="152237"/>
                </a:lnTo>
                <a:cubicBezTo>
                  <a:pt x="1651408" y="151780"/>
                  <a:pt x="1648436" y="147668"/>
                  <a:pt x="1648436" y="138752"/>
                </a:cubicBezTo>
                <a:lnTo>
                  <a:pt x="1648436" y="91665"/>
                </a:lnTo>
                <a:cubicBezTo>
                  <a:pt x="1648436" y="64695"/>
                  <a:pt x="1639521" y="50976"/>
                  <a:pt x="1621919" y="50976"/>
                </a:cubicBezTo>
                <a:cubicBezTo>
                  <a:pt x="1608661" y="50976"/>
                  <a:pt x="1597000" y="56920"/>
                  <a:pt x="1584655" y="70178"/>
                </a:cubicBezTo>
                <a:cubicBezTo>
                  <a:pt x="1580543" y="57150"/>
                  <a:pt x="1572771" y="50976"/>
                  <a:pt x="1560427" y="50976"/>
                </a:cubicBezTo>
                <a:cubicBezTo>
                  <a:pt x="1550367" y="50976"/>
                  <a:pt x="1543966" y="54178"/>
                  <a:pt x="1524990" y="68581"/>
                </a:cubicBezTo>
                <a:lnTo>
                  <a:pt x="1524990" y="51436"/>
                </a:lnTo>
                <a:lnTo>
                  <a:pt x="1523393" y="50976"/>
                </a:lnTo>
                <a:cubicBezTo>
                  <a:pt x="1511732" y="55322"/>
                  <a:pt x="1503960" y="57837"/>
                  <a:pt x="1491389" y="61266"/>
                </a:cubicBezTo>
                <a:lnTo>
                  <a:pt x="1491389" y="65152"/>
                </a:lnTo>
                <a:close/>
                <a:moveTo>
                  <a:pt x="1758163" y="118570"/>
                </a:moveTo>
                <a:cubicBezTo>
                  <a:pt x="1747193" y="135951"/>
                  <a:pt x="1737360" y="142585"/>
                  <a:pt x="1722731" y="142585"/>
                </a:cubicBezTo>
                <a:cubicBezTo>
                  <a:pt x="1709702" y="142585"/>
                  <a:pt x="1699873" y="135951"/>
                  <a:pt x="1693242" y="122916"/>
                </a:cubicBezTo>
                <a:cubicBezTo>
                  <a:pt x="1689126" y="114223"/>
                  <a:pt x="1687528" y="106675"/>
                  <a:pt x="1687071" y="92722"/>
                </a:cubicBezTo>
                <a:lnTo>
                  <a:pt x="1757480" y="92722"/>
                </a:lnTo>
                <a:cubicBezTo>
                  <a:pt x="1755648" y="77891"/>
                  <a:pt x="1753364" y="71284"/>
                  <a:pt x="1747650" y="63994"/>
                </a:cubicBezTo>
                <a:cubicBezTo>
                  <a:pt x="1740789" y="55779"/>
                  <a:pt x="1730275" y="50976"/>
                  <a:pt x="1718388" y="50976"/>
                </a:cubicBezTo>
                <a:cubicBezTo>
                  <a:pt x="1706957" y="50976"/>
                  <a:pt x="1696214" y="55092"/>
                  <a:pt x="1687528" y="62853"/>
                </a:cubicBezTo>
                <a:cubicBezTo>
                  <a:pt x="1676781" y="72194"/>
                  <a:pt x="1670611" y="88379"/>
                  <a:pt x="1670611" y="107132"/>
                </a:cubicBezTo>
                <a:cubicBezTo>
                  <a:pt x="1670611" y="138696"/>
                  <a:pt x="1687071" y="158355"/>
                  <a:pt x="1713358" y="158355"/>
                </a:cubicBezTo>
                <a:cubicBezTo>
                  <a:pt x="1735075" y="158355"/>
                  <a:pt x="1752219" y="144870"/>
                  <a:pt x="1761822" y="120171"/>
                </a:cubicBezTo>
                <a:lnTo>
                  <a:pt x="1758163" y="118570"/>
                </a:lnTo>
                <a:moveTo>
                  <a:pt x="1687528" y="85408"/>
                </a:moveTo>
                <a:cubicBezTo>
                  <a:pt x="1690040" y="67639"/>
                  <a:pt x="1697815" y="59208"/>
                  <a:pt x="1711757" y="59208"/>
                </a:cubicBezTo>
                <a:cubicBezTo>
                  <a:pt x="1725702" y="59208"/>
                  <a:pt x="1731189" y="65588"/>
                  <a:pt x="1734161" y="85408"/>
                </a:cubicBezTo>
                <a:lnTo>
                  <a:pt x="1687528" y="85408"/>
                </a:lnTo>
                <a:close/>
                <a:moveTo>
                  <a:pt x="1770738" y="65152"/>
                </a:moveTo>
                <a:cubicBezTo>
                  <a:pt x="1773710" y="64465"/>
                  <a:pt x="1775538" y="64238"/>
                  <a:pt x="1778053" y="64238"/>
                </a:cubicBezTo>
                <a:cubicBezTo>
                  <a:pt x="1783997" y="64238"/>
                  <a:pt x="1786055" y="67894"/>
                  <a:pt x="1786055" y="78864"/>
                </a:cubicBezTo>
                <a:lnTo>
                  <a:pt x="1786055" y="136694"/>
                </a:lnTo>
                <a:cubicBezTo>
                  <a:pt x="1786055" y="149039"/>
                  <a:pt x="1782852" y="152467"/>
                  <a:pt x="1770051" y="152694"/>
                </a:cubicBezTo>
                <a:lnTo>
                  <a:pt x="1770051" y="156123"/>
                </a:lnTo>
                <a:lnTo>
                  <a:pt x="1820800" y="156123"/>
                </a:lnTo>
                <a:lnTo>
                  <a:pt x="1820800" y="152694"/>
                </a:lnTo>
                <a:cubicBezTo>
                  <a:pt x="1808686" y="152237"/>
                  <a:pt x="1805257" y="149726"/>
                  <a:pt x="1805257" y="140810"/>
                </a:cubicBezTo>
                <a:lnTo>
                  <a:pt x="1805257" y="76352"/>
                </a:lnTo>
                <a:cubicBezTo>
                  <a:pt x="1805257" y="75895"/>
                  <a:pt x="1807085" y="73607"/>
                  <a:pt x="1808686" y="72010"/>
                </a:cubicBezTo>
                <a:cubicBezTo>
                  <a:pt x="1814399" y="66749"/>
                  <a:pt x="1824229" y="62864"/>
                  <a:pt x="1832231" y="62864"/>
                </a:cubicBezTo>
                <a:cubicBezTo>
                  <a:pt x="1842287" y="62864"/>
                  <a:pt x="1847317" y="70865"/>
                  <a:pt x="1847317" y="86866"/>
                </a:cubicBezTo>
                <a:lnTo>
                  <a:pt x="1847317" y="136467"/>
                </a:lnTo>
                <a:cubicBezTo>
                  <a:pt x="1847317" y="149269"/>
                  <a:pt x="1844802" y="151780"/>
                  <a:pt x="1831774" y="152694"/>
                </a:cubicBezTo>
                <a:lnTo>
                  <a:pt x="1831774" y="156123"/>
                </a:lnTo>
                <a:lnTo>
                  <a:pt x="1882980" y="156123"/>
                </a:lnTo>
                <a:lnTo>
                  <a:pt x="1882980" y="152694"/>
                </a:lnTo>
                <a:cubicBezTo>
                  <a:pt x="1869948" y="152467"/>
                  <a:pt x="1866519" y="148582"/>
                  <a:pt x="1866519" y="134409"/>
                </a:cubicBezTo>
                <a:lnTo>
                  <a:pt x="1866519" y="76809"/>
                </a:lnTo>
                <a:cubicBezTo>
                  <a:pt x="1873377" y="66980"/>
                  <a:pt x="1880922" y="62864"/>
                  <a:pt x="1891439" y="62864"/>
                </a:cubicBezTo>
                <a:cubicBezTo>
                  <a:pt x="1904467" y="62864"/>
                  <a:pt x="1908583" y="69038"/>
                  <a:pt x="1908583" y="88010"/>
                </a:cubicBezTo>
                <a:lnTo>
                  <a:pt x="1908583" y="136237"/>
                </a:lnTo>
                <a:cubicBezTo>
                  <a:pt x="1908583" y="149269"/>
                  <a:pt x="1906755" y="151097"/>
                  <a:pt x="1893497" y="152694"/>
                </a:cubicBezTo>
                <a:lnTo>
                  <a:pt x="1893497" y="156123"/>
                </a:lnTo>
                <a:lnTo>
                  <a:pt x="1943559" y="156123"/>
                </a:lnTo>
                <a:lnTo>
                  <a:pt x="1943559" y="152694"/>
                </a:lnTo>
                <a:lnTo>
                  <a:pt x="1937615" y="152237"/>
                </a:lnTo>
                <a:cubicBezTo>
                  <a:pt x="1930757" y="151780"/>
                  <a:pt x="1927785" y="147668"/>
                  <a:pt x="1927785" y="138752"/>
                </a:cubicBezTo>
                <a:lnTo>
                  <a:pt x="1927785" y="91665"/>
                </a:lnTo>
                <a:cubicBezTo>
                  <a:pt x="1927785" y="64695"/>
                  <a:pt x="1918870" y="50976"/>
                  <a:pt x="1901268" y="50976"/>
                </a:cubicBezTo>
                <a:cubicBezTo>
                  <a:pt x="1888010" y="50976"/>
                  <a:pt x="1876349" y="56920"/>
                  <a:pt x="1864004" y="70178"/>
                </a:cubicBezTo>
                <a:cubicBezTo>
                  <a:pt x="1859892" y="57150"/>
                  <a:pt x="1852120" y="50976"/>
                  <a:pt x="1839776" y="50976"/>
                </a:cubicBezTo>
                <a:cubicBezTo>
                  <a:pt x="1829716" y="50976"/>
                  <a:pt x="1823315" y="54178"/>
                  <a:pt x="1804340" y="68581"/>
                </a:cubicBezTo>
                <a:lnTo>
                  <a:pt x="1804340" y="51436"/>
                </a:lnTo>
                <a:lnTo>
                  <a:pt x="1802742" y="50976"/>
                </a:lnTo>
                <a:cubicBezTo>
                  <a:pt x="1791081" y="55322"/>
                  <a:pt x="1783309" y="57837"/>
                  <a:pt x="1770738" y="61266"/>
                </a:cubicBezTo>
                <a:lnTo>
                  <a:pt x="1770738" y="65152"/>
                </a:lnTo>
                <a:close/>
                <a:moveTo>
                  <a:pt x="2001168" y="50976"/>
                </a:moveTo>
                <a:cubicBezTo>
                  <a:pt x="1971449" y="50976"/>
                  <a:pt x="1950645" y="72913"/>
                  <a:pt x="1950645" y="104439"/>
                </a:cubicBezTo>
                <a:cubicBezTo>
                  <a:pt x="1950645" y="135278"/>
                  <a:pt x="1971906" y="158355"/>
                  <a:pt x="2000707" y="158355"/>
                </a:cubicBezTo>
                <a:cubicBezTo>
                  <a:pt x="2029513" y="158355"/>
                  <a:pt x="2051457" y="134137"/>
                  <a:pt x="2051457" y="102611"/>
                </a:cubicBezTo>
                <a:cubicBezTo>
                  <a:pt x="2051457" y="72683"/>
                  <a:pt x="2030426" y="50976"/>
                  <a:pt x="2001168" y="50976"/>
                </a:cubicBezTo>
                <a:moveTo>
                  <a:pt x="1998196" y="57380"/>
                </a:moveTo>
                <a:cubicBezTo>
                  <a:pt x="2017398" y="57380"/>
                  <a:pt x="2030883" y="79310"/>
                  <a:pt x="2030883" y="110606"/>
                </a:cubicBezTo>
                <a:cubicBezTo>
                  <a:pt x="2030883" y="136422"/>
                  <a:pt x="2020597" y="151955"/>
                  <a:pt x="2003453" y="151955"/>
                </a:cubicBezTo>
                <a:cubicBezTo>
                  <a:pt x="1994537" y="151955"/>
                  <a:pt x="1986078" y="146475"/>
                  <a:pt x="1981278" y="137336"/>
                </a:cubicBezTo>
                <a:cubicBezTo>
                  <a:pt x="1974878" y="125455"/>
                  <a:pt x="1971218" y="109465"/>
                  <a:pt x="1971218" y="93245"/>
                </a:cubicBezTo>
                <a:cubicBezTo>
                  <a:pt x="1971218" y="71542"/>
                  <a:pt x="1981962" y="57380"/>
                  <a:pt x="1998196" y="57380"/>
                </a:cubicBezTo>
                <a:close/>
                <a:moveTo>
                  <a:pt x="2059915" y="66980"/>
                </a:moveTo>
                <a:cubicBezTo>
                  <a:pt x="2063117" y="66292"/>
                  <a:pt x="2065175" y="66062"/>
                  <a:pt x="2067916" y="66062"/>
                </a:cubicBezTo>
                <a:cubicBezTo>
                  <a:pt x="2073630" y="66062"/>
                  <a:pt x="2075688" y="69721"/>
                  <a:pt x="2075688" y="79778"/>
                </a:cubicBezTo>
                <a:lnTo>
                  <a:pt x="2075688" y="136924"/>
                </a:lnTo>
                <a:cubicBezTo>
                  <a:pt x="2075688" y="148351"/>
                  <a:pt x="2074087" y="149952"/>
                  <a:pt x="2059458" y="152694"/>
                </a:cubicBezTo>
                <a:lnTo>
                  <a:pt x="2059458" y="156123"/>
                </a:lnTo>
                <a:lnTo>
                  <a:pt x="2114323" y="156123"/>
                </a:lnTo>
                <a:lnTo>
                  <a:pt x="2114323" y="152694"/>
                </a:lnTo>
                <a:cubicBezTo>
                  <a:pt x="2098776" y="152010"/>
                  <a:pt x="2094890" y="148582"/>
                  <a:pt x="2094890" y="135553"/>
                </a:cubicBezTo>
                <a:lnTo>
                  <a:pt x="2094890" y="84120"/>
                </a:lnTo>
                <a:cubicBezTo>
                  <a:pt x="2094890" y="76806"/>
                  <a:pt x="2104720" y="65379"/>
                  <a:pt x="2110894" y="65379"/>
                </a:cubicBezTo>
                <a:cubicBezTo>
                  <a:pt x="2112265" y="65379"/>
                  <a:pt x="2114323" y="66523"/>
                  <a:pt x="2116838" y="68807"/>
                </a:cubicBezTo>
                <a:cubicBezTo>
                  <a:pt x="2120493" y="72006"/>
                  <a:pt x="2123008" y="73377"/>
                  <a:pt x="2125980" y="73377"/>
                </a:cubicBezTo>
                <a:cubicBezTo>
                  <a:pt x="2131467" y="73377"/>
                  <a:pt x="2134896" y="69491"/>
                  <a:pt x="2134896" y="63094"/>
                </a:cubicBezTo>
                <a:cubicBezTo>
                  <a:pt x="2134896" y="55549"/>
                  <a:pt x="2130096" y="50976"/>
                  <a:pt x="2122325" y="50976"/>
                </a:cubicBezTo>
                <a:cubicBezTo>
                  <a:pt x="2112722" y="50976"/>
                  <a:pt x="2106094" y="56236"/>
                  <a:pt x="2094890" y="72463"/>
                </a:cubicBezTo>
                <a:lnTo>
                  <a:pt x="2094890" y="51436"/>
                </a:lnTo>
                <a:lnTo>
                  <a:pt x="2093750" y="50976"/>
                </a:lnTo>
                <a:cubicBezTo>
                  <a:pt x="2081632" y="56006"/>
                  <a:pt x="2073403" y="58978"/>
                  <a:pt x="2059915" y="63321"/>
                </a:cubicBezTo>
                <a:lnTo>
                  <a:pt x="2059915" y="66980"/>
                </a:lnTo>
                <a:close/>
                <a:moveTo>
                  <a:pt x="2174443" y="50976"/>
                </a:moveTo>
                <a:lnTo>
                  <a:pt x="2139011" y="63478"/>
                </a:lnTo>
                <a:lnTo>
                  <a:pt x="2139011" y="66910"/>
                </a:lnTo>
                <a:lnTo>
                  <a:pt x="2140842" y="66680"/>
                </a:lnTo>
                <a:cubicBezTo>
                  <a:pt x="2143583" y="66223"/>
                  <a:pt x="2146555" y="65992"/>
                  <a:pt x="2148613" y="65992"/>
                </a:cubicBezTo>
                <a:cubicBezTo>
                  <a:pt x="2154100" y="65992"/>
                  <a:pt x="2156155" y="69652"/>
                  <a:pt x="2156155" y="79718"/>
                </a:cubicBezTo>
                <a:lnTo>
                  <a:pt x="2156155" y="132794"/>
                </a:lnTo>
                <a:cubicBezTo>
                  <a:pt x="2156155" y="149265"/>
                  <a:pt x="2153870" y="151780"/>
                  <a:pt x="2138097" y="152694"/>
                </a:cubicBezTo>
                <a:lnTo>
                  <a:pt x="2138097" y="156123"/>
                </a:lnTo>
                <a:lnTo>
                  <a:pt x="2192275" y="156123"/>
                </a:lnTo>
                <a:lnTo>
                  <a:pt x="2192275" y="152694"/>
                </a:lnTo>
                <a:cubicBezTo>
                  <a:pt x="2177188" y="151554"/>
                  <a:pt x="2175357" y="149265"/>
                  <a:pt x="2175357" y="132794"/>
                </a:cubicBezTo>
                <a:lnTo>
                  <a:pt x="2175357" y="51663"/>
                </a:lnTo>
                <a:lnTo>
                  <a:pt x="2174443" y="50976"/>
                </a:lnTo>
                <a:moveTo>
                  <a:pt x="2163700" y="77"/>
                </a:moveTo>
                <a:cubicBezTo>
                  <a:pt x="2157529" y="77"/>
                  <a:pt x="2152269" y="5337"/>
                  <a:pt x="2152269" y="11738"/>
                </a:cubicBezTo>
                <a:cubicBezTo>
                  <a:pt x="2152269" y="18138"/>
                  <a:pt x="2157299" y="23395"/>
                  <a:pt x="2163700" y="23395"/>
                </a:cubicBezTo>
                <a:cubicBezTo>
                  <a:pt x="2170331" y="23395"/>
                  <a:pt x="2175587" y="18365"/>
                  <a:pt x="2175587" y="11738"/>
                </a:cubicBezTo>
                <a:cubicBezTo>
                  <a:pt x="2175587" y="5337"/>
                  <a:pt x="2170331" y="77"/>
                  <a:pt x="2163700" y="77"/>
                </a:cubicBezTo>
                <a:close/>
                <a:moveTo>
                  <a:pt x="2293546" y="125253"/>
                </a:moveTo>
                <a:lnTo>
                  <a:pt x="2289430" y="124335"/>
                </a:lnTo>
                <a:cubicBezTo>
                  <a:pt x="2287146" y="135773"/>
                  <a:pt x="2285771" y="139432"/>
                  <a:pt x="2282799" y="143321"/>
                </a:cubicBezTo>
                <a:cubicBezTo>
                  <a:pt x="2279601" y="147207"/>
                  <a:pt x="2271829" y="149265"/>
                  <a:pt x="2260168" y="149265"/>
                </a:cubicBezTo>
                <a:lnTo>
                  <a:pt x="2228621" y="149265"/>
                </a:lnTo>
                <a:lnTo>
                  <a:pt x="2290118" y="56641"/>
                </a:lnTo>
                <a:lnTo>
                  <a:pt x="2290118" y="53208"/>
                </a:lnTo>
                <a:lnTo>
                  <a:pt x="2210793" y="53208"/>
                </a:lnTo>
                <a:lnTo>
                  <a:pt x="2210106" y="80196"/>
                </a:lnTo>
                <a:lnTo>
                  <a:pt x="2214222" y="80196"/>
                </a:lnTo>
                <a:cubicBezTo>
                  <a:pt x="2216277" y="63498"/>
                  <a:pt x="2219706" y="60070"/>
                  <a:pt x="2233425" y="60070"/>
                </a:cubicBezTo>
                <a:lnTo>
                  <a:pt x="2264971" y="60070"/>
                </a:lnTo>
                <a:lnTo>
                  <a:pt x="2204162" y="152694"/>
                </a:lnTo>
                <a:lnTo>
                  <a:pt x="2204162" y="156123"/>
                </a:lnTo>
                <a:lnTo>
                  <a:pt x="2290344" y="156123"/>
                </a:lnTo>
                <a:lnTo>
                  <a:pt x="2293546" y="125253"/>
                </a:lnTo>
                <a:close/>
                <a:moveTo>
                  <a:pt x="2400528" y="140988"/>
                </a:moveTo>
                <a:cubicBezTo>
                  <a:pt x="2396642" y="144183"/>
                  <a:pt x="2393901" y="145327"/>
                  <a:pt x="2390472" y="145327"/>
                </a:cubicBezTo>
                <a:cubicBezTo>
                  <a:pt x="2385215" y="145327"/>
                  <a:pt x="2383614" y="142129"/>
                  <a:pt x="2383614" y="132079"/>
                </a:cubicBezTo>
                <a:lnTo>
                  <a:pt x="2383614" y="87532"/>
                </a:lnTo>
                <a:cubicBezTo>
                  <a:pt x="2383614" y="75651"/>
                  <a:pt x="2382470" y="69027"/>
                  <a:pt x="2379041" y="63544"/>
                </a:cubicBezTo>
                <a:cubicBezTo>
                  <a:pt x="2374011" y="55322"/>
                  <a:pt x="2364182" y="50976"/>
                  <a:pt x="2350696" y="50976"/>
                </a:cubicBezTo>
                <a:cubicBezTo>
                  <a:pt x="2329206" y="50976"/>
                  <a:pt x="2312292" y="62173"/>
                  <a:pt x="2312292" y="76565"/>
                </a:cubicBezTo>
                <a:cubicBezTo>
                  <a:pt x="2312292" y="81822"/>
                  <a:pt x="2316861" y="86388"/>
                  <a:pt x="2322121" y="86388"/>
                </a:cubicBezTo>
                <a:cubicBezTo>
                  <a:pt x="2327605" y="86388"/>
                  <a:pt x="2332408" y="81822"/>
                  <a:pt x="2332408" y="76795"/>
                </a:cubicBezTo>
                <a:cubicBezTo>
                  <a:pt x="2332408" y="75881"/>
                  <a:pt x="2332178" y="74737"/>
                  <a:pt x="2331951" y="73140"/>
                </a:cubicBezTo>
                <a:cubicBezTo>
                  <a:pt x="2331494" y="71085"/>
                  <a:pt x="2331264" y="69257"/>
                  <a:pt x="2331264" y="67656"/>
                </a:cubicBezTo>
                <a:cubicBezTo>
                  <a:pt x="2331264" y="61489"/>
                  <a:pt x="2338579" y="56463"/>
                  <a:pt x="2347724" y="56463"/>
                </a:cubicBezTo>
                <a:cubicBezTo>
                  <a:pt x="2358925" y="56463"/>
                  <a:pt x="2365096" y="63087"/>
                  <a:pt x="2365096" y="75424"/>
                </a:cubicBezTo>
                <a:lnTo>
                  <a:pt x="2365096" y="89360"/>
                </a:lnTo>
                <a:cubicBezTo>
                  <a:pt x="2329893" y="103522"/>
                  <a:pt x="2326007" y="105349"/>
                  <a:pt x="2316178" y="114031"/>
                </a:cubicBezTo>
                <a:cubicBezTo>
                  <a:pt x="2311148" y="118601"/>
                  <a:pt x="2307946" y="126366"/>
                  <a:pt x="2307946" y="133903"/>
                </a:cubicBezTo>
                <a:cubicBezTo>
                  <a:pt x="2307946" y="148299"/>
                  <a:pt x="2318005" y="158355"/>
                  <a:pt x="2331951" y="158355"/>
                </a:cubicBezTo>
                <a:cubicBezTo>
                  <a:pt x="2342007" y="158355"/>
                  <a:pt x="2351380" y="153556"/>
                  <a:pt x="2365326" y="141668"/>
                </a:cubicBezTo>
                <a:cubicBezTo>
                  <a:pt x="2366470" y="153556"/>
                  <a:pt x="2370582" y="158355"/>
                  <a:pt x="2379955" y="158355"/>
                </a:cubicBezTo>
                <a:cubicBezTo>
                  <a:pt x="2387727" y="158355"/>
                  <a:pt x="2392530" y="155614"/>
                  <a:pt x="2400528" y="146928"/>
                </a:cubicBezTo>
                <a:lnTo>
                  <a:pt x="2400528" y="140988"/>
                </a:lnTo>
                <a:moveTo>
                  <a:pt x="2365096" y="127953"/>
                </a:moveTo>
                <a:cubicBezTo>
                  <a:pt x="2365096" y="135041"/>
                  <a:pt x="2363955" y="137099"/>
                  <a:pt x="2359152" y="139840"/>
                </a:cubicBezTo>
                <a:cubicBezTo>
                  <a:pt x="2353668" y="143042"/>
                  <a:pt x="2347268" y="145097"/>
                  <a:pt x="2342464" y="145097"/>
                </a:cubicBezTo>
                <a:cubicBezTo>
                  <a:pt x="2334466" y="145097"/>
                  <a:pt x="2328065" y="137325"/>
                  <a:pt x="2328065" y="127496"/>
                </a:cubicBezTo>
                <a:lnTo>
                  <a:pt x="2328065" y="126582"/>
                </a:lnTo>
                <a:cubicBezTo>
                  <a:pt x="2328065" y="113093"/>
                  <a:pt x="2337434" y="104865"/>
                  <a:pt x="2365096" y="94805"/>
                </a:cubicBezTo>
                <a:lnTo>
                  <a:pt x="2365096" y="127953"/>
                </a:lnTo>
                <a:close/>
                <a:moveTo>
                  <a:pt x="2459279" y="53208"/>
                </a:moveTo>
                <a:lnTo>
                  <a:pt x="2436191" y="53208"/>
                </a:lnTo>
                <a:lnTo>
                  <a:pt x="2436191" y="26691"/>
                </a:lnTo>
                <a:cubicBezTo>
                  <a:pt x="2436191" y="24407"/>
                  <a:pt x="2435964" y="23719"/>
                  <a:pt x="2434590" y="23719"/>
                </a:cubicBezTo>
                <a:cubicBezTo>
                  <a:pt x="2432992" y="25778"/>
                  <a:pt x="2431618" y="27836"/>
                  <a:pt x="2430021" y="30120"/>
                </a:cubicBezTo>
                <a:cubicBezTo>
                  <a:pt x="2421332" y="42695"/>
                  <a:pt x="2411502" y="53669"/>
                  <a:pt x="2407846" y="54583"/>
                </a:cubicBezTo>
                <a:cubicBezTo>
                  <a:pt x="2405331" y="56180"/>
                  <a:pt x="2403957" y="57781"/>
                  <a:pt x="2403957" y="58925"/>
                </a:cubicBezTo>
                <a:cubicBezTo>
                  <a:pt x="2403957" y="59613"/>
                  <a:pt x="2404187" y="60070"/>
                  <a:pt x="2404874" y="60527"/>
                </a:cubicBezTo>
                <a:lnTo>
                  <a:pt x="2416989" y="60527"/>
                </a:lnTo>
                <a:lnTo>
                  <a:pt x="2416989" y="129327"/>
                </a:lnTo>
                <a:cubicBezTo>
                  <a:pt x="2416989" y="148526"/>
                  <a:pt x="2423847" y="158355"/>
                  <a:pt x="2437335" y="158355"/>
                </a:cubicBezTo>
                <a:cubicBezTo>
                  <a:pt x="2448536" y="158355"/>
                  <a:pt x="2457221" y="152872"/>
                  <a:pt x="2464766" y="140984"/>
                </a:cubicBezTo>
                <a:lnTo>
                  <a:pt x="2461794" y="138469"/>
                </a:lnTo>
                <a:cubicBezTo>
                  <a:pt x="2456995" y="144183"/>
                  <a:pt x="2453109" y="146471"/>
                  <a:pt x="2448079" y="146471"/>
                </a:cubicBezTo>
                <a:cubicBezTo>
                  <a:pt x="2439620" y="146471"/>
                  <a:pt x="2436191" y="140297"/>
                  <a:pt x="2436191" y="125898"/>
                </a:cubicBezTo>
                <a:lnTo>
                  <a:pt x="2436191" y="60527"/>
                </a:lnTo>
                <a:lnTo>
                  <a:pt x="2459279" y="60527"/>
                </a:lnTo>
                <a:lnTo>
                  <a:pt x="2459279" y="53208"/>
                </a:lnTo>
                <a:close/>
                <a:moveTo>
                  <a:pt x="2504542" y="50976"/>
                </a:moveTo>
                <a:lnTo>
                  <a:pt x="2469109" y="63478"/>
                </a:lnTo>
                <a:lnTo>
                  <a:pt x="2469109" y="66910"/>
                </a:lnTo>
                <a:lnTo>
                  <a:pt x="2470940" y="66680"/>
                </a:lnTo>
                <a:cubicBezTo>
                  <a:pt x="2473682" y="66223"/>
                  <a:pt x="2476654" y="65992"/>
                  <a:pt x="2478712" y="65992"/>
                </a:cubicBezTo>
                <a:cubicBezTo>
                  <a:pt x="2484199" y="65992"/>
                  <a:pt x="2486253" y="69652"/>
                  <a:pt x="2486253" y="79718"/>
                </a:cubicBezTo>
                <a:lnTo>
                  <a:pt x="2486253" y="132794"/>
                </a:lnTo>
                <a:cubicBezTo>
                  <a:pt x="2486253" y="149265"/>
                  <a:pt x="2483968" y="151780"/>
                  <a:pt x="2468195" y="152694"/>
                </a:cubicBezTo>
                <a:lnTo>
                  <a:pt x="2468195" y="156123"/>
                </a:lnTo>
                <a:lnTo>
                  <a:pt x="2522373" y="156123"/>
                </a:lnTo>
                <a:lnTo>
                  <a:pt x="2522373" y="152694"/>
                </a:lnTo>
                <a:cubicBezTo>
                  <a:pt x="2507287" y="151554"/>
                  <a:pt x="2505456" y="149265"/>
                  <a:pt x="2505456" y="132794"/>
                </a:cubicBezTo>
                <a:lnTo>
                  <a:pt x="2505456" y="51663"/>
                </a:lnTo>
                <a:lnTo>
                  <a:pt x="2504542" y="50976"/>
                </a:lnTo>
                <a:moveTo>
                  <a:pt x="2493798" y="77"/>
                </a:moveTo>
                <a:cubicBezTo>
                  <a:pt x="2487628" y="77"/>
                  <a:pt x="2482367" y="5337"/>
                  <a:pt x="2482367" y="11738"/>
                </a:cubicBezTo>
                <a:cubicBezTo>
                  <a:pt x="2482367" y="18138"/>
                  <a:pt x="2487397" y="23395"/>
                  <a:pt x="2493798" y="23395"/>
                </a:cubicBezTo>
                <a:cubicBezTo>
                  <a:pt x="2500429" y="23395"/>
                  <a:pt x="2505686" y="18365"/>
                  <a:pt x="2505686" y="11738"/>
                </a:cubicBezTo>
                <a:cubicBezTo>
                  <a:pt x="2505686" y="5337"/>
                  <a:pt x="2500429" y="77"/>
                  <a:pt x="2493798" y="77"/>
                </a:cubicBezTo>
                <a:close/>
                <a:moveTo>
                  <a:pt x="2585240" y="50976"/>
                </a:moveTo>
                <a:cubicBezTo>
                  <a:pt x="2555521" y="50976"/>
                  <a:pt x="2534718" y="72913"/>
                  <a:pt x="2534718" y="104439"/>
                </a:cubicBezTo>
                <a:cubicBezTo>
                  <a:pt x="2534718" y="135278"/>
                  <a:pt x="2555978" y="158355"/>
                  <a:pt x="2584780" y="158355"/>
                </a:cubicBezTo>
                <a:cubicBezTo>
                  <a:pt x="2613585" y="158355"/>
                  <a:pt x="2635529" y="134137"/>
                  <a:pt x="2635529" y="102611"/>
                </a:cubicBezTo>
                <a:cubicBezTo>
                  <a:pt x="2635529" y="72683"/>
                  <a:pt x="2614499" y="50976"/>
                  <a:pt x="2585240" y="50976"/>
                </a:cubicBezTo>
                <a:moveTo>
                  <a:pt x="2582268" y="57380"/>
                </a:moveTo>
                <a:cubicBezTo>
                  <a:pt x="2601471" y="57380"/>
                  <a:pt x="2614956" y="79310"/>
                  <a:pt x="2614956" y="110606"/>
                </a:cubicBezTo>
                <a:cubicBezTo>
                  <a:pt x="2614956" y="136422"/>
                  <a:pt x="2604669" y="151955"/>
                  <a:pt x="2587525" y="151955"/>
                </a:cubicBezTo>
                <a:cubicBezTo>
                  <a:pt x="2578609" y="151955"/>
                  <a:pt x="2570150" y="146475"/>
                  <a:pt x="2565351" y="137336"/>
                </a:cubicBezTo>
                <a:cubicBezTo>
                  <a:pt x="2558950" y="125455"/>
                  <a:pt x="2555291" y="109465"/>
                  <a:pt x="2555291" y="93245"/>
                </a:cubicBezTo>
                <a:cubicBezTo>
                  <a:pt x="2555291" y="71542"/>
                  <a:pt x="2566034" y="57380"/>
                  <a:pt x="2582268" y="57380"/>
                </a:cubicBezTo>
                <a:close/>
                <a:moveTo>
                  <a:pt x="2646046" y="65152"/>
                </a:moveTo>
                <a:cubicBezTo>
                  <a:pt x="2647417" y="64465"/>
                  <a:pt x="2649705" y="64238"/>
                  <a:pt x="2652220" y="64238"/>
                </a:cubicBezTo>
                <a:cubicBezTo>
                  <a:pt x="2658621" y="64238"/>
                  <a:pt x="2660675" y="67667"/>
                  <a:pt x="2660675" y="78864"/>
                </a:cubicBezTo>
                <a:lnTo>
                  <a:pt x="2660675" y="135553"/>
                </a:lnTo>
                <a:cubicBezTo>
                  <a:pt x="2660675" y="148582"/>
                  <a:pt x="2658160" y="151780"/>
                  <a:pt x="2646503" y="152694"/>
                </a:cubicBezTo>
                <a:lnTo>
                  <a:pt x="2646503" y="156123"/>
                </a:lnTo>
                <a:lnTo>
                  <a:pt x="2694967" y="156123"/>
                </a:lnTo>
                <a:lnTo>
                  <a:pt x="2694967" y="152694"/>
                </a:lnTo>
                <a:cubicBezTo>
                  <a:pt x="2683306" y="151780"/>
                  <a:pt x="2679877" y="149039"/>
                  <a:pt x="2679877" y="140810"/>
                </a:cubicBezTo>
                <a:lnTo>
                  <a:pt x="2679877" y="76579"/>
                </a:lnTo>
                <a:cubicBezTo>
                  <a:pt x="2690851" y="66292"/>
                  <a:pt x="2695881" y="63551"/>
                  <a:pt x="2703426" y="63551"/>
                </a:cubicBezTo>
                <a:cubicBezTo>
                  <a:pt x="2714627" y="63551"/>
                  <a:pt x="2720113" y="70635"/>
                  <a:pt x="2720113" y="85722"/>
                </a:cubicBezTo>
                <a:lnTo>
                  <a:pt x="2720113" y="133495"/>
                </a:lnTo>
                <a:cubicBezTo>
                  <a:pt x="2720113" y="147894"/>
                  <a:pt x="2717141" y="151780"/>
                  <a:pt x="2705711" y="152694"/>
                </a:cubicBezTo>
                <a:lnTo>
                  <a:pt x="2705711" y="156123"/>
                </a:lnTo>
                <a:lnTo>
                  <a:pt x="2753261" y="156123"/>
                </a:lnTo>
                <a:lnTo>
                  <a:pt x="2753261" y="152694"/>
                </a:lnTo>
                <a:cubicBezTo>
                  <a:pt x="2742057" y="151554"/>
                  <a:pt x="2739316" y="148808"/>
                  <a:pt x="2739316" y="137611"/>
                </a:cubicBezTo>
                <a:lnTo>
                  <a:pt x="2739316" y="85265"/>
                </a:lnTo>
                <a:cubicBezTo>
                  <a:pt x="2739316" y="63781"/>
                  <a:pt x="2729256" y="50976"/>
                  <a:pt x="2712342" y="50976"/>
                </a:cubicBezTo>
                <a:cubicBezTo>
                  <a:pt x="2701825" y="50976"/>
                  <a:pt x="2694737" y="54865"/>
                  <a:pt x="2679194" y="69495"/>
                </a:cubicBezTo>
                <a:lnTo>
                  <a:pt x="2679194" y="51436"/>
                </a:lnTo>
                <a:lnTo>
                  <a:pt x="2677593" y="50976"/>
                </a:lnTo>
                <a:cubicBezTo>
                  <a:pt x="2666392" y="55092"/>
                  <a:pt x="2658621" y="57607"/>
                  <a:pt x="2646046" y="61266"/>
                </a:cubicBezTo>
                <a:lnTo>
                  <a:pt x="2646046" y="651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34526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2026-09-08T03:06:39.4330000Z</dcterms:created>
  <dcterms:modified xsi:type="dcterms:W3CDTF">2026-09-08T03:06:39.4330000Z</dcterms:modified>
</coreProperties>
</file>