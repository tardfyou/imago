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e34a458ef457e" /><Relationship Type="http://schemas.openxmlformats.org/officeDocument/2006/relationships/extended-properties" Target="/docProps/app.xml" Id="R4e58266476a842e2" /><Relationship Type="http://schemas.openxmlformats.org/officeDocument/2006/relationships/officeDocument" Target="/ppt/presentation.xml" Id="R6813a293f6ba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bdd7988ad4bb8"/>
  </p:sldMasterIdLst>
  <p:notesMasterIdLst>
    <p:notesMasterId xmlns:r="http://schemas.openxmlformats.org/officeDocument/2006/relationships" r:id="R61dca7239ad74db8"/>
  </p:notesMasterIdLst>
  <p:sldIdLst>
    <p:sldId xmlns:r="http://schemas.openxmlformats.org/officeDocument/2006/relationships" id="256" r:id="R95f9d40e37b64168"/>
  </p:sldIdLst>
  <p:sldSz cx="3771900" cy="2314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824403f074ad6" /><Relationship Type="http://schemas.openxmlformats.org/officeDocument/2006/relationships/slideMaster" Target="/ppt/slideMasters/slideMaster1.xml" Id="R4ccbdd7988ad4bb8" /><Relationship Type="http://schemas.openxmlformats.org/officeDocument/2006/relationships/notesMaster" Target="/ppt/notesMasters/notesMaster1.xml" Id="R61dca7239ad74db8" /><Relationship Type="http://schemas.openxmlformats.org/officeDocument/2006/relationships/presProps" Target="/ppt/presProps.xml" Id="R8a980e69b5d444fc" /><Relationship Type="http://schemas.openxmlformats.org/officeDocument/2006/relationships/tableStyles" Target="/ppt/tableStyles.xml" Id="R7163841a47ce4f86" /><Relationship Type="http://schemas.openxmlformats.org/officeDocument/2006/relationships/slide" Target="/ppt/slides/slide1.xml" Id="R95f9d40e37b6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3c84ed605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5050061e40454a" /><Relationship Type="http://schemas.openxmlformats.org/officeDocument/2006/relationships/notesMaster" Target="/ppt/notesMasters/notesMaster1.xml" Id="Rd106d0925c6648a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素材ID：SEC-023</ns1:t>
            </ns1:r>
          </ns1:p>
          <ns1:p>
            <ns1:r>
              <ns1:t>论文：SyzSpec: Specification Generation for Linux Kernel Fuzzing via Under-Constrained Symbolic Execution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类型：动机对比</ns1:t>
            </ns1:r>
          </ns1:p>
          <ns1:p>
            <ns1:r>
              <ns1:t>借鉴点：用两根有语义的轴和直接文字定位现有方法，适合定性研究定位；这是概念关系而非测量散点。</ns1:t>
            </ns1:r>
          </ns1:p>
          <ns1:p>
            <ns1:r>
              <ns1:t>论文URL：https://www.cs.ucr.edu/~zhiyunq/pub/ccs25_syzspec.pdf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ca1338b454b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3296494474b72" /><Relationship Type="http://schemas.openxmlformats.org/officeDocument/2006/relationships/slideLayout" Target="/ppt/slideLayouts/slideLayout1.xml" Id="R8afe3333023047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e3333023047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f542c1ea94213" /><Relationship Type="http://schemas.openxmlformats.org/officeDocument/2006/relationships/notesSlide" Target="/ppt/notesSlides/notesSlide1.xml" Id="R91b53e788a114b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32E7B-F150-4DA7-9309-C9247568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7" y="1910652"/>
            <a:ext cx="3573472" cy="10"/>
          </a:xfrm>
          <a:custGeom xmlns:a="http://schemas.openxmlformats.org/drawingml/2006/main">
            <a:pathLst>
              <a:path w="3573472" h="1" fill="none">
                <a:moveTo>
                  <a:pt x="0" y="0"/>
                </a:moveTo>
                <a:lnTo>
                  <a:pt x="357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35" cap="flat">
            <a:solidFill>
              <a:srgbClr val="323232"/>
            </a:solidFill>
            <a:round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38489-B464-498E-B0E5-30BB7A6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48" y="1883440"/>
            <a:ext cx="108846" cy="54423"/>
          </a:xfrm>
          <a:custGeom xmlns:a="http://schemas.openxmlformats.org/drawingml/2006/main">
            <a:pathLst>
              <a:path w="108846" h="54423">
                <a:moveTo>
                  <a:pt x="108846" y="27211"/>
                </a:moveTo>
                <a:lnTo>
                  <a:pt x="0" y="54423"/>
                </a:lnTo>
                <a:lnTo>
                  <a:pt x="0" y="0"/>
                </a:lnTo>
                <a:lnTo>
                  <a:pt x="108846" y="2721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EB5F4-3EB0-4193-82F5-4B4CC492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48" y="1883440"/>
            <a:ext cx="108846" cy="54423"/>
          </a:xfrm>
          <a:custGeom xmlns:a="http://schemas.openxmlformats.org/drawingml/2006/main">
            <a:pathLst>
              <a:path w="108846" h="54423" fill="none">
                <a:moveTo>
                  <a:pt x="108846" y="27211"/>
                </a:moveTo>
                <a:lnTo>
                  <a:pt x="0" y="0"/>
                </a:lnTo>
                <a:lnTo>
                  <a:pt x="0" y="54423"/>
                </a:lnTo>
                <a:lnTo>
                  <a:pt x="108846" y="272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67" cap="rnd">
            <a:solidFill>
              <a:srgbClr val="323232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42436-16F0-4673-92D6-474B446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77" y="135302"/>
            <a:ext cx="10" cy="2160177"/>
          </a:xfrm>
          <a:custGeom xmlns:a="http://schemas.openxmlformats.org/drawingml/2006/main">
            <a:pathLst>
              <a:path w="1" h="2160177" fill="none">
                <a:moveTo>
                  <a:pt x="0" y="21601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35" cap="flat">
            <a:solidFill>
              <a:srgbClr val="323232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A2050-AEE7-4BC7-B800-7E10D854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66" y="26456"/>
            <a:ext cx="54423" cy="108846"/>
          </a:xfrm>
          <a:custGeom xmlns:a="http://schemas.openxmlformats.org/drawingml/2006/main">
            <a:pathLst>
              <a:path w="54423" h="108846">
                <a:moveTo>
                  <a:pt x="27211" y="0"/>
                </a:moveTo>
                <a:lnTo>
                  <a:pt x="54423" y="108846"/>
                </a:lnTo>
                <a:lnTo>
                  <a:pt x="0" y="108846"/>
                </a:lnTo>
                <a:lnTo>
                  <a:pt x="27211" y="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86180-2993-4486-A9B9-D6A79CE5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66" y="26456"/>
            <a:ext cx="54423" cy="108846"/>
          </a:xfrm>
          <a:custGeom xmlns:a="http://schemas.openxmlformats.org/drawingml/2006/main">
            <a:pathLst>
              <a:path w="54423" h="108846" fill="none">
                <a:moveTo>
                  <a:pt x="27211" y="0"/>
                </a:moveTo>
                <a:lnTo>
                  <a:pt x="0" y="108846"/>
                </a:lnTo>
                <a:lnTo>
                  <a:pt x="54423" y="108846"/>
                </a:lnTo>
                <a:lnTo>
                  <a:pt x="2721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67" cap="rnd">
            <a:solidFill>
              <a:srgbClr val="323232"/>
            </a:solidFill>
            <a:miter/>
          </a:ln>
        </p:spPr>
      </p:sp>
      <p:sp>
        <p:nvSpPr>
          <p:cNvPr id="7" name="Text SyzGen++">
            <a:extLst xmlns:a="http://schemas.openxmlformats.org/drawingml/2006/main">
              <a:ext uri="{FF2B5EF4-FFF2-40B4-BE49-F238E27FC236}">
                <a16:creationId xmlns:a16="http://schemas.microsoft.com/office/drawing/2014/main" id="{C6297D69-65E7-4FB0-A029-7EC68492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257" y="1080915"/>
            <a:ext cx="1048062" cy="222016"/>
          </a:xfrm>
          <a:custGeom xmlns:a="http://schemas.openxmlformats.org/drawingml/2006/main">
            <a:pathLst>
              <a:path w="1048062" h="222016">
                <a:moveTo>
                  <a:pt x="78862" y="13645"/>
                </a:moveTo>
                <a:cubicBezTo>
                  <a:pt x="73851" y="11718"/>
                  <a:pt x="67857" y="10773"/>
                  <a:pt x="60881" y="10812"/>
                </a:cubicBezTo>
                <a:cubicBezTo>
                  <a:pt x="53904" y="10850"/>
                  <a:pt x="47641" y="13221"/>
                  <a:pt x="42091" y="17923"/>
                </a:cubicBezTo>
                <a:cubicBezTo>
                  <a:pt x="36386" y="22780"/>
                  <a:pt x="33534" y="28947"/>
                  <a:pt x="33534" y="36424"/>
                </a:cubicBezTo>
                <a:cubicBezTo>
                  <a:pt x="33534" y="40973"/>
                  <a:pt x="34459" y="44866"/>
                  <a:pt x="36309" y="48103"/>
                </a:cubicBezTo>
                <a:cubicBezTo>
                  <a:pt x="38082" y="51341"/>
                  <a:pt x="40549" y="54232"/>
                  <a:pt x="43709" y="56776"/>
                </a:cubicBezTo>
                <a:cubicBezTo>
                  <a:pt x="46716" y="59397"/>
                  <a:pt x="50262" y="61671"/>
                  <a:pt x="54348" y="63598"/>
                </a:cubicBezTo>
                <a:cubicBezTo>
                  <a:pt x="58202" y="65680"/>
                  <a:pt x="62288" y="67684"/>
                  <a:pt x="66605" y="69611"/>
                </a:cubicBezTo>
                <a:cubicBezTo>
                  <a:pt x="71307" y="71847"/>
                  <a:pt x="76048" y="74275"/>
                  <a:pt x="80828" y="76896"/>
                </a:cubicBezTo>
                <a:cubicBezTo>
                  <a:pt x="85530" y="79671"/>
                  <a:pt x="89809" y="82832"/>
                  <a:pt x="93663" y="86378"/>
                </a:cubicBezTo>
                <a:cubicBezTo>
                  <a:pt x="97363" y="90078"/>
                  <a:pt x="100447" y="94472"/>
                  <a:pt x="102914" y="99560"/>
                </a:cubicBezTo>
                <a:cubicBezTo>
                  <a:pt x="105226" y="104648"/>
                  <a:pt x="106383" y="110815"/>
                  <a:pt x="106383" y="118062"/>
                </a:cubicBezTo>
                <a:cubicBezTo>
                  <a:pt x="106383" y="133788"/>
                  <a:pt x="100485" y="146083"/>
                  <a:pt x="88691" y="154949"/>
                </a:cubicBezTo>
                <a:cubicBezTo>
                  <a:pt x="76819" y="163891"/>
                  <a:pt x="61247" y="168362"/>
                  <a:pt x="41975" y="168362"/>
                </a:cubicBezTo>
                <a:cubicBezTo>
                  <a:pt x="27945" y="168362"/>
                  <a:pt x="14184" y="166165"/>
                  <a:pt x="694" y="161771"/>
                </a:cubicBezTo>
                <a:lnTo>
                  <a:pt x="0" y="160730"/>
                </a:lnTo>
                <a:lnTo>
                  <a:pt x="6129" y="119102"/>
                </a:lnTo>
                <a:lnTo>
                  <a:pt x="13298" y="117946"/>
                </a:lnTo>
                <a:lnTo>
                  <a:pt x="21970" y="153330"/>
                </a:lnTo>
                <a:cubicBezTo>
                  <a:pt x="27444" y="155874"/>
                  <a:pt x="34343" y="157146"/>
                  <a:pt x="42669" y="157146"/>
                </a:cubicBezTo>
                <a:cubicBezTo>
                  <a:pt x="50994" y="157146"/>
                  <a:pt x="58164" y="154640"/>
                  <a:pt x="64176" y="149630"/>
                </a:cubicBezTo>
                <a:cubicBezTo>
                  <a:pt x="70035" y="144696"/>
                  <a:pt x="73003" y="138066"/>
                  <a:pt x="73080" y="129741"/>
                </a:cubicBezTo>
                <a:cubicBezTo>
                  <a:pt x="73080" y="125115"/>
                  <a:pt x="72155" y="121107"/>
                  <a:pt x="70305" y="117715"/>
                </a:cubicBezTo>
                <a:cubicBezTo>
                  <a:pt x="68378" y="114554"/>
                  <a:pt x="65872" y="111625"/>
                  <a:pt x="62789" y="108927"/>
                </a:cubicBezTo>
                <a:cubicBezTo>
                  <a:pt x="59628" y="106383"/>
                  <a:pt x="56044" y="104109"/>
                  <a:pt x="52035" y="102104"/>
                </a:cubicBezTo>
                <a:cubicBezTo>
                  <a:pt x="47949" y="100177"/>
                  <a:pt x="43786" y="98173"/>
                  <a:pt x="39547" y="96091"/>
                </a:cubicBezTo>
                <a:cubicBezTo>
                  <a:pt x="34767" y="93779"/>
                  <a:pt x="30065" y="91350"/>
                  <a:pt x="25439" y="88806"/>
                </a:cubicBezTo>
                <a:cubicBezTo>
                  <a:pt x="20660" y="86262"/>
                  <a:pt x="16458" y="83179"/>
                  <a:pt x="12835" y="79556"/>
                </a:cubicBezTo>
                <a:cubicBezTo>
                  <a:pt x="9135" y="76010"/>
                  <a:pt x="6129" y="71654"/>
                  <a:pt x="3816" y="66489"/>
                </a:cubicBezTo>
                <a:cubicBezTo>
                  <a:pt x="1503" y="61555"/>
                  <a:pt x="347" y="55465"/>
                  <a:pt x="347" y="48219"/>
                </a:cubicBezTo>
                <a:cubicBezTo>
                  <a:pt x="347" y="33572"/>
                  <a:pt x="5974" y="21855"/>
                  <a:pt x="17229" y="13067"/>
                </a:cubicBezTo>
                <a:cubicBezTo>
                  <a:pt x="28407" y="4433"/>
                  <a:pt x="43016" y="77"/>
                  <a:pt x="61054" y="0"/>
                </a:cubicBezTo>
                <a:cubicBezTo>
                  <a:pt x="72464" y="0"/>
                  <a:pt x="85453" y="1773"/>
                  <a:pt x="100023" y="5319"/>
                </a:cubicBezTo>
                <a:lnTo>
                  <a:pt x="100717" y="6360"/>
                </a:lnTo>
                <a:lnTo>
                  <a:pt x="93663" y="43594"/>
                </a:lnTo>
                <a:lnTo>
                  <a:pt x="87303" y="44634"/>
                </a:lnTo>
                <a:lnTo>
                  <a:pt x="78862" y="13645"/>
                </a:lnTo>
                <a:close/>
                <a:moveTo>
                  <a:pt x="103838" y="56776"/>
                </a:moveTo>
                <a:cubicBezTo>
                  <a:pt x="114091" y="57007"/>
                  <a:pt x="123381" y="57123"/>
                  <a:pt x="131706" y="57123"/>
                </a:cubicBezTo>
                <a:cubicBezTo>
                  <a:pt x="142421" y="57123"/>
                  <a:pt x="153908" y="57007"/>
                  <a:pt x="166165" y="56776"/>
                </a:cubicBezTo>
                <a:lnTo>
                  <a:pt x="166743" y="62326"/>
                </a:lnTo>
                <a:lnTo>
                  <a:pt x="152289" y="66027"/>
                </a:lnTo>
                <a:cubicBezTo>
                  <a:pt x="155295" y="73658"/>
                  <a:pt x="158148" y="80866"/>
                  <a:pt x="160846" y="87650"/>
                </a:cubicBezTo>
                <a:cubicBezTo>
                  <a:pt x="163467" y="94511"/>
                  <a:pt x="167051" y="103183"/>
                  <a:pt x="171600" y="113668"/>
                </a:cubicBezTo>
                <a:cubicBezTo>
                  <a:pt x="173527" y="118062"/>
                  <a:pt x="175685" y="123188"/>
                  <a:pt x="178075" y="129047"/>
                </a:cubicBezTo>
                <a:cubicBezTo>
                  <a:pt x="180311" y="123034"/>
                  <a:pt x="182662" y="117059"/>
                  <a:pt x="185129" y="111124"/>
                </a:cubicBezTo>
                <a:cubicBezTo>
                  <a:pt x="191373" y="94704"/>
                  <a:pt x="197116" y="79594"/>
                  <a:pt x="202358" y="65795"/>
                </a:cubicBezTo>
                <a:lnTo>
                  <a:pt x="190332" y="62326"/>
                </a:lnTo>
                <a:lnTo>
                  <a:pt x="189754" y="56776"/>
                </a:lnTo>
                <a:cubicBezTo>
                  <a:pt x="195690" y="57007"/>
                  <a:pt x="202782" y="57123"/>
                  <a:pt x="211031" y="57123"/>
                </a:cubicBezTo>
                <a:cubicBezTo>
                  <a:pt x="218046" y="57123"/>
                  <a:pt x="224829" y="57007"/>
                  <a:pt x="231382" y="56776"/>
                </a:cubicBezTo>
                <a:lnTo>
                  <a:pt x="231960" y="62326"/>
                </a:lnTo>
                <a:lnTo>
                  <a:pt x="220859" y="65333"/>
                </a:lnTo>
                <a:cubicBezTo>
                  <a:pt x="218315" y="66181"/>
                  <a:pt x="216542" y="67761"/>
                  <a:pt x="215540" y="70074"/>
                </a:cubicBezTo>
                <a:cubicBezTo>
                  <a:pt x="212842" y="76549"/>
                  <a:pt x="209836" y="83641"/>
                  <a:pt x="206521" y="91350"/>
                </a:cubicBezTo>
                <a:cubicBezTo>
                  <a:pt x="196422" y="115325"/>
                  <a:pt x="188636" y="135214"/>
                  <a:pt x="183163" y="151017"/>
                </a:cubicBezTo>
                <a:cubicBezTo>
                  <a:pt x="179540" y="161347"/>
                  <a:pt x="176341" y="171793"/>
                  <a:pt x="173565" y="182354"/>
                </a:cubicBezTo>
                <a:cubicBezTo>
                  <a:pt x="170636" y="193146"/>
                  <a:pt x="168362" y="202551"/>
                  <a:pt x="166743" y="210568"/>
                </a:cubicBezTo>
                <a:cubicBezTo>
                  <a:pt x="165895" y="214962"/>
                  <a:pt x="164315" y="217969"/>
                  <a:pt x="162002" y="219588"/>
                </a:cubicBezTo>
                <a:cubicBezTo>
                  <a:pt x="159689" y="221207"/>
                  <a:pt x="154486" y="222016"/>
                  <a:pt x="146392" y="222016"/>
                </a:cubicBezTo>
                <a:cubicBezTo>
                  <a:pt x="137912" y="222016"/>
                  <a:pt x="129817" y="221708"/>
                  <a:pt x="122109" y="221091"/>
                </a:cubicBezTo>
                <a:lnTo>
                  <a:pt x="121530" y="215772"/>
                </a:lnTo>
                <a:cubicBezTo>
                  <a:pt x="130396" y="214693"/>
                  <a:pt x="137006" y="211859"/>
                  <a:pt x="141361" y="207273"/>
                </a:cubicBezTo>
                <a:cubicBezTo>
                  <a:pt x="145717" y="202686"/>
                  <a:pt x="153175" y="188714"/>
                  <a:pt x="163737" y="165356"/>
                </a:cubicBezTo>
                <a:lnTo>
                  <a:pt x="164546" y="163159"/>
                </a:lnTo>
                <a:lnTo>
                  <a:pt x="158417" y="161424"/>
                </a:lnTo>
                <a:cubicBezTo>
                  <a:pt x="144541" y="127120"/>
                  <a:pt x="131937" y="96708"/>
                  <a:pt x="120605" y="70189"/>
                </a:cubicBezTo>
                <a:cubicBezTo>
                  <a:pt x="119680" y="67877"/>
                  <a:pt x="117946" y="66296"/>
                  <a:pt x="115402" y="65448"/>
                </a:cubicBezTo>
                <a:lnTo>
                  <a:pt x="104301" y="62326"/>
                </a:lnTo>
                <a:lnTo>
                  <a:pt x="103838" y="56776"/>
                </a:lnTo>
                <a:close/>
                <a:moveTo>
                  <a:pt x="235083" y="163506"/>
                </a:moveTo>
                <a:cubicBezTo>
                  <a:pt x="246877" y="144696"/>
                  <a:pt x="256436" y="129124"/>
                  <a:pt x="263760" y="116790"/>
                </a:cubicBezTo>
                <a:cubicBezTo>
                  <a:pt x="271006" y="104533"/>
                  <a:pt x="280719" y="88344"/>
                  <a:pt x="292899" y="68224"/>
                </a:cubicBezTo>
                <a:lnTo>
                  <a:pt x="256475" y="68224"/>
                </a:lnTo>
                <a:lnTo>
                  <a:pt x="248959" y="91813"/>
                </a:lnTo>
                <a:lnTo>
                  <a:pt x="243292" y="92622"/>
                </a:lnTo>
                <a:cubicBezTo>
                  <a:pt x="241519" y="80674"/>
                  <a:pt x="239631" y="69072"/>
                  <a:pt x="237626" y="57817"/>
                </a:cubicBezTo>
                <a:lnTo>
                  <a:pt x="237973" y="56776"/>
                </a:lnTo>
                <a:cubicBezTo>
                  <a:pt x="253314" y="57007"/>
                  <a:pt x="269676" y="57123"/>
                  <a:pt x="287060" y="57123"/>
                </a:cubicBezTo>
                <a:cubicBezTo>
                  <a:pt x="304443" y="57123"/>
                  <a:pt x="320613" y="57007"/>
                  <a:pt x="335568" y="56776"/>
                </a:cubicBezTo>
                <a:lnTo>
                  <a:pt x="336493" y="58048"/>
                </a:lnTo>
                <a:cubicBezTo>
                  <a:pt x="326240" y="74468"/>
                  <a:pt x="316797" y="90001"/>
                  <a:pt x="308163" y="104648"/>
                </a:cubicBezTo>
                <a:cubicBezTo>
                  <a:pt x="299375" y="119372"/>
                  <a:pt x="289854" y="135522"/>
                  <a:pt x="279601" y="153099"/>
                </a:cubicBezTo>
                <a:lnTo>
                  <a:pt x="316373" y="153099"/>
                </a:lnTo>
                <a:lnTo>
                  <a:pt x="330827" y="128816"/>
                </a:lnTo>
                <a:lnTo>
                  <a:pt x="336955" y="128006"/>
                </a:lnTo>
                <a:cubicBezTo>
                  <a:pt x="335568" y="140186"/>
                  <a:pt x="334604" y="152212"/>
                  <a:pt x="334065" y="164084"/>
                </a:cubicBezTo>
                <a:lnTo>
                  <a:pt x="333255" y="164893"/>
                </a:lnTo>
                <a:cubicBezTo>
                  <a:pt x="319919" y="164662"/>
                  <a:pt x="305156" y="164546"/>
                  <a:pt x="288968" y="164546"/>
                </a:cubicBezTo>
                <a:cubicBezTo>
                  <a:pt x="266149" y="164546"/>
                  <a:pt x="248457" y="164662"/>
                  <a:pt x="235892" y="164893"/>
                </a:cubicBezTo>
                <a:lnTo>
                  <a:pt x="235083" y="163506"/>
                </a:lnTo>
                <a:close/>
                <a:moveTo>
                  <a:pt x="487047" y="45328"/>
                </a:moveTo>
                <a:lnTo>
                  <a:pt x="480572" y="46253"/>
                </a:lnTo>
                <a:lnTo>
                  <a:pt x="472477" y="14339"/>
                </a:lnTo>
                <a:cubicBezTo>
                  <a:pt x="466002" y="12257"/>
                  <a:pt x="458447" y="11216"/>
                  <a:pt x="449813" y="11216"/>
                </a:cubicBezTo>
                <a:cubicBezTo>
                  <a:pt x="432468" y="11216"/>
                  <a:pt x="419016" y="17615"/>
                  <a:pt x="409457" y="30412"/>
                </a:cubicBezTo>
                <a:cubicBezTo>
                  <a:pt x="399744" y="43285"/>
                  <a:pt x="394888" y="60939"/>
                  <a:pt x="394888" y="83372"/>
                </a:cubicBezTo>
                <a:cubicBezTo>
                  <a:pt x="394888" y="106884"/>
                  <a:pt x="399744" y="125154"/>
                  <a:pt x="409457" y="138182"/>
                </a:cubicBezTo>
                <a:cubicBezTo>
                  <a:pt x="419171" y="151287"/>
                  <a:pt x="432777" y="157839"/>
                  <a:pt x="450276" y="157839"/>
                </a:cubicBezTo>
                <a:cubicBezTo>
                  <a:pt x="454439" y="157839"/>
                  <a:pt x="458910" y="157493"/>
                  <a:pt x="463689" y="156799"/>
                </a:cubicBezTo>
                <a:lnTo>
                  <a:pt x="463689" y="126387"/>
                </a:lnTo>
                <a:cubicBezTo>
                  <a:pt x="463689" y="122610"/>
                  <a:pt x="463689" y="119102"/>
                  <a:pt x="463689" y="115865"/>
                </a:cubicBezTo>
                <a:cubicBezTo>
                  <a:pt x="463535" y="112781"/>
                  <a:pt x="463458" y="109890"/>
                  <a:pt x="463458" y="107192"/>
                </a:cubicBezTo>
                <a:cubicBezTo>
                  <a:pt x="463304" y="105265"/>
                  <a:pt x="462340" y="103993"/>
                  <a:pt x="460567" y="103376"/>
                </a:cubicBezTo>
                <a:lnTo>
                  <a:pt x="444841" y="98866"/>
                </a:lnTo>
                <a:lnTo>
                  <a:pt x="444494" y="93085"/>
                </a:lnTo>
                <a:cubicBezTo>
                  <a:pt x="455364" y="93316"/>
                  <a:pt x="467235" y="93432"/>
                  <a:pt x="480109" y="93432"/>
                </a:cubicBezTo>
                <a:cubicBezTo>
                  <a:pt x="493291" y="93432"/>
                  <a:pt x="504585" y="93316"/>
                  <a:pt x="513990" y="93085"/>
                </a:cubicBezTo>
                <a:lnTo>
                  <a:pt x="514684" y="98866"/>
                </a:lnTo>
                <a:lnTo>
                  <a:pt x="500923" y="102682"/>
                </a:lnTo>
                <a:cubicBezTo>
                  <a:pt x="498996" y="103299"/>
                  <a:pt x="497975" y="104822"/>
                  <a:pt x="497859" y="107250"/>
                </a:cubicBezTo>
                <a:cubicBezTo>
                  <a:pt x="497743" y="109678"/>
                  <a:pt x="497724" y="112434"/>
                  <a:pt x="497801" y="115518"/>
                </a:cubicBezTo>
                <a:cubicBezTo>
                  <a:pt x="497647" y="118755"/>
                  <a:pt x="497608" y="122224"/>
                  <a:pt x="497686" y="125925"/>
                </a:cubicBezTo>
                <a:lnTo>
                  <a:pt x="497686" y="162349"/>
                </a:lnTo>
                <a:lnTo>
                  <a:pt x="496876" y="163159"/>
                </a:lnTo>
                <a:cubicBezTo>
                  <a:pt x="480225" y="167013"/>
                  <a:pt x="464460" y="168902"/>
                  <a:pt x="449582" y="168825"/>
                </a:cubicBezTo>
                <a:cubicBezTo>
                  <a:pt x="421445" y="168825"/>
                  <a:pt x="398896" y="161655"/>
                  <a:pt x="381937" y="147317"/>
                </a:cubicBezTo>
                <a:cubicBezTo>
                  <a:pt x="364823" y="132978"/>
                  <a:pt x="356266" y="112974"/>
                  <a:pt x="356266" y="87303"/>
                </a:cubicBezTo>
                <a:cubicBezTo>
                  <a:pt x="356266" y="60014"/>
                  <a:pt x="364823" y="38622"/>
                  <a:pt x="381937" y="23127"/>
                </a:cubicBezTo>
                <a:cubicBezTo>
                  <a:pt x="398896" y="7786"/>
                  <a:pt x="422177" y="77"/>
                  <a:pt x="451779" y="0"/>
                </a:cubicBezTo>
                <a:cubicBezTo>
                  <a:pt x="465886" y="77"/>
                  <a:pt x="479839" y="1657"/>
                  <a:pt x="493638" y="4741"/>
                </a:cubicBezTo>
                <a:lnTo>
                  <a:pt x="494448" y="5782"/>
                </a:lnTo>
                <a:lnTo>
                  <a:pt x="487047" y="45328"/>
                </a:lnTo>
                <a:close/>
                <a:moveTo>
                  <a:pt x="640609" y="156914"/>
                </a:moveTo>
                <a:cubicBezTo>
                  <a:pt x="626347" y="164238"/>
                  <a:pt x="611315" y="167861"/>
                  <a:pt x="595512" y="167784"/>
                </a:cubicBezTo>
                <a:cubicBezTo>
                  <a:pt x="576625" y="167861"/>
                  <a:pt x="561284" y="163197"/>
                  <a:pt x="549490" y="153792"/>
                </a:cubicBezTo>
                <a:cubicBezTo>
                  <a:pt x="537541" y="144619"/>
                  <a:pt x="531566" y="130935"/>
                  <a:pt x="531566" y="112742"/>
                </a:cubicBezTo>
                <a:cubicBezTo>
                  <a:pt x="531566" y="95552"/>
                  <a:pt x="537309" y="81444"/>
                  <a:pt x="548796" y="70421"/>
                </a:cubicBezTo>
                <a:cubicBezTo>
                  <a:pt x="560205" y="59551"/>
                  <a:pt x="574775" y="54116"/>
                  <a:pt x="592505" y="54116"/>
                </a:cubicBezTo>
                <a:cubicBezTo>
                  <a:pt x="608000" y="54116"/>
                  <a:pt x="619987" y="58279"/>
                  <a:pt x="628467" y="66605"/>
                </a:cubicBezTo>
                <a:cubicBezTo>
                  <a:pt x="636870" y="75085"/>
                  <a:pt x="641071" y="86648"/>
                  <a:pt x="641071" y="101295"/>
                </a:cubicBezTo>
                <a:cubicBezTo>
                  <a:pt x="641071" y="103530"/>
                  <a:pt x="640955" y="105843"/>
                  <a:pt x="640724" y="108233"/>
                </a:cubicBezTo>
                <a:lnTo>
                  <a:pt x="566835" y="108233"/>
                </a:lnTo>
                <a:cubicBezTo>
                  <a:pt x="566835" y="123728"/>
                  <a:pt x="570650" y="134867"/>
                  <a:pt x="578282" y="141651"/>
                </a:cubicBezTo>
                <a:cubicBezTo>
                  <a:pt x="585760" y="148512"/>
                  <a:pt x="598210" y="151904"/>
                  <a:pt x="615632" y="151827"/>
                </a:cubicBezTo>
                <a:cubicBezTo>
                  <a:pt x="624034" y="151904"/>
                  <a:pt x="632052" y="151171"/>
                  <a:pt x="639684" y="149630"/>
                </a:cubicBezTo>
                <a:lnTo>
                  <a:pt x="640609" y="156914"/>
                </a:lnTo>
                <a:moveTo>
                  <a:pt x="605919" y="97016"/>
                </a:moveTo>
                <a:lnTo>
                  <a:pt x="605919" y="94241"/>
                </a:lnTo>
                <a:cubicBezTo>
                  <a:pt x="605919" y="83757"/>
                  <a:pt x="604608" y="76241"/>
                  <a:pt x="601987" y="71693"/>
                </a:cubicBezTo>
                <a:cubicBezTo>
                  <a:pt x="599212" y="67221"/>
                  <a:pt x="595126" y="64947"/>
                  <a:pt x="589730" y="64870"/>
                </a:cubicBezTo>
                <a:cubicBezTo>
                  <a:pt x="583100" y="64870"/>
                  <a:pt x="577897" y="67992"/>
                  <a:pt x="574119" y="74237"/>
                </a:cubicBezTo>
                <a:cubicBezTo>
                  <a:pt x="570111" y="80635"/>
                  <a:pt x="567837" y="88228"/>
                  <a:pt x="567297" y="97016"/>
                </a:cubicBezTo>
                <a:lnTo>
                  <a:pt x="605919" y="97016"/>
                </a:lnTo>
                <a:close/>
                <a:moveTo>
                  <a:pt x="656142" y="62558"/>
                </a:moveTo>
                <a:cubicBezTo>
                  <a:pt x="673949" y="59937"/>
                  <a:pt x="690215" y="57007"/>
                  <a:pt x="704939" y="53769"/>
                </a:cubicBezTo>
                <a:lnTo>
                  <a:pt x="706674" y="54695"/>
                </a:lnTo>
                <a:lnTo>
                  <a:pt x="706674" y="67067"/>
                </a:lnTo>
                <a:cubicBezTo>
                  <a:pt x="719702" y="58433"/>
                  <a:pt x="732575" y="54116"/>
                  <a:pt x="745295" y="54116"/>
                </a:cubicBezTo>
                <a:cubicBezTo>
                  <a:pt x="756473" y="54116"/>
                  <a:pt x="765300" y="57161"/>
                  <a:pt x="771775" y="63251"/>
                </a:cubicBezTo>
                <a:cubicBezTo>
                  <a:pt x="778096" y="69496"/>
                  <a:pt x="781296" y="78207"/>
                  <a:pt x="781373" y="89385"/>
                </a:cubicBezTo>
                <a:lnTo>
                  <a:pt x="781373" y="129972"/>
                </a:lnTo>
                <a:cubicBezTo>
                  <a:pt x="781373" y="139608"/>
                  <a:pt x="781450" y="146739"/>
                  <a:pt x="781604" y="151364"/>
                </a:cubicBezTo>
                <a:cubicBezTo>
                  <a:pt x="781604" y="153445"/>
                  <a:pt x="782606" y="154756"/>
                  <a:pt x="784610" y="155296"/>
                </a:cubicBezTo>
                <a:lnTo>
                  <a:pt x="798602" y="159343"/>
                </a:lnTo>
                <a:lnTo>
                  <a:pt x="798949" y="164893"/>
                </a:lnTo>
                <a:cubicBezTo>
                  <a:pt x="787925" y="164662"/>
                  <a:pt x="776824" y="164546"/>
                  <a:pt x="765647" y="164546"/>
                </a:cubicBezTo>
                <a:cubicBezTo>
                  <a:pt x="754083" y="164546"/>
                  <a:pt x="743676" y="164662"/>
                  <a:pt x="734426" y="164893"/>
                </a:cubicBezTo>
                <a:lnTo>
                  <a:pt x="733963" y="159343"/>
                </a:lnTo>
                <a:lnTo>
                  <a:pt x="745526" y="155874"/>
                </a:lnTo>
                <a:cubicBezTo>
                  <a:pt x="747222" y="155334"/>
                  <a:pt x="748186" y="154178"/>
                  <a:pt x="748417" y="152405"/>
                </a:cubicBezTo>
                <a:cubicBezTo>
                  <a:pt x="748494" y="151248"/>
                  <a:pt x="748533" y="148820"/>
                  <a:pt x="748533" y="145120"/>
                </a:cubicBezTo>
                <a:lnTo>
                  <a:pt x="748533" y="96669"/>
                </a:lnTo>
                <a:cubicBezTo>
                  <a:pt x="748533" y="87188"/>
                  <a:pt x="746683" y="80365"/>
                  <a:pt x="742982" y="76202"/>
                </a:cubicBezTo>
                <a:cubicBezTo>
                  <a:pt x="739205" y="72194"/>
                  <a:pt x="733693" y="70151"/>
                  <a:pt x="726447" y="70074"/>
                </a:cubicBezTo>
                <a:cubicBezTo>
                  <a:pt x="720049" y="70074"/>
                  <a:pt x="713457" y="71924"/>
                  <a:pt x="706674" y="75624"/>
                </a:cubicBezTo>
                <a:lnTo>
                  <a:pt x="706674" y="125347"/>
                </a:lnTo>
                <a:cubicBezTo>
                  <a:pt x="706674" y="135060"/>
                  <a:pt x="706751" y="143886"/>
                  <a:pt x="706905" y="151827"/>
                </a:cubicBezTo>
                <a:cubicBezTo>
                  <a:pt x="706905" y="153908"/>
                  <a:pt x="707791" y="155180"/>
                  <a:pt x="709564" y="155642"/>
                </a:cubicBezTo>
                <a:lnTo>
                  <a:pt x="721590" y="159343"/>
                </a:lnTo>
                <a:lnTo>
                  <a:pt x="721822" y="164893"/>
                </a:lnTo>
                <a:cubicBezTo>
                  <a:pt x="712185" y="164662"/>
                  <a:pt x="701778" y="164546"/>
                  <a:pt x="690601" y="164546"/>
                </a:cubicBezTo>
                <a:cubicBezTo>
                  <a:pt x="679114" y="164546"/>
                  <a:pt x="667821" y="164662"/>
                  <a:pt x="656720" y="164893"/>
                </a:cubicBezTo>
                <a:lnTo>
                  <a:pt x="656142" y="159343"/>
                </a:lnTo>
                <a:lnTo>
                  <a:pt x="671059" y="155296"/>
                </a:lnTo>
                <a:cubicBezTo>
                  <a:pt x="672677" y="154833"/>
                  <a:pt x="673564" y="153677"/>
                  <a:pt x="673718" y="151827"/>
                </a:cubicBezTo>
                <a:cubicBezTo>
                  <a:pt x="673795" y="146893"/>
                  <a:pt x="673834" y="142152"/>
                  <a:pt x="673834" y="137604"/>
                </a:cubicBezTo>
                <a:lnTo>
                  <a:pt x="673834" y="99560"/>
                </a:lnTo>
                <a:cubicBezTo>
                  <a:pt x="673834" y="89539"/>
                  <a:pt x="673680" y="80211"/>
                  <a:pt x="673371" y="71577"/>
                </a:cubicBezTo>
                <a:lnTo>
                  <a:pt x="656836" y="67299"/>
                </a:lnTo>
                <a:lnTo>
                  <a:pt x="656142" y="62558"/>
                </a:lnTo>
                <a:close/>
                <a:moveTo>
                  <a:pt x="808315" y="103029"/>
                </a:moveTo>
                <a:lnTo>
                  <a:pt x="855956" y="103029"/>
                </a:lnTo>
                <a:lnTo>
                  <a:pt x="855956" y="55388"/>
                </a:lnTo>
                <a:lnTo>
                  <a:pt x="872260" y="55388"/>
                </a:lnTo>
                <a:lnTo>
                  <a:pt x="872260" y="103029"/>
                </a:lnTo>
                <a:lnTo>
                  <a:pt x="919786" y="103029"/>
                </a:lnTo>
                <a:lnTo>
                  <a:pt x="919786" y="119334"/>
                </a:lnTo>
                <a:lnTo>
                  <a:pt x="872260" y="119334"/>
                </a:lnTo>
                <a:lnTo>
                  <a:pt x="872260" y="166859"/>
                </a:lnTo>
                <a:lnTo>
                  <a:pt x="855956" y="166859"/>
                </a:lnTo>
                <a:lnTo>
                  <a:pt x="855956" y="119334"/>
                </a:lnTo>
                <a:lnTo>
                  <a:pt x="808315" y="119334"/>
                </a:lnTo>
                <a:lnTo>
                  <a:pt x="808315" y="103029"/>
                </a:lnTo>
                <a:close/>
                <a:moveTo>
                  <a:pt x="936591" y="103029"/>
                </a:moveTo>
                <a:lnTo>
                  <a:pt x="984232" y="103029"/>
                </a:lnTo>
                <a:lnTo>
                  <a:pt x="984232" y="55388"/>
                </a:lnTo>
                <a:lnTo>
                  <a:pt x="1000536" y="55388"/>
                </a:lnTo>
                <a:lnTo>
                  <a:pt x="1000536" y="103029"/>
                </a:lnTo>
                <a:lnTo>
                  <a:pt x="1048062" y="103029"/>
                </a:lnTo>
                <a:lnTo>
                  <a:pt x="1048062" y="119334"/>
                </a:lnTo>
                <a:lnTo>
                  <a:pt x="1000536" y="119334"/>
                </a:lnTo>
                <a:lnTo>
                  <a:pt x="1000536" y="166859"/>
                </a:lnTo>
                <a:lnTo>
                  <a:pt x="984232" y="166859"/>
                </a:lnTo>
                <a:lnTo>
                  <a:pt x="984232" y="119334"/>
                </a:lnTo>
                <a:lnTo>
                  <a:pt x="936591" y="119334"/>
                </a:lnTo>
                <a:lnTo>
                  <a:pt x="936591" y="103029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Precision">
            <a:extLst xmlns:a="http://schemas.openxmlformats.org/drawingml/2006/main">
              <a:ext uri="{FF2B5EF4-FFF2-40B4-BE49-F238E27FC236}">
                <a16:creationId xmlns:a16="http://schemas.microsoft.com/office/drawing/2014/main" id="{33FB5A1B-BD82-4BC5-BD79-C394B37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279" y="2006351"/>
            <a:ext cx="817296" cy="145968"/>
          </a:xfrm>
          <a:custGeom xmlns:a="http://schemas.openxmlformats.org/drawingml/2006/main">
            <a:pathLst>
              <a:path w="817296" h="145968">
                <a:moveTo>
                  <a:pt x="35210" y="74670"/>
                </a:moveTo>
                <a:cubicBezTo>
                  <a:pt x="39932" y="75480"/>
                  <a:pt x="44586" y="75884"/>
                  <a:pt x="49173" y="75884"/>
                </a:cubicBezTo>
                <a:cubicBezTo>
                  <a:pt x="59966" y="75884"/>
                  <a:pt x="68195" y="73085"/>
                  <a:pt x="73861" y="67486"/>
                </a:cubicBezTo>
                <a:cubicBezTo>
                  <a:pt x="79392" y="61955"/>
                  <a:pt x="82191" y="53456"/>
                  <a:pt x="82259" y="41989"/>
                </a:cubicBezTo>
                <a:cubicBezTo>
                  <a:pt x="82259" y="30995"/>
                  <a:pt x="79594" y="22799"/>
                  <a:pt x="74265" y="17403"/>
                </a:cubicBezTo>
                <a:cubicBezTo>
                  <a:pt x="68869" y="12074"/>
                  <a:pt x="60404" y="9376"/>
                  <a:pt x="48870" y="9308"/>
                </a:cubicBezTo>
                <a:cubicBezTo>
                  <a:pt x="44283" y="9376"/>
                  <a:pt x="39730" y="9646"/>
                  <a:pt x="35210" y="10118"/>
                </a:cubicBezTo>
                <a:lnTo>
                  <a:pt x="35210" y="74670"/>
                </a:lnTo>
                <a:moveTo>
                  <a:pt x="35210" y="112005"/>
                </a:moveTo>
                <a:cubicBezTo>
                  <a:pt x="35143" y="116052"/>
                  <a:pt x="35177" y="119695"/>
                  <a:pt x="35312" y="122933"/>
                </a:cubicBezTo>
                <a:cubicBezTo>
                  <a:pt x="35244" y="126238"/>
                  <a:pt x="35278" y="129138"/>
                  <a:pt x="35413" y="131634"/>
                </a:cubicBezTo>
                <a:cubicBezTo>
                  <a:pt x="35413" y="133253"/>
                  <a:pt x="36290" y="134298"/>
                  <a:pt x="38043" y="134771"/>
                </a:cubicBezTo>
                <a:lnTo>
                  <a:pt x="52006" y="139020"/>
                </a:lnTo>
                <a:lnTo>
                  <a:pt x="52208" y="143371"/>
                </a:lnTo>
                <a:cubicBezTo>
                  <a:pt x="42360" y="143168"/>
                  <a:pt x="33457" y="143067"/>
                  <a:pt x="25497" y="143067"/>
                </a:cubicBezTo>
                <a:cubicBezTo>
                  <a:pt x="17268" y="143067"/>
                  <a:pt x="8904" y="143168"/>
                  <a:pt x="405" y="143371"/>
                </a:cubicBezTo>
                <a:lnTo>
                  <a:pt x="0" y="139020"/>
                </a:lnTo>
                <a:lnTo>
                  <a:pt x="12445" y="135277"/>
                </a:lnTo>
                <a:cubicBezTo>
                  <a:pt x="14131" y="134804"/>
                  <a:pt x="15008" y="133489"/>
                  <a:pt x="15076" y="131331"/>
                </a:cubicBezTo>
                <a:cubicBezTo>
                  <a:pt x="15143" y="129172"/>
                  <a:pt x="15244" y="126406"/>
                  <a:pt x="15379" y="123034"/>
                </a:cubicBezTo>
                <a:cubicBezTo>
                  <a:pt x="15379" y="119729"/>
                  <a:pt x="15379" y="116052"/>
                  <a:pt x="15379" y="112005"/>
                </a:cubicBezTo>
                <a:lnTo>
                  <a:pt x="15379" y="29949"/>
                </a:lnTo>
                <a:cubicBezTo>
                  <a:pt x="15379" y="26509"/>
                  <a:pt x="15379" y="23406"/>
                  <a:pt x="15379" y="20641"/>
                </a:cubicBezTo>
                <a:cubicBezTo>
                  <a:pt x="15244" y="17942"/>
                  <a:pt x="15177" y="15447"/>
                  <a:pt x="15177" y="13153"/>
                </a:cubicBezTo>
                <a:cubicBezTo>
                  <a:pt x="15042" y="11467"/>
                  <a:pt x="14233" y="10320"/>
                  <a:pt x="12749" y="9713"/>
                </a:cubicBezTo>
                <a:lnTo>
                  <a:pt x="202" y="5767"/>
                </a:lnTo>
                <a:lnTo>
                  <a:pt x="0" y="1417"/>
                </a:lnTo>
                <a:cubicBezTo>
                  <a:pt x="8701" y="1754"/>
                  <a:pt x="17200" y="1889"/>
                  <a:pt x="25497" y="1821"/>
                </a:cubicBezTo>
                <a:cubicBezTo>
                  <a:pt x="31028" y="1889"/>
                  <a:pt x="36424" y="1754"/>
                  <a:pt x="41686" y="1417"/>
                </a:cubicBezTo>
                <a:cubicBezTo>
                  <a:pt x="46812" y="1147"/>
                  <a:pt x="51534" y="1012"/>
                  <a:pt x="55851" y="1012"/>
                </a:cubicBezTo>
                <a:cubicBezTo>
                  <a:pt x="71837" y="1079"/>
                  <a:pt x="83945" y="4182"/>
                  <a:pt x="92174" y="10320"/>
                </a:cubicBezTo>
                <a:cubicBezTo>
                  <a:pt x="100336" y="16593"/>
                  <a:pt x="104417" y="25902"/>
                  <a:pt x="104417" y="38246"/>
                </a:cubicBezTo>
                <a:cubicBezTo>
                  <a:pt x="104349" y="52816"/>
                  <a:pt x="99628" y="64080"/>
                  <a:pt x="90252" y="72040"/>
                </a:cubicBezTo>
                <a:cubicBezTo>
                  <a:pt x="80741" y="80066"/>
                  <a:pt x="67453" y="84080"/>
                  <a:pt x="50387" y="84080"/>
                </a:cubicBezTo>
                <a:cubicBezTo>
                  <a:pt x="45598" y="84080"/>
                  <a:pt x="40539" y="83776"/>
                  <a:pt x="35210" y="83169"/>
                </a:cubicBezTo>
                <a:lnTo>
                  <a:pt x="35210" y="112005"/>
                </a:lnTo>
                <a:close/>
                <a:moveTo>
                  <a:pt x="114361" y="54030"/>
                </a:moveTo>
                <a:cubicBezTo>
                  <a:pt x="125558" y="51939"/>
                  <a:pt x="136283" y="49578"/>
                  <a:pt x="146536" y="46947"/>
                </a:cubicBezTo>
                <a:lnTo>
                  <a:pt x="147548" y="47655"/>
                </a:lnTo>
                <a:lnTo>
                  <a:pt x="147548" y="59493"/>
                </a:lnTo>
                <a:cubicBezTo>
                  <a:pt x="159959" y="51129"/>
                  <a:pt x="172202" y="46947"/>
                  <a:pt x="184276" y="46947"/>
                </a:cubicBezTo>
                <a:lnTo>
                  <a:pt x="184782" y="47554"/>
                </a:lnTo>
                <a:cubicBezTo>
                  <a:pt x="182826" y="57605"/>
                  <a:pt x="180903" y="68026"/>
                  <a:pt x="179015" y="78819"/>
                </a:cubicBezTo>
                <a:lnTo>
                  <a:pt x="174967" y="79527"/>
                </a:lnTo>
                <a:cubicBezTo>
                  <a:pt x="173011" y="73861"/>
                  <a:pt x="171190" y="69240"/>
                  <a:pt x="169504" y="65665"/>
                </a:cubicBezTo>
                <a:cubicBezTo>
                  <a:pt x="167683" y="62225"/>
                  <a:pt x="164917" y="60505"/>
                  <a:pt x="161207" y="60505"/>
                </a:cubicBezTo>
                <a:cubicBezTo>
                  <a:pt x="157565" y="60573"/>
                  <a:pt x="153012" y="62259"/>
                  <a:pt x="147548" y="65564"/>
                </a:cubicBezTo>
                <a:lnTo>
                  <a:pt x="147548" y="109375"/>
                </a:lnTo>
                <a:cubicBezTo>
                  <a:pt x="147548" y="119897"/>
                  <a:pt x="147615" y="127418"/>
                  <a:pt x="147750" y="131938"/>
                </a:cubicBezTo>
                <a:cubicBezTo>
                  <a:pt x="147818" y="133759"/>
                  <a:pt x="148661" y="134906"/>
                  <a:pt x="150280" y="135378"/>
                </a:cubicBezTo>
                <a:lnTo>
                  <a:pt x="163737" y="139223"/>
                </a:lnTo>
                <a:lnTo>
                  <a:pt x="164040" y="143371"/>
                </a:lnTo>
                <a:cubicBezTo>
                  <a:pt x="153450" y="143168"/>
                  <a:pt x="144883" y="143067"/>
                  <a:pt x="138341" y="143067"/>
                </a:cubicBezTo>
                <a:cubicBezTo>
                  <a:pt x="131595" y="143067"/>
                  <a:pt x="123737" y="143168"/>
                  <a:pt x="114766" y="143371"/>
                </a:cubicBezTo>
                <a:lnTo>
                  <a:pt x="114361" y="139223"/>
                </a:lnTo>
                <a:lnTo>
                  <a:pt x="126098" y="135782"/>
                </a:lnTo>
                <a:cubicBezTo>
                  <a:pt x="127649" y="135310"/>
                  <a:pt x="128476" y="133944"/>
                  <a:pt x="128577" y="131685"/>
                </a:cubicBezTo>
                <a:cubicBezTo>
                  <a:pt x="128678" y="129425"/>
                  <a:pt x="128729" y="125597"/>
                  <a:pt x="128729" y="120201"/>
                </a:cubicBezTo>
                <a:lnTo>
                  <a:pt x="128729" y="85699"/>
                </a:lnTo>
                <a:cubicBezTo>
                  <a:pt x="128729" y="74704"/>
                  <a:pt x="128594" y="66508"/>
                  <a:pt x="128324" y="61112"/>
                </a:cubicBezTo>
                <a:lnTo>
                  <a:pt x="114867" y="57470"/>
                </a:lnTo>
                <a:lnTo>
                  <a:pt x="114361" y="54030"/>
                </a:lnTo>
                <a:close/>
                <a:moveTo>
                  <a:pt x="279707" y="135884"/>
                </a:moveTo>
                <a:cubicBezTo>
                  <a:pt x="273906" y="139526"/>
                  <a:pt x="268004" y="142089"/>
                  <a:pt x="262001" y="143573"/>
                </a:cubicBezTo>
                <a:cubicBezTo>
                  <a:pt x="255863" y="145125"/>
                  <a:pt x="250230" y="145900"/>
                  <a:pt x="245104" y="145900"/>
                </a:cubicBezTo>
                <a:cubicBezTo>
                  <a:pt x="230197" y="145900"/>
                  <a:pt x="218224" y="141651"/>
                  <a:pt x="209185" y="133152"/>
                </a:cubicBezTo>
                <a:cubicBezTo>
                  <a:pt x="199944" y="124788"/>
                  <a:pt x="195357" y="113051"/>
                  <a:pt x="195425" y="97941"/>
                </a:cubicBezTo>
                <a:cubicBezTo>
                  <a:pt x="195425" y="82967"/>
                  <a:pt x="199674" y="70724"/>
                  <a:pt x="208173" y="61213"/>
                </a:cubicBezTo>
                <a:cubicBezTo>
                  <a:pt x="216673" y="51703"/>
                  <a:pt x="228072" y="46947"/>
                  <a:pt x="242372" y="46947"/>
                </a:cubicBezTo>
                <a:cubicBezTo>
                  <a:pt x="254311" y="46947"/>
                  <a:pt x="263620" y="50488"/>
                  <a:pt x="270297" y="57571"/>
                </a:cubicBezTo>
                <a:cubicBezTo>
                  <a:pt x="276975" y="64788"/>
                  <a:pt x="280314" y="74636"/>
                  <a:pt x="280314" y="87115"/>
                </a:cubicBezTo>
                <a:cubicBezTo>
                  <a:pt x="280314" y="89071"/>
                  <a:pt x="280213" y="90994"/>
                  <a:pt x="280011" y="92882"/>
                </a:cubicBezTo>
                <a:lnTo>
                  <a:pt x="216167" y="92882"/>
                </a:lnTo>
                <a:cubicBezTo>
                  <a:pt x="216167" y="107452"/>
                  <a:pt x="219573" y="117806"/>
                  <a:pt x="226386" y="123944"/>
                </a:cubicBezTo>
                <a:cubicBezTo>
                  <a:pt x="233131" y="130218"/>
                  <a:pt x="243789" y="133354"/>
                  <a:pt x="258358" y="133354"/>
                </a:cubicBezTo>
                <a:cubicBezTo>
                  <a:pt x="264766" y="133354"/>
                  <a:pt x="271680" y="132747"/>
                  <a:pt x="279100" y="131533"/>
                </a:cubicBezTo>
                <a:lnTo>
                  <a:pt x="279707" y="135884"/>
                </a:lnTo>
                <a:moveTo>
                  <a:pt x="259572" y="84485"/>
                </a:moveTo>
                <a:lnTo>
                  <a:pt x="259572" y="81449"/>
                </a:lnTo>
                <a:cubicBezTo>
                  <a:pt x="259572" y="71938"/>
                  <a:pt x="258055" y="65092"/>
                  <a:pt x="255019" y="60910"/>
                </a:cubicBezTo>
                <a:cubicBezTo>
                  <a:pt x="252051" y="56795"/>
                  <a:pt x="247600" y="54738"/>
                  <a:pt x="241664" y="54738"/>
                </a:cubicBezTo>
                <a:cubicBezTo>
                  <a:pt x="233772" y="54805"/>
                  <a:pt x="227768" y="57706"/>
                  <a:pt x="223654" y="63439"/>
                </a:cubicBezTo>
                <a:cubicBezTo>
                  <a:pt x="219404" y="69308"/>
                  <a:pt x="217044" y="76323"/>
                  <a:pt x="216571" y="84485"/>
                </a:cubicBezTo>
                <a:lnTo>
                  <a:pt x="259572" y="84485"/>
                </a:lnTo>
                <a:close/>
                <a:moveTo>
                  <a:pt x="375953" y="135884"/>
                </a:moveTo>
                <a:cubicBezTo>
                  <a:pt x="371771" y="138717"/>
                  <a:pt x="366611" y="141077"/>
                  <a:pt x="360472" y="142966"/>
                </a:cubicBezTo>
                <a:cubicBezTo>
                  <a:pt x="354267" y="144922"/>
                  <a:pt x="348129" y="145900"/>
                  <a:pt x="342058" y="145900"/>
                </a:cubicBezTo>
                <a:cubicBezTo>
                  <a:pt x="327488" y="145968"/>
                  <a:pt x="315852" y="141685"/>
                  <a:pt x="307151" y="133051"/>
                </a:cubicBezTo>
                <a:cubicBezTo>
                  <a:pt x="298315" y="124619"/>
                  <a:pt x="293930" y="113253"/>
                  <a:pt x="293998" y="98953"/>
                </a:cubicBezTo>
                <a:cubicBezTo>
                  <a:pt x="293998" y="83507"/>
                  <a:pt x="298956" y="70960"/>
                  <a:pt x="308871" y="61315"/>
                </a:cubicBezTo>
                <a:cubicBezTo>
                  <a:pt x="318652" y="51736"/>
                  <a:pt x="331232" y="46947"/>
                  <a:pt x="346611" y="46947"/>
                </a:cubicBezTo>
                <a:cubicBezTo>
                  <a:pt x="356526" y="46947"/>
                  <a:pt x="366138" y="48971"/>
                  <a:pt x="375447" y="53018"/>
                </a:cubicBezTo>
                <a:cubicBezTo>
                  <a:pt x="373154" y="62124"/>
                  <a:pt x="371164" y="71365"/>
                  <a:pt x="369477" y="80741"/>
                </a:cubicBezTo>
                <a:lnTo>
                  <a:pt x="365531" y="81348"/>
                </a:lnTo>
                <a:lnTo>
                  <a:pt x="357336" y="57065"/>
                </a:lnTo>
                <a:cubicBezTo>
                  <a:pt x="354166" y="55986"/>
                  <a:pt x="350658" y="55446"/>
                  <a:pt x="346813" y="55446"/>
                </a:cubicBezTo>
                <a:cubicBezTo>
                  <a:pt x="336763" y="55514"/>
                  <a:pt x="328905" y="59021"/>
                  <a:pt x="323239" y="65969"/>
                </a:cubicBezTo>
                <a:cubicBezTo>
                  <a:pt x="317572" y="72984"/>
                  <a:pt x="314739" y="82259"/>
                  <a:pt x="314739" y="93793"/>
                </a:cubicBezTo>
                <a:cubicBezTo>
                  <a:pt x="314739" y="107351"/>
                  <a:pt x="317943" y="117368"/>
                  <a:pt x="324352" y="123843"/>
                </a:cubicBezTo>
                <a:cubicBezTo>
                  <a:pt x="330692" y="130319"/>
                  <a:pt x="340844" y="133556"/>
                  <a:pt x="354806" y="133556"/>
                </a:cubicBezTo>
                <a:cubicBezTo>
                  <a:pt x="361147" y="133624"/>
                  <a:pt x="367993" y="132983"/>
                  <a:pt x="375346" y="131634"/>
                </a:cubicBezTo>
                <a:lnTo>
                  <a:pt x="375953" y="135884"/>
                </a:lnTo>
                <a:close/>
                <a:moveTo>
                  <a:pt x="424846" y="11130"/>
                </a:moveTo>
                <a:cubicBezTo>
                  <a:pt x="424846" y="14705"/>
                  <a:pt x="423733" y="17605"/>
                  <a:pt x="421508" y="19831"/>
                </a:cubicBezTo>
                <a:cubicBezTo>
                  <a:pt x="419282" y="22192"/>
                  <a:pt x="416415" y="23339"/>
                  <a:pt x="412907" y="23271"/>
                </a:cubicBezTo>
                <a:cubicBezTo>
                  <a:pt x="409535" y="23339"/>
                  <a:pt x="406803" y="22293"/>
                  <a:pt x="404712" y="20135"/>
                </a:cubicBezTo>
                <a:cubicBezTo>
                  <a:pt x="402553" y="18044"/>
                  <a:pt x="401474" y="15278"/>
                  <a:pt x="401474" y="11838"/>
                </a:cubicBezTo>
                <a:cubicBezTo>
                  <a:pt x="401474" y="8196"/>
                  <a:pt x="402587" y="5295"/>
                  <a:pt x="404813" y="3137"/>
                </a:cubicBezTo>
                <a:cubicBezTo>
                  <a:pt x="407039" y="1046"/>
                  <a:pt x="409973" y="0"/>
                  <a:pt x="413616" y="0"/>
                </a:cubicBezTo>
                <a:cubicBezTo>
                  <a:pt x="416853" y="0"/>
                  <a:pt x="419551" y="944"/>
                  <a:pt x="421710" y="2833"/>
                </a:cubicBezTo>
                <a:cubicBezTo>
                  <a:pt x="423801" y="4857"/>
                  <a:pt x="424846" y="7622"/>
                  <a:pt x="424846" y="11130"/>
                </a:cubicBezTo>
                <a:moveTo>
                  <a:pt x="390648" y="54030"/>
                </a:moveTo>
                <a:cubicBezTo>
                  <a:pt x="402452" y="51871"/>
                  <a:pt x="413413" y="49510"/>
                  <a:pt x="423531" y="46947"/>
                </a:cubicBezTo>
                <a:lnTo>
                  <a:pt x="424442" y="47655"/>
                </a:lnTo>
                <a:cubicBezTo>
                  <a:pt x="424037" y="56492"/>
                  <a:pt x="423835" y="66137"/>
                  <a:pt x="423835" y="76593"/>
                </a:cubicBezTo>
                <a:lnTo>
                  <a:pt x="423835" y="115445"/>
                </a:lnTo>
                <a:cubicBezTo>
                  <a:pt x="423835" y="123540"/>
                  <a:pt x="423902" y="129138"/>
                  <a:pt x="424037" y="132241"/>
                </a:cubicBezTo>
                <a:cubicBezTo>
                  <a:pt x="424104" y="134130"/>
                  <a:pt x="424948" y="135310"/>
                  <a:pt x="426566" y="135782"/>
                </a:cubicBezTo>
                <a:lnTo>
                  <a:pt x="438303" y="139223"/>
                </a:lnTo>
                <a:lnTo>
                  <a:pt x="438506" y="143371"/>
                </a:lnTo>
                <a:cubicBezTo>
                  <a:pt x="429130" y="143168"/>
                  <a:pt x="421170" y="143067"/>
                  <a:pt x="414627" y="143067"/>
                </a:cubicBezTo>
                <a:cubicBezTo>
                  <a:pt x="407950" y="143067"/>
                  <a:pt x="400058" y="143168"/>
                  <a:pt x="390951" y="143371"/>
                </a:cubicBezTo>
                <a:lnTo>
                  <a:pt x="390547" y="139223"/>
                </a:lnTo>
                <a:lnTo>
                  <a:pt x="402283" y="135782"/>
                </a:lnTo>
                <a:cubicBezTo>
                  <a:pt x="403767" y="135310"/>
                  <a:pt x="404577" y="134012"/>
                  <a:pt x="404712" y="131887"/>
                </a:cubicBezTo>
                <a:cubicBezTo>
                  <a:pt x="404847" y="129762"/>
                  <a:pt x="404948" y="125597"/>
                  <a:pt x="405015" y="119391"/>
                </a:cubicBezTo>
                <a:lnTo>
                  <a:pt x="405015" y="85598"/>
                </a:lnTo>
                <a:cubicBezTo>
                  <a:pt x="405015" y="76829"/>
                  <a:pt x="404880" y="68667"/>
                  <a:pt x="404611" y="61112"/>
                </a:cubicBezTo>
                <a:lnTo>
                  <a:pt x="391154" y="57470"/>
                </a:lnTo>
                <a:lnTo>
                  <a:pt x="390648" y="54030"/>
                </a:lnTo>
                <a:close/>
                <a:moveTo>
                  <a:pt x="501757" y="57166"/>
                </a:moveTo>
                <a:cubicBezTo>
                  <a:pt x="497777" y="56087"/>
                  <a:pt x="493056" y="55547"/>
                  <a:pt x="487592" y="55547"/>
                </a:cubicBezTo>
                <a:cubicBezTo>
                  <a:pt x="482128" y="55547"/>
                  <a:pt x="477508" y="56762"/>
                  <a:pt x="473730" y="59190"/>
                </a:cubicBezTo>
                <a:cubicBezTo>
                  <a:pt x="469751" y="61753"/>
                  <a:pt x="467795" y="65126"/>
                  <a:pt x="467862" y="69308"/>
                </a:cubicBezTo>
                <a:cubicBezTo>
                  <a:pt x="467862" y="73490"/>
                  <a:pt x="469144" y="76728"/>
                  <a:pt x="471707" y="79021"/>
                </a:cubicBezTo>
                <a:cubicBezTo>
                  <a:pt x="474203" y="81382"/>
                  <a:pt x="478891" y="83709"/>
                  <a:pt x="485771" y="86002"/>
                </a:cubicBezTo>
                <a:lnTo>
                  <a:pt x="494067" y="88835"/>
                </a:lnTo>
                <a:cubicBezTo>
                  <a:pt x="503376" y="92006"/>
                  <a:pt x="510222" y="95614"/>
                  <a:pt x="514607" y="99661"/>
                </a:cubicBezTo>
                <a:cubicBezTo>
                  <a:pt x="518924" y="103844"/>
                  <a:pt x="521082" y="109931"/>
                  <a:pt x="521082" y="117924"/>
                </a:cubicBezTo>
                <a:cubicBezTo>
                  <a:pt x="521082" y="125917"/>
                  <a:pt x="517440" y="132545"/>
                  <a:pt x="510155" y="137806"/>
                </a:cubicBezTo>
                <a:cubicBezTo>
                  <a:pt x="502870" y="143202"/>
                  <a:pt x="493663" y="145900"/>
                  <a:pt x="482533" y="145900"/>
                </a:cubicBezTo>
                <a:cubicBezTo>
                  <a:pt x="472280" y="145900"/>
                  <a:pt x="461791" y="143809"/>
                  <a:pt x="451066" y="139627"/>
                </a:cubicBezTo>
                <a:cubicBezTo>
                  <a:pt x="453360" y="130926"/>
                  <a:pt x="455215" y="122359"/>
                  <a:pt x="456631" y="113928"/>
                </a:cubicBezTo>
                <a:lnTo>
                  <a:pt x="460577" y="113321"/>
                </a:lnTo>
                <a:lnTo>
                  <a:pt x="467862" y="135074"/>
                </a:lnTo>
                <a:cubicBezTo>
                  <a:pt x="471639" y="136626"/>
                  <a:pt x="476530" y="137368"/>
                  <a:pt x="482533" y="137300"/>
                </a:cubicBezTo>
                <a:cubicBezTo>
                  <a:pt x="488806" y="137300"/>
                  <a:pt x="493831" y="136019"/>
                  <a:pt x="497609" y="133455"/>
                </a:cubicBezTo>
                <a:cubicBezTo>
                  <a:pt x="501319" y="130960"/>
                  <a:pt x="503174" y="127351"/>
                  <a:pt x="503174" y="122629"/>
                </a:cubicBezTo>
                <a:cubicBezTo>
                  <a:pt x="503174" y="118380"/>
                  <a:pt x="501926" y="114973"/>
                  <a:pt x="499430" y="112410"/>
                </a:cubicBezTo>
                <a:cubicBezTo>
                  <a:pt x="496867" y="109914"/>
                  <a:pt x="492820" y="107756"/>
                  <a:pt x="487288" y="105935"/>
                </a:cubicBezTo>
                <a:lnTo>
                  <a:pt x="476766" y="102393"/>
                </a:lnTo>
                <a:cubicBezTo>
                  <a:pt x="467660" y="99425"/>
                  <a:pt x="461387" y="95749"/>
                  <a:pt x="457946" y="91365"/>
                </a:cubicBezTo>
                <a:cubicBezTo>
                  <a:pt x="454371" y="87183"/>
                  <a:pt x="452618" y="81888"/>
                  <a:pt x="452685" y="75480"/>
                </a:cubicBezTo>
                <a:cubicBezTo>
                  <a:pt x="452618" y="66711"/>
                  <a:pt x="455990" y="59729"/>
                  <a:pt x="462803" y="54536"/>
                </a:cubicBezTo>
                <a:cubicBezTo>
                  <a:pt x="469413" y="49477"/>
                  <a:pt x="478250" y="46947"/>
                  <a:pt x="489312" y="46947"/>
                </a:cubicBezTo>
                <a:cubicBezTo>
                  <a:pt x="499497" y="47015"/>
                  <a:pt x="508806" y="48499"/>
                  <a:pt x="517237" y="51399"/>
                </a:cubicBezTo>
                <a:cubicBezTo>
                  <a:pt x="515281" y="59089"/>
                  <a:pt x="513561" y="67217"/>
                  <a:pt x="512077" y="75783"/>
                </a:cubicBezTo>
                <a:lnTo>
                  <a:pt x="508233" y="76491"/>
                </a:lnTo>
                <a:lnTo>
                  <a:pt x="501757" y="57166"/>
                </a:lnTo>
                <a:close/>
                <a:moveTo>
                  <a:pt x="572857" y="11130"/>
                </a:moveTo>
                <a:cubicBezTo>
                  <a:pt x="572857" y="14705"/>
                  <a:pt x="571744" y="17605"/>
                  <a:pt x="569518" y="19831"/>
                </a:cubicBezTo>
                <a:cubicBezTo>
                  <a:pt x="567292" y="22192"/>
                  <a:pt x="564425" y="23339"/>
                  <a:pt x="560918" y="23271"/>
                </a:cubicBezTo>
                <a:cubicBezTo>
                  <a:pt x="557545" y="23339"/>
                  <a:pt x="554813" y="22293"/>
                  <a:pt x="552722" y="20135"/>
                </a:cubicBezTo>
                <a:cubicBezTo>
                  <a:pt x="550564" y="18044"/>
                  <a:pt x="549485" y="15278"/>
                  <a:pt x="549485" y="11838"/>
                </a:cubicBezTo>
                <a:cubicBezTo>
                  <a:pt x="549485" y="8196"/>
                  <a:pt x="550598" y="5295"/>
                  <a:pt x="552824" y="3137"/>
                </a:cubicBezTo>
                <a:cubicBezTo>
                  <a:pt x="555049" y="1046"/>
                  <a:pt x="557984" y="0"/>
                  <a:pt x="561626" y="0"/>
                </a:cubicBezTo>
                <a:cubicBezTo>
                  <a:pt x="564864" y="0"/>
                  <a:pt x="567562" y="944"/>
                  <a:pt x="569720" y="2833"/>
                </a:cubicBezTo>
                <a:cubicBezTo>
                  <a:pt x="571811" y="4857"/>
                  <a:pt x="572857" y="7622"/>
                  <a:pt x="572857" y="11130"/>
                </a:cubicBezTo>
                <a:moveTo>
                  <a:pt x="538658" y="54030"/>
                </a:moveTo>
                <a:cubicBezTo>
                  <a:pt x="550463" y="51871"/>
                  <a:pt x="561424" y="49510"/>
                  <a:pt x="571542" y="46947"/>
                </a:cubicBezTo>
                <a:lnTo>
                  <a:pt x="572452" y="47655"/>
                </a:lnTo>
                <a:cubicBezTo>
                  <a:pt x="572048" y="56492"/>
                  <a:pt x="571845" y="66137"/>
                  <a:pt x="571845" y="76593"/>
                </a:cubicBezTo>
                <a:lnTo>
                  <a:pt x="571845" y="115445"/>
                </a:lnTo>
                <a:cubicBezTo>
                  <a:pt x="571845" y="123540"/>
                  <a:pt x="571913" y="129138"/>
                  <a:pt x="572048" y="132241"/>
                </a:cubicBezTo>
                <a:cubicBezTo>
                  <a:pt x="572115" y="134130"/>
                  <a:pt x="572958" y="135310"/>
                  <a:pt x="574577" y="135782"/>
                </a:cubicBezTo>
                <a:lnTo>
                  <a:pt x="586314" y="139223"/>
                </a:lnTo>
                <a:lnTo>
                  <a:pt x="586516" y="143371"/>
                </a:lnTo>
                <a:cubicBezTo>
                  <a:pt x="577140" y="143168"/>
                  <a:pt x="569181" y="143067"/>
                  <a:pt x="562638" y="143067"/>
                </a:cubicBezTo>
                <a:cubicBezTo>
                  <a:pt x="555960" y="143067"/>
                  <a:pt x="548068" y="143168"/>
                  <a:pt x="538962" y="143371"/>
                </a:cubicBezTo>
                <a:lnTo>
                  <a:pt x="538557" y="139223"/>
                </a:lnTo>
                <a:lnTo>
                  <a:pt x="550294" y="135782"/>
                </a:lnTo>
                <a:cubicBezTo>
                  <a:pt x="551778" y="135310"/>
                  <a:pt x="552587" y="134012"/>
                  <a:pt x="552722" y="131887"/>
                </a:cubicBezTo>
                <a:cubicBezTo>
                  <a:pt x="552857" y="129762"/>
                  <a:pt x="552958" y="125597"/>
                  <a:pt x="553026" y="119391"/>
                </a:cubicBezTo>
                <a:lnTo>
                  <a:pt x="553026" y="85598"/>
                </a:lnTo>
                <a:cubicBezTo>
                  <a:pt x="553026" y="76829"/>
                  <a:pt x="552891" y="68667"/>
                  <a:pt x="552621" y="61112"/>
                </a:cubicBezTo>
                <a:lnTo>
                  <a:pt x="539164" y="57470"/>
                </a:lnTo>
                <a:lnTo>
                  <a:pt x="538658" y="54030"/>
                </a:lnTo>
                <a:close/>
                <a:moveTo>
                  <a:pt x="620628" y="95311"/>
                </a:moveTo>
                <a:cubicBezTo>
                  <a:pt x="620560" y="107992"/>
                  <a:pt x="622921" y="118245"/>
                  <a:pt x="627710" y="126069"/>
                </a:cubicBezTo>
                <a:cubicBezTo>
                  <a:pt x="632365" y="134096"/>
                  <a:pt x="639346" y="138076"/>
                  <a:pt x="648655" y="138008"/>
                </a:cubicBezTo>
                <a:cubicBezTo>
                  <a:pt x="657288" y="138008"/>
                  <a:pt x="663899" y="134501"/>
                  <a:pt x="668486" y="127486"/>
                </a:cubicBezTo>
                <a:cubicBezTo>
                  <a:pt x="673005" y="120538"/>
                  <a:pt x="675265" y="110218"/>
                  <a:pt x="675265" y="96525"/>
                </a:cubicBezTo>
                <a:cubicBezTo>
                  <a:pt x="675197" y="83709"/>
                  <a:pt x="672803" y="73557"/>
                  <a:pt x="668081" y="66070"/>
                </a:cubicBezTo>
                <a:cubicBezTo>
                  <a:pt x="663292" y="58718"/>
                  <a:pt x="656378" y="55008"/>
                  <a:pt x="647339" y="54940"/>
                </a:cubicBezTo>
                <a:cubicBezTo>
                  <a:pt x="638705" y="54940"/>
                  <a:pt x="632095" y="58279"/>
                  <a:pt x="627508" y="64957"/>
                </a:cubicBezTo>
                <a:cubicBezTo>
                  <a:pt x="622921" y="71635"/>
                  <a:pt x="620628" y="81753"/>
                  <a:pt x="620628" y="95311"/>
                </a:cubicBezTo>
                <a:moveTo>
                  <a:pt x="696006" y="94400"/>
                </a:moveTo>
                <a:cubicBezTo>
                  <a:pt x="696006" y="109847"/>
                  <a:pt x="691352" y="122258"/>
                  <a:pt x="682044" y="131634"/>
                </a:cubicBezTo>
                <a:cubicBezTo>
                  <a:pt x="672803" y="141145"/>
                  <a:pt x="660998" y="145900"/>
                  <a:pt x="646631" y="145900"/>
                </a:cubicBezTo>
                <a:cubicBezTo>
                  <a:pt x="632668" y="145968"/>
                  <a:pt x="621404" y="141482"/>
                  <a:pt x="612837" y="132444"/>
                </a:cubicBezTo>
                <a:cubicBezTo>
                  <a:pt x="604203" y="123607"/>
                  <a:pt x="599886" y="111938"/>
                  <a:pt x="599886" y="97436"/>
                </a:cubicBezTo>
                <a:cubicBezTo>
                  <a:pt x="599886" y="82596"/>
                  <a:pt x="604406" y="70454"/>
                  <a:pt x="613444" y="61011"/>
                </a:cubicBezTo>
                <a:cubicBezTo>
                  <a:pt x="622415" y="51635"/>
                  <a:pt x="634355" y="46947"/>
                  <a:pt x="649262" y="46947"/>
                </a:cubicBezTo>
                <a:cubicBezTo>
                  <a:pt x="663224" y="47015"/>
                  <a:pt x="674523" y="51332"/>
                  <a:pt x="683157" y="59898"/>
                </a:cubicBezTo>
                <a:cubicBezTo>
                  <a:pt x="691723" y="68667"/>
                  <a:pt x="696006" y="80168"/>
                  <a:pt x="696006" y="94400"/>
                </a:cubicBezTo>
                <a:close/>
                <a:moveTo>
                  <a:pt x="706404" y="54030"/>
                </a:moveTo>
                <a:cubicBezTo>
                  <a:pt x="717736" y="51939"/>
                  <a:pt x="728427" y="49578"/>
                  <a:pt x="738477" y="46947"/>
                </a:cubicBezTo>
                <a:lnTo>
                  <a:pt x="739489" y="47655"/>
                </a:lnTo>
                <a:lnTo>
                  <a:pt x="739489" y="59392"/>
                </a:lnTo>
                <a:cubicBezTo>
                  <a:pt x="751226" y="51095"/>
                  <a:pt x="762187" y="46947"/>
                  <a:pt x="772372" y="46947"/>
                </a:cubicBezTo>
                <a:cubicBezTo>
                  <a:pt x="781883" y="46947"/>
                  <a:pt x="789371" y="49612"/>
                  <a:pt x="794834" y="54940"/>
                </a:cubicBezTo>
                <a:cubicBezTo>
                  <a:pt x="800298" y="60404"/>
                  <a:pt x="803030" y="68026"/>
                  <a:pt x="803030" y="77807"/>
                </a:cubicBezTo>
                <a:lnTo>
                  <a:pt x="803030" y="113523"/>
                </a:lnTo>
                <a:cubicBezTo>
                  <a:pt x="803030" y="121955"/>
                  <a:pt x="803097" y="128194"/>
                  <a:pt x="803232" y="132241"/>
                </a:cubicBezTo>
                <a:cubicBezTo>
                  <a:pt x="803232" y="134130"/>
                  <a:pt x="804109" y="135310"/>
                  <a:pt x="805863" y="135782"/>
                </a:cubicBezTo>
                <a:lnTo>
                  <a:pt x="817094" y="139223"/>
                </a:lnTo>
                <a:lnTo>
                  <a:pt x="817296" y="143371"/>
                </a:lnTo>
                <a:cubicBezTo>
                  <a:pt x="808325" y="143168"/>
                  <a:pt x="800568" y="143067"/>
                  <a:pt x="794025" y="143067"/>
                </a:cubicBezTo>
                <a:cubicBezTo>
                  <a:pt x="787347" y="143067"/>
                  <a:pt x="779961" y="143168"/>
                  <a:pt x="771867" y="143371"/>
                </a:cubicBezTo>
                <a:lnTo>
                  <a:pt x="771462" y="139223"/>
                </a:lnTo>
                <a:lnTo>
                  <a:pt x="781580" y="136288"/>
                </a:lnTo>
                <a:cubicBezTo>
                  <a:pt x="783064" y="135816"/>
                  <a:pt x="783907" y="134771"/>
                  <a:pt x="784109" y="133152"/>
                </a:cubicBezTo>
                <a:cubicBezTo>
                  <a:pt x="784177" y="132275"/>
                  <a:pt x="784210" y="130150"/>
                  <a:pt x="784210" y="126777"/>
                </a:cubicBezTo>
                <a:lnTo>
                  <a:pt x="784210" y="82663"/>
                </a:lnTo>
                <a:cubicBezTo>
                  <a:pt x="784143" y="74367"/>
                  <a:pt x="782153" y="68397"/>
                  <a:pt x="778241" y="64755"/>
                </a:cubicBezTo>
                <a:cubicBezTo>
                  <a:pt x="774261" y="61247"/>
                  <a:pt x="768427" y="59460"/>
                  <a:pt x="760737" y="59392"/>
                </a:cubicBezTo>
                <a:cubicBezTo>
                  <a:pt x="753857" y="59392"/>
                  <a:pt x="746808" y="61348"/>
                  <a:pt x="739590" y="65261"/>
                </a:cubicBezTo>
                <a:lnTo>
                  <a:pt x="739590" y="109476"/>
                </a:lnTo>
                <a:cubicBezTo>
                  <a:pt x="739590" y="117975"/>
                  <a:pt x="739658" y="125698"/>
                  <a:pt x="739793" y="132646"/>
                </a:cubicBezTo>
                <a:cubicBezTo>
                  <a:pt x="739793" y="134467"/>
                  <a:pt x="740569" y="135614"/>
                  <a:pt x="742120" y="136086"/>
                </a:cubicBezTo>
                <a:lnTo>
                  <a:pt x="752643" y="139223"/>
                </a:lnTo>
                <a:lnTo>
                  <a:pt x="752845" y="143371"/>
                </a:lnTo>
                <a:cubicBezTo>
                  <a:pt x="744413" y="143168"/>
                  <a:pt x="736926" y="143067"/>
                  <a:pt x="730383" y="143067"/>
                </a:cubicBezTo>
                <a:cubicBezTo>
                  <a:pt x="723638" y="143067"/>
                  <a:pt x="715780" y="143168"/>
                  <a:pt x="706808" y="143371"/>
                </a:cubicBezTo>
                <a:lnTo>
                  <a:pt x="706404" y="139223"/>
                </a:lnTo>
                <a:lnTo>
                  <a:pt x="718343" y="135782"/>
                </a:lnTo>
                <a:cubicBezTo>
                  <a:pt x="719759" y="135243"/>
                  <a:pt x="720535" y="134197"/>
                  <a:pt x="720670" y="132646"/>
                </a:cubicBezTo>
                <a:cubicBezTo>
                  <a:pt x="720737" y="128329"/>
                  <a:pt x="720771" y="124181"/>
                  <a:pt x="720771" y="120201"/>
                </a:cubicBezTo>
                <a:lnTo>
                  <a:pt x="720771" y="85699"/>
                </a:lnTo>
                <a:cubicBezTo>
                  <a:pt x="720771" y="76930"/>
                  <a:pt x="720636" y="68734"/>
                  <a:pt x="720366" y="61112"/>
                </a:cubicBezTo>
                <a:lnTo>
                  <a:pt x="706910" y="57470"/>
                </a:lnTo>
                <a:lnTo>
                  <a:pt x="706404" y="54030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KSG">
            <a:extLst xmlns:a="http://schemas.openxmlformats.org/drawingml/2006/main">
              <a:ext uri="{FF2B5EF4-FFF2-40B4-BE49-F238E27FC236}">
                <a16:creationId xmlns:a16="http://schemas.microsoft.com/office/drawing/2014/main" id="{95D169A9-39CA-4004-A443-3242F86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78" y="1588580"/>
            <a:ext cx="465694" cy="168902"/>
          </a:xfrm>
          <a:custGeom xmlns:a="http://schemas.openxmlformats.org/drawingml/2006/main">
            <a:pathLst>
              <a:path w="465694" h="168902">
                <a:moveTo>
                  <a:pt x="53538" y="35615"/>
                </a:moveTo>
                <a:lnTo>
                  <a:pt x="53538" y="128237"/>
                </a:lnTo>
                <a:cubicBezTo>
                  <a:pt x="53461" y="132863"/>
                  <a:pt x="53500" y="137064"/>
                  <a:pt x="53654" y="140841"/>
                </a:cubicBezTo>
                <a:cubicBezTo>
                  <a:pt x="53577" y="144696"/>
                  <a:pt x="53615" y="148088"/>
                  <a:pt x="53769" y="151017"/>
                </a:cubicBezTo>
                <a:cubicBezTo>
                  <a:pt x="53769" y="153176"/>
                  <a:pt x="54772" y="154525"/>
                  <a:pt x="56776" y="155064"/>
                </a:cubicBezTo>
                <a:lnTo>
                  <a:pt x="70189" y="159111"/>
                </a:lnTo>
                <a:lnTo>
                  <a:pt x="70536" y="164893"/>
                </a:lnTo>
                <a:cubicBezTo>
                  <a:pt x="60900" y="164662"/>
                  <a:pt x="49607" y="164546"/>
                  <a:pt x="36656" y="164546"/>
                </a:cubicBezTo>
                <a:cubicBezTo>
                  <a:pt x="23088" y="164546"/>
                  <a:pt x="11062" y="164662"/>
                  <a:pt x="578" y="164893"/>
                </a:cubicBezTo>
                <a:lnTo>
                  <a:pt x="0" y="159111"/>
                </a:lnTo>
                <a:lnTo>
                  <a:pt x="15495" y="154833"/>
                </a:lnTo>
                <a:cubicBezTo>
                  <a:pt x="17422" y="154293"/>
                  <a:pt x="18424" y="152790"/>
                  <a:pt x="18501" y="150323"/>
                </a:cubicBezTo>
                <a:cubicBezTo>
                  <a:pt x="18578" y="147856"/>
                  <a:pt x="18694" y="144696"/>
                  <a:pt x="18848" y="140841"/>
                </a:cubicBezTo>
                <a:cubicBezTo>
                  <a:pt x="18848" y="137064"/>
                  <a:pt x="18848" y="132863"/>
                  <a:pt x="18848" y="128237"/>
                </a:cubicBezTo>
                <a:lnTo>
                  <a:pt x="18848" y="36078"/>
                </a:lnTo>
                <a:cubicBezTo>
                  <a:pt x="18848" y="32300"/>
                  <a:pt x="18848" y="28793"/>
                  <a:pt x="18848" y="25555"/>
                </a:cubicBezTo>
                <a:cubicBezTo>
                  <a:pt x="18694" y="22471"/>
                  <a:pt x="18617" y="19581"/>
                  <a:pt x="18617" y="16882"/>
                </a:cubicBezTo>
                <a:cubicBezTo>
                  <a:pt x="18463" y="14955"/>
                  <a:pt x="17538" y="13683"/>
                  <a:pt x="15842" y="13067"/>
                </a:cubicBezTo>
                <a:lnTo>
                  <a:pt x="347" y="8557"/>
                </a:lnTo>
                <a:lnTo>
                  <a:pt x="0" y="2660"/>
                </a:lnTo>
                <a:cubicBezTo>
                  <a:pt x="10638" y="3045"/>
                  <a:pt x="22510" y="3199"/>
                  <a:pt x="35615" y="3122"/>
                </a:cubicBezTo>
                <a:cubicBezTo>
                  <a:pt x="48874" y="3199"/>
                  <a:pt x="60284" y="3045"/>
                  <a:pt x="69843" y="2660"/>
                </a:cubicBezTo>
                <a:lnTo>
                  <a:pt x="70536" y="8557"/>
                </a:lnTo>
                <a:lnTo>
                  <a:pt x="56776" y="12488"/>
                </a:lnTo>
                <a:cubicBezTo>
                  <a:pt x="54849" y="13105"/>
                  <a:pt x="53827" y="14589"/>
                  <a:pt x="53712" y="16940"/>
                </a:cubicBezTo>
                <a:cubicBezTo>
                  <a:pt x="53596" y="19291"/>
                  <a:pt x="53577" y="22047"/>
                  <a:pt x="53654" y="25208"/>
                </a:cubicBezTo>
                <a:cubicBezTo>
                  <a:pt x="53500" y="28446"/>
                  <a:pt x="53461" y="31915"/>
                  <a:pt x="53538" y="35615"/>
                </a:cubicBezTo>
                <a:moveTo>
                  <a:pt x="56198" y="83719"/>
                </a:moveTo>
                <a:lnTo>
                  <a:pt x="103607" y="31568"/>
                </a:lnTo>
                <a:cubicBezTo>
                  <a:pt x="107308" y="27559"/>
                  <a:pt x="110276" y="24090"/>
                  <a:pt x="112511" y="21161"/>
                </a:cubicBezTo>
                <a:cubicBezTo>
                  <a:pt x="114670" y="18463"/>
                  <a:pt x="115749" y="16227"/>
                  <a:pt x="115749" y="14454"/>
                </a:cubicBezTo>
                <a:cubicBezTo>
                  <a:pt x="115749" y="12989"/>
                  <a:pt x="114708" y="11949"/>
                  <a:pt x="112627" y="11332"/>
                </a:cubicBezTo>
                <a:lnTo>
                  <a:pt x="102567" y="8788"/>
                </a:lnTo>
                <a:lnTo>
                  <a:pt x="102220" y="2660"/>
                </a:lnTo>
                <a:cubicBezTo>
                  <a:pt x="110391" y="3045"/>
                  <a:pt x="119334" y="3199"/>
                  <a:pt x="129047" y="3122"/>
                </a:cubicBezTo>
                <a:cubicBezTo>
                  <a:pt x="138529" y="3199"/>
                  <a:pt x="147625" y="3045"/>
                  <a:pt x="156336" y="2660"/>
                </a:cubicBezTo>
                <a:lnTo>
                  <a:pt x="156914" y="8557"/>
                </a:lnTo>
                <a:lnTo>
                  <a:pt x="143848" y="12141"/>
                </a:lnTo>
                <a:cubicBezTo>
                  <a:pt x="139993" y="13298"/>
                  <a:pt x="136756" y="15071"/>
                  <a:pt x="134135" y="17461"/>
                </a:cubicBezTo>
                <a:cubicBezTo>
                  <a:pt x="131437" y="19927"/>
                  <a:pt x="128584" y="22741"/>
                  <a:pt x="125578" y="25902"/>
                </a:cubicBezTo>
                <a:lnTo>
                  <a:pt x="85916" y="70189"/>
                </a:lnTo>
                <a:lnTo>
                  <a:pt x="136794" y="145004"/>
                </a:lnTo>
                <a:cubicBezTo>
                  <a:pt x="139184" y="148473"/>
                  <a:pt x="141381" y="150901"/>
                  <a:pt x="143385" y="152289"/>
                </a:cubicBezTo>
                <a:cubicBezTo>
                  <a:pt x="145313" y="153831"/>
                  <a:pt x="147625" y="154949"/>
                  <a:pt x="150323" y="155642"/>
                </a:cubicBezTo>
                <a:lnTo>
                  <a:pt x="161540" y="159111"/>
                </a:lnTo>
                <a:lnTo>
                  <a:pt x="161887" y="164893"/>
                </a:lnTo>
                <a:cubicBezTo>
                  <a:pt x="153330" y="164662"/>
                  <a:pt x="144503" y="164546"/>
                  <a:pt x="135407" y="164546"/>
                </a:cubicBezTo>
                <a:cubicBezTo>
                  <a:pt x="126927" y="164623"/>
                  <a:pt x="117792" y="164700"/>
                  <a:pt x="108002" y="164777"/>
                </a:cubicBezTo>
                <a:cubicBezTo>
                  <a:pt x="105689" y="159767"/>
                  <a:pt x="99406" y="149437"/>
                  <a:pt x="89153" y="133788"/>
                </a:cubicBezTo>
                <a:lnTo>
                  <a:pt x="56198" y="83719"/>
                </a:lnTo>
                <a:close/>
                <a:moveTo>
                  <a:pt x="256822" y="13645"/>
                </a:moveTo>
                <a:cubicBezTo>
                  <a:pt x="251811" y="11718"/>
                  <a:pt x="245817" y="10773"/>
                  <a:pt x="238841" y="10812"/>
                </a:cubicBezTo>
                <a:cubicBezTo>
                  <a:pt x="231864" y="10850"/>
                  <a:pt x="225601" y="13221"/>
                  <a:pt x="220050" y="17923"/>
                </a:cubicBezTo>
                <a:cubicBezTo>
                  <a:pt x="214346" y="22780"/>
                  <a:pt x="211493" y="28947"/>
                  <a:pt x="211493" y="36424"/>
                </a:cubicBezTo>
                <a:cubicBezTo>
                  <a:pt x="211493" y="40973"/>
                  <a:pt x="212418" y="44866"/>
                  <a:pt x="214269" y="48103"/>
                </a:cubicBezTo>
                <a:cubicBezTo>
                  <a:pt x="216042" y="51341"/>
                  <a:pt x="218508" y="54232"/>
                  <a:pt x="221669" y="56776"/>
                </a:cubicBezTo>
                <a:cubicBezTo>
                  <a:pt x="224676" y="59397"/>
                  <a:pt x="228222" y="61671"/>
                  <a:pt x="232307" y="63598"/>
                </a:cubicBezTo>
                <a:cubicBezTo>
                  <a:pt x="236162" y="65680"/>
                  <a:pt x="240248" y="67684"/>
                  <a:pt x="244564" y="69611"/>
                </a:cubicBezTo>
                <a:cubicBezTo>
                  <a:pt x="249267" y="71847"/>
                  <a:pt x="254008" y="74275"/>
                  <a:pt x="258787" y="76896"/>
                </a:cubicBezTo>
                <a:cubicBezTo>
                  <a:pt x="263490" y="79671"/>
                  <a:pt x="267768" y="82832"/>
                  <a:pt x="271623" y="86378"/>
                </a:cubicBezTo>
                <a:cubicBezTo>
                  <a:pt x="275323" y="90078"/>
                  <a:pt x="278407" y="94472"/>
                  <a:pt x="280873" y="99560"/>
                </a:cubicBezTo>
                <a:cubicBezTo>
                  <a:pt x="283186" y="104648"/>
                  <a:pt x="284342" y="110815"/>
                  <a:pt x="284342" y="118062"/>
                </a:cubicBezTo>
                <a:cubicBezTo>
                  <a:pt x="284342" y="133788"/>
                  <a:pt x="278445" y="146083"/>
                  <a:pt x="266650" y="154949"/>
                </a:cubicBezTo>
                <a:cubicBezTo>
                  <a:pt x="254779" y="163891"/>
                  <a:pt x="239207" y="168362"/>
                  <a:pt x="219935" y="168362"/>
                </a:cubicBezTo>
                <a:cubicBezTo>
                  <a:pt x="205904" y="168362"/>
                  <a:pt x="192144" y="166165"/>
                  <a:pt x="178653" y="161771"/>
                </a:cubicBezTo>
                <a:lnTo>
                  <a:pt x="177960" y="160730"/>
                </a:lnTo>
                <a:lnTo>
                  <a:pt x="184088" y="119102"/>
                </a:lnTo>
                <a:lnTo>
                  <a:pt x="191258" y="117946"/>
                </a:lnTo>
                <a:lnTo>
                  <a:pt x="199930" y="153330"/>
                </a:lnTo>
                <a:cubicBezTo>
                  <a:pt x="205403" y="155874"/>
                  <a:pt x="212303" y="157146"/>
                  <a:pt x="220628" y="157146"/>
                </a:cubicBezTo>
                <a:cubicBezTo>
                  <a:pt x="228954" y="157146"/>
                  <a:pt x="236123" y="154640"/>
                  <a:pt x="242136" y="149630"/>
                </a:cubicBezTo>
                <a:cubicBezTo>
                  <a:pt x="247995" y="144696"/>
                  <a:pt x="250963" y="138066"/>
                  <a:pt x="251040" y="129741"/>
                </a:cubicBezTo>
                <a:cubicBezTo>
                  <a:pt x="251040" y="125115"/>
                  <a:pt x="250115" y="121107"/>
                  <a:pt x="248265" y="117715"/>
                </a:cubicBezTo>
                <a:cubicBezTo>
                  <a:pt x="246338" y="114554"/>
                  <a:pt x="243832" y="111625"/>
                  <a:pt x="240749" y="108927"/>
                </a:cubicBezTo>
                <a:cubicBezTo>
                  <a:pt x="237588" y="106383"/>
                  <a:pt x="234003" y="104109"/>
                  <a:pt x="229995" y="102104"/>
                </a:cubicBezTo>
                <a:cubicBezTo>
                  <a:pt x="225909" y="100177"/>
                  <a:pt x="221746" y="98173"/>
                  <a:pt x="217506" y="96091"/>
                </a:cubicBezTo>
                <a:cubicBezTo>
                  <a:pt x="212727" y="93779"/>
                  <a:pt x="208024" y="91350"/>
                  <a:pt x="203399" y="88806"/>
                </a:cubicBezTo>
                <a:cubicBezTo>
                  <a:pt x="198620" y="86262"/>
                  <a:pt x="194418" y="83179"/>
                  <a:pt x="190795" y="79556"/>
                </a:cubicBezTo>
                <a:cubicBezTo>
                  <a:pt x="187095" y="76010"/>
                  <a:pt x="184088" y="71654"/>
                  <a:pt x="181776" y="66489"/>
                </a:cubicBezTo>
                <a:cubicBezTo>
                  <a:pt x="179463" y="61555"/>
                  <a:pt x="178307" y="55465"/>
                  <a:pt x="178307" y="48219"/>
                </a:cubicBezTo>
                <a:cubicBezTo>
                  <a:pt x="178307" y="33572"/>
                  <a:pt x="183934" y="21855"/>
                  <a:pt x="195189" y="13067"/>
                </a:cubicBezTo>
                <a:cubicBezTo>
                  <a:pt x="206367" y="4433"/>
                  <a:pt x="220975" y="77"/>
                  <a:pt x="239014" y="0"/>
                </a:cubicBezTo>
                <a:cubicBezTo>
                  <a:pt x="250423" y="0"/>
                  <a:pt x="263413" y="1773"/>
                  <a:pt x="277983" y="5319"/>
                </a:cubicBezTo>
                <a:lnTo>
                  <a:pt x="278676" y="6360"/>
                </a:lnTo>
                <a:lnTo>
                  <a:pt x="271623" y="43594"/>
                </a:lnTo>
                <a:lnTo>
                  <a:pt x="265263" y="44634"/>
                </a:lnTo>
                <a:lnTo>
                  <a:pt x="256822" y="13645"/>
                </a:lnTo>
                <a:close/>
                <a:moveTo>
                  <a:pt x="438057" y="45328"/>
                </a:moveTo>
                <a:lnTo>
                  <a:pt x="431582" y="46253"/>
                </a:lnTo>
                <a:lnTo>
                  <a:pt x="423488" y="14339"/>
                </a:lnTo>
                <a:cubicBezTo>
                  <a:pt x="417012" y="12257"/>
                  <a:pt x="409457" y="11216"/>
                  <a:pt x="400824" y="11216"/>
                </a:cubicBezTo>
                <a:cubicBezTo>
                  <a:pt x="383479" y="11216"/>
                  <a:pt x="370027" y="17615"/>
                  <a:pt x="360468" y="30412"/>
                </a:cubicBezTo>
                <a:cubicBezTo>
                  <a:pt x="350754" y="43285"/>
                  <a:pt x="345898" y="60939"/>
                  <a:pt x="345898" y="83372"/>
                </a:cubicBezTo>
                <a:cubicBezTo>
                  <a:pt x="345898" y="106884"/>
                  <a:pt x="350754" y="125154"/>
                  <a:pt x="360468" y="138182"/>
                </a:cubicBezTo>
                <a:cubicBezTo>
                  <a:pt x="370181" y="151287"/>
                  <a:pt x="383787" y="157839"/>
                  <a:pt x="401286" y="157839"/>
                </a:cubicBezTo>
                <a:cubicBezTo>
                  <a:pt x="405449" y="157839"/>
                  <a:pt x="409920" y="157493"/>
                  <a:pt x="414700" y="156799"/>
                </a:cubicBezTo>
                <a:lnTo>
                  <a:pt x="414700" y="126387"/>
                </a:lnTo>
                <a:cubicBezTo>
                  <a:pt x="414700" y="122610"/>
                  <a:pt x="414700" y="119102"/>
                  <a:pt x="414700" y="115865"/>
                </a:cubicBezTo>
                <a:cubicBezTo>
                  <a:pt x="414545" y="112781"/>
                  <a:pt x="414468" y="109890"/>
                  <a:pt x="414468" y="107192"/>
                </a:cubicBezTo>
                <a:cubicBezTo>
                  <a:pt x="414314" y="105265"/>
                  <a:pt x="413350" y="103993"/>
                  <a:pt x="411577" y="103376"/>
                </a:cubicBezTo>
                <a:lnTo>
                  <a:pt x="395851" y="98866"/>
                </a:lnTo>
                <a:lnTo>
                  <a:pt x="395504" y="93085"/>
                </a:lnTo>
                <a:cubicBezTo>
                  <a:pt x="406374" y="93316"/>
                  <a:pt x="418246" y="93432"/>
                  <a:pt x="431119" y="93432"/>
                </a:cubicBezTo>
                <a:cubicBezTo>
                  <a:pt x="444302" y="93432"/>
                  <a:pt x="455595" y="93316"/>
                  <a:pt x="465000" y="93085"/>
                </a:cubicBezTo>
                <a:lnTo>
                  <a:pt x="465694" y="98866"/>
                </a:lnTo>
                <a:lnTo>
                  <a:pt x="451933" y="102682"/>
                </a:lnTo>
                <a:cubicBezTo>
                  <a:pt x="450006" y="103299"/>
                  <a:pt x="448985" y="104822"/>
                  <a:pt x="448869" y="107250"/>
                </a:cubicBezTo>
                <a:cubicBezTo>
                  <a:pt x="448754" y="109678"/>
                  <a:pt x="448734" y="112434"/>
                  <a:pt x="448811" y="115518"/>
                </a:cubicBezTo>
                <a:cubicBezTo>
                  <a:pt x="448657" y="118755"/>
                  <a:pt x="448619" y="122224"/>
                  <a:pt x="448696" y="125925"/>
                </a:cubicBezTo>
                <a:lnTo>
                  <a:pt x="448696" y="162349"/>
                </a:lnTo>
                <a:lnTo>
                  <a:pt x="447886" y="163159"/>
                </a:lnTo>
                <a:cubicBezTo>
                  <a:pt x="431235" y="167013"/>
                  <a:pt x="415470" y="168902"/>
                  <a:pt x="400592" y="168825"/>
                </a:cubicBezTo>
                <a:cubicBezTo>
                  <a:pt x="372455" y="168825"/>
                  <a:pt x="349906" y="161655"/>
                  <a:pt x="332947" y="147317"/>
                </a:cubicBezTo>
                <a:cubicBezTo>
                  <a:pt x="315833" y="132978"/>
                  <a:pt x="307276" y="112974"/>
                  <a:pt x="307276" y="87303"/>
                </a:cubicBezTo>
                <a:cubicBezTo>
                  <a:pt x="307276" y="60014"/>
                  <a:pt x="315833" y="38622"/>
                  <a:pt x="332947" y="23127"/>
                </a:cubicBezTo>
                <a:cubicBezTo>
                  <a:pt x="349906" y="7786"/>
                  <a:pt x="373187" y="77"/>
                  <a:pt x="402789" y="0"/>
                </a:cubicBezTo>
                <a:cubicBezTo>
                  <a:pt x="416897" y="77"/>
                  <a:pt x="430850" y="1657"/>
                  <a:pt x="444649" y="4741"/>
                </a:cubicBezTo>
                <a:lnTo>
                  <a:pt x="445458" y="5782"/>
                </a:lnTo>
                <a:lnTo>
                  <a:pt x="438057" y="45328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DIFUZE">
            <a:extLst xmlns:a="http://schemas.openxmlformats.org/drawingml/2006/main">
              <a:ext uri="{FF2B5EF4-FFF2-40B4-BE49-F238E27FC236}">
                <a16:creationId xmlns:a16="http://schemas.microsoft.com/office/drawing/2014/main" id="{0CE1FE23-5A98-4251-8184-5E6CABF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78" y="865410"/>
            <a:ext cx="851832" cy="167206"/>
          </a:xfrm>
          <a:custGeom xmlns:a="http://schemas.openxmlformats.org/drawingml/2006/main">
            <a:pathLst>
              <a:path w="851832" h="167206">
                <a:moveTo>
                  <a:pt x="31337" y="162580"/>
                </a:moveTo>
                <a:cubicBezTo>
                  <a:pt x="21315" y="162580"/>
                  <a:pt x="11062" y="162696"/>
                  <a:pt x="578" y="162927"/>
                </a:cubicBezTo>
                <a:lnTo>
                  <a:pt x="0" y="157146"/>
                </a:lnTo>
                <a:lnTo>
                  <a:pt x="15495" y="152867"/>
                </a:lnTo>
                <a:cubicBezTo>
                  <a:pt x="17422" y="152328"/>
                  <a:pt x="18424" y="150824"/>
                  <a:pt x="18501" y="148358"/>
                </a:cubicBezTo>
                <a:cubicBezTo>
                  <a:pt x="18578" y="145891"/>
                  <a:pt x="18694" y="142730"/>
                  <a:pt x="18848" y="138876"/>
                </a:cubicBezTo>
                <a:cubicBezTo>
                  <a:pt x="18848" y="135098"/>
                  <a:pt x="18848" y="130897"/>
                  <a:pt x="18848" y="126272"/>
                </a:cubicBezTo>
                <a:lnTo>
                  <a:pt x="18848" y="34112"/>
                </a:lnTo>
                <a:cubicBezTo>
                  <a:pt x="18848" y="30334"/>
                  <a:pt x="18848" y="26827"/>
                  <a:pt x="18848" y="23589"/>
                </a:cubicBezTo>
                <a:cubicBezTo>
                  <a:pt x="18694" y="20506"/>
                  <a:pt x="18617" y="17615"/>
                  <a:pt x="18617" y="14917"/>
                </a:cubicBezTo>
                <a:cubicBezTo>
                  <a:pt x="18463" y="12989"/>
                  <a:pt x="17538" y="11718"/>
                  <a:pt x="15842" y="11101"/>
                </a:cubicBezTo>
                <a:lnTo>
                  <a:pt x="347" y="6591"/>
                </a:lnTo>
                <a:lnTo>
                  <a:pt x="0" y="694"/>
                </a:lnTo>
                <a:cubicBezTo>
                  <a:pt x="10715" y="1079"/>
                  <a:pt x="21045" y="1233"/>
                  <a:pt x="30990" y="1156"/>
                </a:cubicBezTo>
                <a:cubicBezTo>
                  <a:pt x="39315" y="1156"/>
                  <a:pt x="47294" y="964"/>
                  <a:pt x="54926" y="578"/>
                </a:cubicBezTo>
                <a:cubicBezTo>
                  <a:pt x="62481" y="270"/>
                  <a:pt x="70382" y="77"/>
                  <a:pt x="78631" y="0"/>
                </a:cubicBezTo>
                <a:cubicBezTo>
                  <a:pt x="107385" y="0"/>
                  <a:pt x="129008" y="6129"/>
                  <a:pt x="143501" y="18386"/>
                </a:cubicBezTo>
                <a:cubicBezTo>
                  <a:pt x="157917" y="30797"/>
                  <a:pt x="165163" y="49067"/>
                  <a:pt x="165240" y="73196"/>
                </a:cubicBezTo>
                <a:cubicBezTo>
                  <a:pt x="165240" y="101796"/>
                  <a:pt x="157223" y="123920"/>
                  <a:pt x="141188" y="139569"/>
                </a:cubicBezTo>
                <a:cubicBezTo>
                  <a:pt x="125077" y="155450"/>
                  <a:pt x="102451" y="163351"/>
                  <a:pt x="73312" y="163274"/>
                </a:cubicBezTo>
                <a:cubicBezTo>
                  <a:pt x="65294" y="163274"/>
                  <a:pt x="58164" y="163159"/>
                  <a:pt x="51919" y="162927"/>
                </a:cubicBezTo>
                <a:cubicBezTo>
                  <a:pt x="45675" y="162696"/>
                  <a:pt x="38814" y="162580"/>
                  <a:pt x="31337" y="162580"/>
                </a:cubicBezTo>
                <a:moveTo>
                  <a:pt x="53538" y="150786"/>
                </a:moveTo>
                <a:cubicBezTo>
                  <a:pt x="57161" y="151557"/>
                  <a:pt x="60785" y="151981"/>
                  <a:pt x="64408" y="152058"/>
                </a:cubicBezTo>
                <a:cubicBezTo>
                  <a:pt x="67954" y="152289"/>
                  <a:pt x="71538" y="152405"/>
                  <a:pt x="75162" y="152405"/>
                </a:cubicBezTo>
                <a:cubicBezTo>
                  <a:pt x="91890" y="152405"/>
                  <a:pt x="104610" y="146507"/>
                  <a:pt x="113321" y="134713"/>
                </a:cubicBezTo>
                <a:cubicBezTo>
                  <a:pt x="121955" y="122995"/>
                  <a:pt x="126310" y="105034"/>
                  <a:pt x="126387" y="80828"/>
                </a:cubicBezTo>
                <a:cubicBezTo>
                  <a:pt x="126387" y="57393"/>
                  <a:pt x="122224" y="39932"/>
                  <a:pt x="113899" y="28446"/>
                </a:cubicBezTo>
                <a:cubicBezTo>
                  <a:pt x="105573" y="17114"/>
                  <a:pt x="92468" y="11448"/>
                  <a:pt x="74583" y="11448"/>
                </a:cubicBezTo>
                <a:cubicBezTo>
                  <a:pt x="67954" y="11525"/>
                  <a:pt x="60939" y="11833"/>
                  <a:pt x="53538" y="12373"/>
                </a:cubicBezTo>
                <a:lnTo>
                  <a:pt x="53538" y="150786"/>
                </a:lnTo>
                <a:close/>
                <a:moveTo>
                  <a:pt x="241018" y="126272"/>
                </a:moveTo>
                <a:cubicBezTo>
                  <a:pt x="240941" y="130897"/>
                  <a:pt x="240980" y="135098"/>
                  <a:pt x="241134" y="138876"/>
                </a:cubicBezTo>
                <a:cubicBezTo>
                  <a:pt x="241057" y="142730"/>
                  <a:pt x="241095" y="146122"/>
                  <a:pt x="241250" y="149051"/>
                </a:cubicBezTo>
                <a:cubicBezTo>
                  <a:pt x="241327" y="151056"/>
                  <a:pt x="242637" y="152405"/>
                  <a:pt x="245181" y="153099"/>
                </a:cubicBezTo>
                <a:lnTo>
                  <a:pt x="259404" y="157146"/>
                </a:lnTo>
                <a:lnTo>
                  <a:pt x="259751" y="162927"/>
                </a:lnTo>
                <a:cubicBezTo>
                  <a:pt x="248959" y="162696"/>
                  <a:pt x="237087" y="162580"/>
                  <a:pt x="224136" y="162580"/>
                </a:cubicBezTo>
                <a:cubicBezTo>
                  <a:pt x="210568" y="162580"/>
                  <a:pt x="198542" y="162696"/>
                  <a:pt x="188058" y="162927"/>
                </a:cubicBezTo>
                <a:lnTo>
                  <a:pt x="187480" y="157146"/>
                </a:lnTo>
                <a:lnTo>
                  <a:pt x="202975" y="152867"/>
                </a:lnTo>
                <a:cubicBezTo>
                  <a:pt x="204902" y="152328"/>
                  <a:pt x="205904" y="150824"/>
                  <a:pt x="205981" y="148358"/>
                </a:cubicBezTo>
                <a:cubicBezTo>
                  <a:pt x="206059" y="145891"/>
                  <a:pt x="206174" y="142730"/>
                  <a:pt x="206328" y="138876"/>
                </a:cubicBezTo>
                <a:cubicBezTo>
                  <a:pt x="206328" y="135098"/>
                  <a:pt x="206328" y="130897"/>
                  <a:pt x="206328" y="126272"/>
                </a:cubicBezTo>
                <a:lnTo>
                  <a:pt x="206328" y="34112"/>
                </a:lnTo>
                <a:cubicBezTo>
                  <a:pt x="206328" y="30334"/>
                  <a:pt x="206328" y="26827"/>
                  <a:pt x="206328" y="23589"/>
                </a:cubicBezTo>
                <a:cubicBezTo>
                  <a:pt x="206174" y="20506"/>
                  <a:pt x="206097" y="17615"/>
                  <a:pt x="206097" y="14917"/>
                </a:cubicBezTo>
                <a:cubicBezTo>
                  <a:pt x="205943" y="12989"/>
                  <a:pt x="205018" y="11718"/>
                  <a:pt x="203322" y="11101"/>
                </a:cubicBezTo>
                <a:lnTo>
                  <a:pt x="187827" y="6591"/>
                </a:lnTo>
                <a:lnTo>
                  <a:pt x="187480" y="694"/>
                </a:lnTo>
                <a:cubicBezTo>
                  <a:pt x="198118" y="1079"/>
                  <a:pt x="209990" y="1233"/>
                  <a:pt x="223095" y="1156"/>
                </a:cubicBezTo>
                <a:cubicBezTo>
                  <a:pt x="236509" y="1233"/>
                  <a:pt x="248535" y="1079"/>
                  <a:pt x="259173" y="694"/>
                </a:cubicBezTo>
                <a:lnTo>
                  <a:pt x="259751" y="6591"/>
                </a:lnTo>
                <a:lnTo>
                  <a:pt x="244256" y="10870"/>
                </a:lnTo>
                <a:cubicBezTo>
                  <a:pt x="242329" y="11332"/>
                  <a:pt x="241307" y="12739"/>
                  <a:pt x="241192" y="15090"/>
                </a:cubicBezTo>
                <a:cubicBezTo>
                  <a:pt x="241076" y="17441"/>
                  <a:pt x="241057" y="20159"/>
                  <a:pt x="241134" y="23242"/>
                </a:cubicBezTo>
                <a:cubicBezTo>
                  <a:pt x="240980" y="26480"/>
                  <a:pt x="240941" y="29949"/>
                  <a:pt x="241018" y="33649"/>
                </a:cubicBezTo>
                <a:lnTo>
                  <a:pt x="241018" y="126272"/>
                </a:lnTo>
                <a:close/>
                <a:moveTo>
                  <a:pt x="329825" y="88113"/>
                </a:moveTo>
                <a:lnTo>
                  <a:pt x="329825" y="126272"/>
                </a:lnTo>
                <a:cubicBezTo>
                  <a:pt x="329825" y="135445"/>
                  <a:pt x="329902" y="142884"/>
                  <a:pt x="330056" y="148589"/>
                </a:cubicBezTo>
                <a:cubicBezTo>
                  <a:pt x="330056" y="150516"/>
                  <a:pt x="331058" y="151749"/>
                  <a:pt x="333062" y="152289"/>
                </a:cubicBezTo>
                <a:lnTo>
                  <a:pt x="350061" y="157146"/>
                </a:lnTo>
                <a:lnTo>
                  <a:pt x="350407" y="162927"/>
                </a:lnTo>
                <a:cubicBezTo>
                  <a:pt x="338459" y="162696"/>
                  <a:pt x="325970" y="162580"/>
                  <a:pt x="312942" y="162580"/>
                </a:cubicBezTo>
                <a:cubicBezTo>
                  <a:pt x="299606" y="162580"/>
                  <a:pt x="287580" y="162696"/>
                  <a:pt x="276865" y="162927"/>
                </a:cubicBezTo>
                <a:lnTo>
                  <a:pt x="276286" y="157146"/>
                </a:lnTo>
                <a:lnTo>
                  <a:pt x="291781" y="152867"/>
                </a:lnTo>
                <a:cubicBezTo>
                  <a:pt x="293709" y="152328"/>
                  <a:pt x="294749" y="151133"/>
                  <a:pt x="294903" y="149283"/>
                </a:cubicBezTo>
                <a:cubicBezTo>
                  <a:pt x="294981" y="143116"/>
                  <a:pt x="295058" y="135445"/>
                  <a:pt x="295135" y="126272"/>
                </a:cubicBezTo>
                <a:lnTo>
                  <a:pt x="295135" y="34112"/>
                </a:lnTo>
                <a:cubicBezTo>
                  <a:pt x="295135" y="30334"/>
                  <a:pt x="295135" y="26827"/>
                  <a:pt x="295135" y="23589"/>
                </a:cubicBezTo>
                <a:cubicBezTo>
                  <a:pt x="294981" y="20506"/>
                  <a:pt x="294903" y="17615"/>
                  <a:pt x="294903" y="14917"/>
                </a:cubicBezTo>
                <a:cubicBezTo>
                  <a:pt x="294749" y="12989"/>
                  <a:pt x="293824" y="11718"/>
                  <a:pt x="292128" y="11101"/>
                </a:cubicBezTo>
                <a:lnTo>
                  <a:pt x="276633" y="6591"/>
                </a:lnTo>
                <a:lnTo>
                  <a:pt x="276286" y="694"/>
                </a:lnTo>
                <a:cubicBezTo>
                  <a:pt x="287002" y="1079"/>
                  <a:pt x="297255" y="1233"/>
                  <a:pt x="307045" y="1156"/>
                </a:cubicBezTo>
                <a:lnTo>
                  <a:pt x="336300" y="1156"/>
                </a:lnTo>
                <a:cubicBezTo>
                  <a:pt x="355033" y="1233"/>
                  <a:pt x="374459" y="1079"/>
                  <a:pt x="394579" y="694"/>
                </a:cubicBezTo>
                <a:lnTo>
                  <a:pt x="395389" y="1619"/>
                </a:lnTo>
                <a:lnTo>
                  <a:pt x="388220" y="40125"/>
                </a:lnTo>
                <a:lnTo>
                  <a:pt x="381975" y="41050"/>
                </a:lnTo>
                <a:lnTo>
                  <a:pt x="374575" y="12951"/>
                </a:lnTo>
                <a:lnTo>
                  <a:pt x="329825" y="12951"/>
                </a:lnTo>
                <a:lnTo>
                  <a:pt x="329825" y="77012"/>
                </a:lnTo>
                <a:lnTo>
                  <a:pt x="336416" y="77012"/>
                </a:lnTo>
                <a:cubicBezTo>
                  <a:pt x="343200" y="77012"/>
                  <a:pt x="350407" y="76935"/>
                  <a:pt x="358039" y="76781"/>
                </a:cubicBezTo>
                <a:cubicBezTo>
                  <a:pt x="360044" y="76703"/>
                  <a:pt x="361354" y="75663"/>
                  <a:pt x="361971" y="73658"/>
                </a:cubicBezTo>
                <a:lnTo>
                  <a:pt x="366134" y="57817"/>
                </a:lnTo>
                <a:lnTo>
                  <a:pt x="373765" y="57470"/>
                </a:lnTo>
                <a:cubicBezTo>
                  <a:pt x="373534" y="68725"/>
                  <a:pt x="373418" y="77089"/>
                  <a:pt x="373418" y="82562"/>
                </a:cubicBezTo>
                <a:cubicBezTo>
                  <a:pt x="373418" y="88035"/>
                  <a:pt x="373534" y="96284"/>
                  <a:pt x="373765" y="107308"/>
                </a:cubicBezTo>
                <a:lnTo>
                  <a:pt x="366134" y="108002"/>
                </a:lnTo>
                <a:lnTo>
                  <a:pt x="361855" y="91582"/>
                </a:lnTo>
                <a:cubicBezTo>
                  <a:pt x="361238" y="89654"/>
                  <a:pt x="360044" y="88575"/>
                  <a:pt x="358270" y="88344"/>
                </a:cubicBezTo>
                <a:cubicBezTo>
                  <a:pt x="350407" y="88267"/>
                  <a:pt x="343084" y="88190"/>
                  <a:pt x="336300" y="88113"/>
                </a:cubicBezTo>
                <a:lnTo>
                  <a:pt x="329825" y="88113"/>
                </a:lnTo>
                <a:close/>
                <a:moveTo>
                  <a:pt x="410151" y="694"/>
                </a:moveTo>
                <a:cubicBezTo>
                  <a:pt x="420790" y="1079"/>
                  <a:pt x="432661" y="1233"/>
                  <a:pt x="445766" y="1156"/>
                </a:cubicBezTo>
                <a:cubicBezTo>
                  <a:pt x="459180" y="1233"/>
                  <a:pt x="471052" y="1079"/>
                  <a:pt x="481382" y="694"/>
                </a:cubicBezTo>
                <a:lnTo>
                  <a:pt x="481960" y="6591"/>
                </a:lnTo>
                <a:lnTo>
                  <a:pt x="466927" y="10870"/>
                </a:lnTo>
                <a:cubicBezTo>
                  <a:pt x="465000" y="11332"/>
                  <a:pt x="463979" y="12739"/>
                  <a:pt x="463863" y="15090"/>
                </a:cubicBezTo>
                <a:cubicBezTo>
                  <a:pt x="463747" y="17441"/>
                  <a:pt x="463728" y="20159"/>
                  <a:pt x="463805" y="23242"/>
                </a:cubicBezTo>
                <a:cubicBezTo>
                  <a:pt x="463651" y="26480"/>
                  <a:pt x="463613" y="29949"/>
                  <a:pt x="463690" y="33649"/>
                </a:cubicBezTo>
                <a:lnTo>
                  <a:pt x="463690" y="97363"/>
                </a:lnTo>
                <a:cubicBezTo>
                  <a:pt x="463613" y="118486"/>
                  <a:pt x="466773" y="133017"/>
                  <a:pt x="473172" y="140957"/>
                </a:cubicBezTo>
                <a:cubicBezTo>
                  <a:pt x="479416" y="149051"/>
                  <a:pt x="489669" y="153099"/>
                  <a:pt x="503930" y="153099"/>
                </a:cubicBezTo>
                <a:cubicBezTo>
                  <a:pt x="517806" y="153099"/>
                  <a:pt x="528290" y="148820"/>
                  <a:pt x="535382" y="140263"/>
                </a:cubicBezTo>
                <a:cubicBezTo>
                  <a:pt x="542320" y="131861"/>
                  <a:pt x="545789" y="118062"/>
                  <a:pt x="545789" y="98866"/>
                </a:cubicBezTo>
                <a:lnTo>
                  <a:pt x="545789" y="33649"/>
                </a:lnTo>
                <a:cubicBezTo>
                  <a:pt x="545789" y="29949"/>
                  <a:pt x="545751" y="26480"/>
                  <a:pt x="545674" y="23242"/>
                </a:cubicBezTo>
                <a:cubicBezTo>
                  <a:pt x="545519" y="20159"/>
                  <a:pt x="545442" y="17191"/>
                  <a:pt x="545442" y="14339"/>
                </a:cubicBezTo>
                <a:cubicBezTo>
                  <a:pt x="545288" y="12643"/>
                  <a:pt x="544286" y="11486"/>
                  <a:pt x="542436" y="10870"/>
                </a:cubicBezTo>
                <a:lnTo>
                  <a:pt x="528097" y="6822"/>
                </a:lnTo>
                <a:lnTo>
                  <a:pt x="527751" y="694"/>
                </a:lnTo>
                <a:cubicBezTo>
                  <a:pt x="537926" y="1079"/>
                  <a:pt x="546791" y="1233"/>
                  <a:pt x="554346" y="1156"/>
                </a:cubicBezTo>
                <a:cubicBezTo>
                  <a:pt x="561207" y="1233"/>
                  <a:pt x="569918" y="1079"/>
                  <a:pt x="580479" y="694"/>
                </a:cubicBezTo>
                <a:lnTo>
                  <a:pt x="581057" y="6591"/>
                </a:lnTo>
                <a:lnTo>
                  <a:pt x="565331" y="11101"/>
                </a:lnTo>
                <a:cubicBezTo>
                  <a:pt x="563481" y="11718"/>
                  <a:pt x="562498" y="13182"/>
                  <a:pt x="562383" y="15495"/>
                </a:cubicBezTo>
                <a:cubicBezTo>
                  <a:pt x="562267" y="17808"/>
                  <a:pt x="562248" y="20506"/>
                  <a:pt x="562325" y="23589"/>
                </a:cubicBezTo>
                <a:cubicBezTo>
                  <a:pt x="562171" y="26827"/>
                  <a:pt x="562132" y="30334"/>
                  <a:pt x="562209" y="34112"/>
                </a:cubicBezTo>
                <a:lnTo>
                  <a:pt x="562209" y="92854"/>
                </a:lnTo>
                <a:cubicBezTo>
                  <a:pt x="562209" y="119449"/>
                  <a:pt x="556774" y="138452"/>
                  <a:pt x="545905" y="149861"/>
                </a:cubicBezTo>
                <a:cubicBezTo>
                  <a:pt x="534881" y="161424"/>
                  <a:pt x="519001" y="167206"/>
                  <a:pt x="498264" y="167206"/>
                </a:cubicBezTo>
                <a:cubicBezTo>
                  <a:pt x="474521" y="167206"/>
                  <a:pt x="457060" y="161694"/>
                  <a:pt x="445882" y="150670"/>
                </a:cubicBezTo>
                <a:cubicBezTo>
                  <a:pt x="434627" y="139724"/>
                  <a:pt x="429000" y="122147"/>
                  <a:pt x="429000" y="97941"/>
                </a:cubicBezTo>
                <a:lnTo>
                  <a:pt x="429000" y="34112"/>
                </a:lnTo>
                <a:cubicBezTo>
                  <a:pt x="429000" y="30334"/>
                  <a:pt x="429000" y="26827"/>
                  <a:pt x="429000" y="23589"/>
                </a:cubicBezTo>
                <a:cubicBezTo>
                  <a:pt x="428845" y="20506"/>
                  <a:pt x="428768" y="17615"/>
                  <a:pt x="428768" y="14917"/>
                </a:cubicBezTo>
                <a:cubicBezTo>
                  <a:pt x="428614" y="12989"/>
                  <a:pt x="427689" y="11718"/>
                  <a:pt x="425993" y="11101"/>
                </a:cubicBezTo>
                <a:lnTo>
                  <a:pt x="410498" y="6591"/>
                </a:lnTo>
                <a:lnTo>
                  <a:pt x="410151" y="694"/>
                </a:lnTo>
                <a:close/>
                <a:moveTo>
                  <a:pt x="590077" y="162927"/>
                </a:moveTo>
                <a:lnTo>
                  <a:pt x="589499" y="157146"/>
                </a:lnTo>
                <a:lnTo>
                  <a:pt x="669632" y="12835"/>
                </a:lnTo>
                <a:lnTo>
                  <a:pt x="613088" y="12835"/>
                </a:lnTo>
                <a:lnTo>
                  <a:pt x="604531" y="40934"/>
                </a:lnTo>
                <a:lnTo>
                  <a:pt x="598055" y="41859"/>
                </a:lnTo>
                <a:lnTo>
                  <a:pt x="591927" y="1619"/>
                </a:lnTo>
                <a:lnTo>
                  <a:pt x="592621" y="694"/>
                </a:lnTo>
                <a:cubicBezTo>
                  <a:pt x="612278" y="1079"/>
                  <a:pt x="630780" y="1233"/>
                  <a:pt x="648125" y="1156"/>
                </a:cubicBezTo>
                <a:lnTo>
                  <a:pt x="678421" y="1156"/>
                </a:lnTo>
                <a:cubicBezTo>
                  <a:pt x="689367" y="1233"/>
                  <a:pt x="700429" y="1079"/>
                  <a:pt x="711607" y="694"/>
                </a:cubicBezTo>
                <a:lnTo>
                  <a:pt x="712186" y="6591"/>
                </a:lnTo>
                <a:lnTo>
                  <a:pt x="632283" y="150670"/>
                </a:lnTo>
                <a:lnTo>
                  <a:pt x="690446" y="150670"/>
                </a:lnTo>
                <a:lnTo>
                  <a:pt x="706751" y="116905"/>
                </a:lnTo>
                <a:lnTo>
                  <a:pt x="713457" y="115865"/>
                </a:lnTo>
                <a:lnTo>
                  <a:pt x="710335" y="162118"/>
                </a:lnTo>
                <a:lnTo>
                  <a:pt x="709642" y="162927"/>
                </a:lnTo>
                <a:cubicBezTo>
                  <a:pt x="687748" y="162696"/>
                  <a:pt x="668322" y="162580"/>
                  <a:pt x="651362" y="162580"/>
                </a:cubicBezTo>
                <a:lnTo>
                  <a:pt x="620373" y="162580"/>
                </a:lnTo>
                <a:cubicBezTo>
                  <a:pt x="609503" y="162580"/>
                  <a:pt x="599404" y="162696"/>
                  <a:pt x="590077" y="162927"/>
                </a:cubicBezTo>
                <a:close/>
                <a:moveTo>
                  <a:pt x="760944" y="1156"/>
                </a:moveTo>
                <a:lnTo>
                  <a:pt x="790199" y="1156"/>
                </a:lnTo>
                <a:cubicBezTo>
                  <a:pt x="808932" y="1233"/>
                  <a:pt x="828358" y="1079"/>
                  <a:pt x="848479" y="694"/>
                </a:cubicBezTo>
                <a:lnTo>
                  <a:pt x="849288" y="1619"/>
                </a:lnTo>
                <a:lnTo>
                  <a:pt x="842119" y="40125"/>
                </a:lnTo>
                <a:lnTo>
                  <a:pt x="835875" y="41050"/>
                </a:lnTo>
                <a:lnTo>
                  <a:pt x="828474" y="12951"/>
                </a:lnTo>
                <a:lnTo>
                  <a:pt x="783724" y="12951"/>
                </a:lnTo>
                <a:lnTo>
                  <a:pt x="783724" y="74352"/>
                </a:lnTo>
                <a:lnTo>
                  <a:pt x="789968" y="74352"/>
                </a:lnTo>
                <a:cubicBezTo>
                  <a:pt x="796598" y="74352"/>
                  <a:pt x="803806" y="74275"/>
                  <a:pt x="811592" y="74121"/>
                </a:cubicBezTo>
                <a:cubicBezTo>
                  <a:pt x="813519" y="74044"/>
                  <a:pt x="814829" y="73003"/>
                  <a:pt x="815523" y="70999"/>
                </a:cubicBezTo>
                <a:lnTo>
                  <a:pt x="819686" y="55157"/>
                </a:lnTo>
                <a:lnTo>
                  <a:pt x="827318" y="54810"/>
                </a:lnTo>
                <a:cubicBezTo>
                  <a:pt x="827086" y="66065"/>
                  <a:pt x="826971" y="74429"/>
                  <a:pt x="826971" y="79903"/>
                </a:cubicBezTo>
                <a:cubicBezTo>
                  <a:pt x="826971" y="85376"/>
                  <a:pt x="827086" y="93624"/>
                  <a:pt x="827318" y="104648"/>
                </a:cubicBezTo>
                <a:lnTo>
                  <a:pt x="819686" y="105226"/>
                </a:lnTo>
                <a:lnTo>
                  <a:pt x="815408" y="88922"/>
                </a:lnTo>
                <a:cubicBezTo>
                  <a:pt x="814714" y="86918"/>
                  <a:pt x="813519" y="85838"/>
                  <a:pt x="811823" y="85684"/>
                </a:cubicBezTo>
                <a:cubicBezTo>
                  <a:pt x="803960" y="85607"/>
                  <a:pt x="796636" y="85530"/>
                  <a:pt x="789853" y="85453"/>
                </a:cubicBezTo>
                <a:lnTo>
                  <a:pt x="783724" y="85453"/>
                </a:lnTo>
                <a:lnTo>
                  <a:pt x="783724" y="125115"/>
                </a:lnTo>
                <a:cubicBezTo>
                  <a:pt x="783724" y="133595"/>
                  <a:pt x="783801" y="141998"/>
                  <a:pt x="783955" y="150323"/>
                </a:cubicBezTo>
                <a:lnTo>
                  <a:pt x="830209" y="150323"/>
                </a:lnTo>
                <a:lnTo>
                  <a:pt x="844778" y="119912"/>
                </a:lnTo>
                <a:lnTo>
                  <a:pt x="851832" y="118871"/>
                </a:lnTo>
                <a:lnTo>
                  <a:pt x="849057" y="162118"/>
                </a:lnTo>
                <a:lnTo>
                  <a:pt x="848247" y="162927"/>
                </a:lnTo>
                <a:cubicBezTo>
                  <a:pt x="828975" y="162696"/>
                  <a:pt x="810281" y="162580"/>
                  <a:pt x="792165" y="162580"/>
                </a:cubicBezTo>
                <a:lnTo>
                  <a:pt x="761522" y="162580"/>
                </a:lnTo>
                <a:cubicBezTo>
                  <a:pt x="751501" y="162580"/>
                  <a:pt x="741248" y="162696"/>
                  <a:pt x="730764" y="162927"/>
                </a:cubicBezTo>
                <a:lnTo>
                  <a:pt x="730186" y="157146"/>
                </a:lnTo>
                <a:lnTo>
                  <a:pt x="745681" y="152867"/>
                </a:lnTo>
                <a:cubicBezTo>
                  <a:pt x="747608" y="152328"/>
                  <a:pt x="748610" y="150824"/>
                  <a:pt x="748687" y="148358"/>
                </a:cubicBezTo>
                <a:cubicBezTo>
                  <a:pt x="748764" y="145891"/>
                  <a:pt x="748880" y="142730"/>
                  <a:pt x="749034" y="138876"/>
                </a:cubicBezTo>
                <a:cubicBezTo>
                  <a:pt x="749034" y="135098"/>
                  <a:pt x="749034" y="130897"/>
                  <a:pt x="749034" y="126272"/>
                </a:cubicBezTo>
                <a:lnTo>
                  <a:pt x="749034" y="34112"/>
                </a:lnTo>
                <a:cubicBezTo>
                  <a:pt x="749034" y="30334"/>
                  <a:pt x="749034" y="26827"/>
                  <a:pt x="749034" y="23589"/>
                </a:cubicBezTo>
                <a:cubicBezTo>
                  <a:pt x="748880" y="20506"/>
                  <a:pt x="748803" y="17615"/>
                  <a:pt x="748803" y="14917"/>
                </a:cubicBezTo>
                <a:cubicBezTo>
                  <a:pt x="748649" y="12989"/>
                  <a:pt x="747723" y="11718"/>
                  <a:pt x="746028" y="11101"/>
                </a:cubicBezTo>
                <a:lnTo>
                  <a:pt x="730533" y="6591"/>
                </a:lnTo>
                <a:lnTo>
                  <a:pt x="730186" y="694"/>
                </a:lnTo>
                <a:cubicBezTo>
                  <a:pt x="740901" y="1079"/>
                  <a:pt x="751154" y="1233"/>
                  <a:pt x="760944" y="1156"/>
                </a:cubicBez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SyzSpec">
            <a:extLst xmlns:a="http://schemas.openxmlformats.org/drawingml/2006/main">
              <a:ext uri="{FF2B5EF4-FFF2-40B4-BE49-F238E27FC236}">
                <a16:creationId xmlns:a16="http://schemas.microsoft.com/office/drawing/2014/main" id="{B08801FC-BA57-4A11-9823-CEFD10D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34" y="304034"/>
            <a:ext cx="856110" cy="222016"/>
          </a:xfrm>
          <a:custGeom xmlns:a="http://schemas.openxmlformats.org/drawingml/2006/main">
            <a:pathLst>
              <a:path w="856110" h="222016">
                <a:moveTo>
                  <a:pt x="78862" y="13645"/>
                </a:moveTo>
                <a:cubicBezTo>
                  <a:pt x="73851" y="11718"/>
                  <a:pt x="67857" y="10773"/>
                  <a:pt x="60881" y="10812"/>
                </a:cubicBezTo>
                <a:cubicBezTo>
                  <a:pt x="53904" y="10850"/>
                  <a:pt x="47641" y="13221"/>
                  <a:pt x="42091" y="17923"/>
                </a:cubicBezTo>
                <a:cubicBezTo>
                  <a:pt x="36386" y="22780"/>
                  <a:pt x="33534" y="28947"/>
                  <a:pt x="33534" y="36424"/>
                </a:cubicBezTo>
                <a:cubicBezTo>
                  <a:pt x="33534" y="40973"/>
                  <a:pt x="34459" y="44866"/>
                  <a:pt x="36309" y="48103"/>
                </a:cubicBezTo>
                <a:cubicBezTo>
                  <a:pt x="38082" y="51341"/>
                  <a:pt x="40549" y="54232"/>
                  <a:pt x="43709" y="56776"/>
                </a:cubicBezTo>
                <a:cubicBezTo>
                  <a:pt x="46716" y="59397"/>
                  <a:pt x="50262" y="61671"/>
                  <a:pt x="54348" y="63598"/>
                </a:cubicBezTo>
                <a:cubicBezTo>
                  <a:pt x="58202" y="65680"/>
                  <a:pt x="62288" y="67684"/>
                  <a:pt x="66605" y="69611"/>
                </a:cubicBezTo>
                <a:cubicBezTo>
                  <a:pt x="71307" y="71847"/>
                  <a:pt x="76048" y="74275"/>
                  <a:pt x="80828" y="76896"/>
                </a:cubicBezTo>
                <a:cubicBezTo>
                  <a:pt x="85530" y="79671"/>
                  <a:pt x="89809" y="82832"/>
                  <a:pt x="93663" y="86378"/>
                </a:cubicBezTo>
                <a:cubicBezTo>
                  <a:pt x="97363" y="90078"/>
                  <a:pt x="100447" y="94472"/>
                  <a:pt x="102914" y="99560"/>
                </a:cubicBezTo>
                <a:cubicBezTo>
                  <a:pt x="105226" y="104648"/>
                  <a:pt x="106383" y="110815"/>
                  <a:pt x="106383" y="118062"/>
                </a:cubicBezTo>
                <a:cubicBezTo>
                  <a:pt x="106383" y="133788"/>
                  <a:pt x="100485" y="146083"/>
                  <a:pt x="88691" y="154949"/>
                </a:cubicBezTo>
                <a:cubicBezTo>
                  <a:pt x="76819" y="163891"/>
                  <a:pt x="61247" y="168362"/>
                  <a:pt x="41975" y="168362"/>
                </a:cubicBezTo>
                <a:cubicBezTo>
                  <a:pt x="27945" y="168362"/>
                  <a:pt x="14184" y="166165"/>
                  <a:pt x="694" y="161771"/>
                </a:cubicBezTo>
                <a:lnTo>
                  <a:pt x="0" y="160730"/>
                </a:lnTo>
                <a:lnTo>
                  <a:pt x="6129" y="119102"/>
                </a:lnTo>
                <a:lnTo>
                  <a:pt x="13298" y="117946"/>
                </a:lnTo>
                <a:lnTo>
                  <a:pt x="21970" y="153330"/>
                </a:lnTo>
                <a:cubicBezTo>
                  <a:pt x="27444" y="155874"/>
                  <a:pt x="34343" y="157146"/>
                  <a:pt x="42669" y="157146"/>
                </a:cubicBezTo>
                <a:cubicBezTo>
                  <a:pt x="50994" y="157146"/>
                  <a:pt x="58164" y="154640"/>
                  <a:pt x="64176" y="149630"/>
                </a:cubicBezTo>
                <a:cubicBezTo>
                  <a:pt x="70035" y="144696"/>
                  <a:pt x="73003" y="138066"/>
                  <a:pt x="73080" y="129741"/>
                </a:cubicBezTo>
                <a:cubicBezTo>
                  <a:pt x="73080" y="125115"/>
                  <a:pt x="72155" y="121107"/>
                  <a:pt x="70305" y="117715"/>
                </a:cubicBezTo>
                <a:cubicBezTo>
                  <a:pt x="68378" y="114554"/>
                  <a:pt x="65872" y="111625"/>
                  <a:pt x="62789" y="108927"/>
                </a:cubicBezTo>
                <a:cubicBezTo>
                  <a:pt x="59628" y="106383"/>
                  <a:pt x="56044" y="104109"/>
                  <a:pt x="52035" y="102104"/>
                </a:cubicBezTo>
                <a:cubicBezTo>
                  <a:pt x="47949" y="100177"/>
                  <a:pt x="43786" y="98173"/>
                  <a:pt x="39547" y="96091"/>
                </a:cubicBezTo>
                <a:cubicBezTo>
                  <a:pt x="34767" y="93779"/>
                  <a:pt x="30065" y="91350"/>
                  <a:pt x="25439" y="88806"/>
                </a:cubicBezTo>
                <a:cubicBezTo>
                  <a:pt x="20660" y="86262"/>
                  <a:pt x="16458" y="83179"/>
                  <a:pt x="12835" y="79556"/>
                </a:cubicBezTo>
                <a:cubicBezTo>
                  <a:pt x="9135" y="76010"/>
                  <a:pt x="6129" y="71654"/>
                  <a:pt x="3816" y="66489"/>
                </a:cubicBezTo>
                <a:cubicBezTo>
                  <a:pt x="1503" y="61555"/>
                  <a:pt x="347" y="55465"/>
                  <a:pt x="347" y="48219"/>
                </a:cubicBezTo>
                <a:cubicBezTo>
                  <a:pt x="347" y="33572"/>
                  <a:pt x="5974" y="21855"/>
                  <a:pt x="17229" y="13067"/>
                </a:cubicBezTo>
                <a:cubicBezTo>
                  <a:pt x="28407" y="4433"/>
                  <a:pt x="43016" y="77"/>
                  <a:pt x="61054" y="0"/>
                </a:cubicBezTo>
                <a:cubicBezTo>
                  <a:pt x="72464" y="0"/>
                  <a:pt x="85453" y="1773"/>
                  <a:pt x="100023" y="5319"/>
                </a:cubicBezTo>
                <a:lnTo>
                  <a:pt x="100717" y="6360"/>
                </a:lnTo>
                <a:lnTo>
                  <a:pt x="93663" y="43594"/>
                </a:lnTo>
                <a:lnTo>
                  <a:pt x="87303" y="44634"/>
                </a:lnTo>
                <a:lnTo>
                  <a:pt x="78862" y="13645"/>
                </a:lnTo>
                <a:close/>
                <a:moveTo>
                  <a:pt x="103839" y="56776"/>
                </a:moveTo>
                <a:cubicBezTo>
                  <a:pt x="114091" y="57007"/>
                  <a:pt x="123381" y="57123"/>
                  <a:pt x="131706" y="57123"/>
                </a:cubicBezTo>
                <a:cubicBezTo>
                  <a:pt x="142422" y="57123"/>
                  <a:pt x="153908" y="57007"/>
                  <a:pt x="166165" y="56776"/>
                </a:cubicBezTo>
                <a:lnTo>
                  <a:pt x="166743" y="62326"/>
                </a:lnTo>
                <a:lnTo>
                  <a:pt x="152289" y="66027"/>
                </a:lnTo>
                <a:cubicBezTo>
                  <a:pt x="155295" y="73658"/>
                  <a:pt x="158148" y="80866"/>
                  <a:pt x="160846" y="87650"/>
                </a:cubicBezTo>
                <a:cubicBezTo>
                  <a:pt x="163467" y="94511"/>
                  <a:pt x="167052" y="103183"/>
                  <a:pt x="171600" y="113668"/>
                </a:cubicBezTo>
                <a:cubicBezTo>
                  <a:pt x="173527" y="118062"/>
                  <a:pt x="175685" y="123188"/>
                  <a:pt x="178075" y="129047"/>
                </a:cubicBezTo>
                <a:cubicBezTo>
                  <a:pt x="180311" y="123034"/>
                  <a:pt x="182662" y="117059"/>
                  <a:pt x="185129" y="111124"/>
                </a:cubicBezTo>
                <a:cubicBezTo>
                  <a:pt x="191373" y="94704"/>
                  <a:pt x="197116" y="79594"/>
                  <a:pt x="202358" y="65795"/>
                </a:cubicBezTo>
                <a:lnTo>
                  <a:pt x="190332" y="62326"/>
                </a:lnTo>
                <a:lnTo>
                  <a:pt x="189754" y="56776"/>
                </a:lnTo>
                <a:cubicBezTo>
                  <a:pt x="195690" y="57007"/>
                  <a:pt x="202782" y="57123"/>
                  <a:pt x="211031" y="57123"/>
                </a:cubicBezTo>
                <a:cubicBezTo>
                  <a:pt x="218046" y="57123"/>
                  <a:pt x="224830" y="57007"/>
                  <a:pt x="231382" y="56776"/>
                </a:cubicBezTo>
                <a:lnTo>
                  <a:pt x="231960" y="62326"/>
                </a:lnTo>
                <a:lnTo>
                  <a:pt x="220860" y="65333"/>
                </a:lnTo>
                <a:cubicBezTo>
                  <a:pt x="218316" y="66181"/>
                  <a:pt x="216543" y="67761"/>
                  <a:pt x="215540" y="70074"/>
                </a:cubicBezTo>
                <a:cubicBezTo>
                  <a:pt x="212842" y="76549"/>
                  <a:pt x="209836" y="83641"/>
                  <a:pt x="206521" y="91350"/>
                </a:cubicBezTo>
                <a:cubicBezTo>
                  <a:pt x="196422" y="115325"/>
                  <a:pt x="188636" y="135214"/>
                  <a:pt x="183163" y="151017"/>
                </a:cubicBezTo>
                <a:cubicBezTo>
                  <a:pt x="179540" y="161347"/>
                  <a:pt x="176341" y="171793"/>
                  <a:pt x="173566" y="182354"/>
                </a:cubicBezTo>
                <a:cubicBezTo>
                  <a:pt x="170636" y="193146"/>
                  <a:pt x="168362" y="202551"/>
                  <a:pt x="166743" y="210568"/>
                </a:cubicBezTo>
                <a:cubicBezTo>
                  <a:pt x="165895" y="214962"/>
                  <a:pt x="164315" y="217969"/>
                  <a:pt x="162002" y="219588"/>
                </a:cubicBezTo>
                <a:cubicBezTo>
                  <a:pt x="159690" y="221207"/>
                  <a:pt x="154486" y="222016"/>
                  <a:pt x="146392" y="222016"/>
                </a:cubicBezTo>
                <a:cubicBezTo>
                  <a:pt x="137912" y="222016"/>
                  <a:pt x="129818" y="221708"/>
                  <a:pt x="122109" y="221091"/>
                </a:cubicBezTo>
                <a:lnTo>
                  <a:pt x="121531" y="215772"/>
                </a:lnTo>
                <a:cubicBezTo>
                  <a:pt x="130396" y="214693"/>
                  <a:pt x="137006" y="211859"/>
                  <a:pt x="141362" y="207273"/>
                </a:cubicBezTo>
                <a:cubicBezTo>
                  <a:pt x="145717" y="202686"/>
                  <a:pt x="153176" y="188714"/>
                  <a:pt x="163737" y="165356"/>
                </a:cubicBezTo>
                <a:lnTo>
                  <a:pt x="164546" y="163159"/>
                </a:lnTo>
                <a:lnTo>
                  <a:pt x="158418" y="161424"/>
                </a:lnTo>
                <a:cubicBezTo>
                  <a:pt x="144542" y="127120"/>
                  <a:pt x="131938" y="96708"/>
                  <a:pt x="120605" y="70189"/>
                </a:cubicBezTo>
                <a:cubicBezTo>
                  <a:pt x="119680" y="67877"/>
                  <a:pt x="117946" y="66296"/>
                  <a:pt x="115402" y="65448"/>
                </a:cubicBezTo>
                <a:lnTo>
                  <a:pt x="104301" y="62326"/>
                </a:lnTo>
                <a:lnTo>
                  <a:pt x="103839" y="56776"/>
                </a:lnTo>
                <a:close/>
                <a:moveTo>
                  <a:pt x="235083" y="163506"/>
                </a:moveTo>
                <a:cubicBezTo>
                  <a:pt x="246877" y="144696"/>
                  <a:pt x="256436" y="129124"/>
                  <a:pt x="263760" y="116790"/>
                </a:cubicBezTo>
                <a:cubicBezTo>
                  <a:pt x="271006" y="104533"/>
                  <a:pt x="280719" y="88344"/>
                  <a:pt x="292899" y="68224"/>
                </a:cubicBezTo>
                <a:lnTo>
                  <a:pt x="256475" y="68224"/>
                </a:lnTo>
                <a:lnTo>
                  <a:pt x="248959" y="91813"/>
                </a:lnTo>
                <a:lnTo>
                  <a:pt x="243292" y="92622"/>
                </a:lnTo>
                <a:cubicBezTo>
                  <a:pt x="241519" y="80674"/>
                  <a:pt x="239631" y="69072"/>
                  <a:pt x="237626" y="57817"/>
                </a:cubicBezTo>
                <a:lnTo>
                  <a:pt x="237973" y="56776"/>
                </a:lnTo>
                <a:cubicBezTo>
                  <a:pt x="253314" y="57007"/>
                  <a:pt x="269676" y="57123"/>
                  <a:pt x="287060" y="57123"/>
                </a:cubicBezTo>
                <a:cubicBezTo>
                  <a:pt x="304443" y="57123"/>
                  <a:pt x="320613" y="57007"/>
                  <a:pt x="335568" y="56776"/>
                </a:cubicBezTo>
                <a:lnTo>
                  <a:pt x="336493" y="58048"/>
                </a:lnTo>
                <a:cubicBezTo>
                  <a:pt x="326240" y="74468"/>
                  <a:pt x="316797" y="90001"/>
                  <a:pt x="308163" y="104648"/>
                </a:cubicBezTo>
                <a:cubicBezTo>
                  <a:pt x="299375" y="119372"/>
                  <a:pt x="289854" y="135522"/>
                  <a:pt x="279601" y="153099"/>
                </a:cubicBezTo>
                <a:lnTo>
                  <a:pt x="316373" y="153099"/>
                </a:lnTo>
                <a:lnTo>
                  <a:pt x="330827" y="128816"/>
                </a:lnTo>
                <a:lnTo>
                  <a:pt x="336955" y="128006"/>
                </a:lnTo>
                <a:cubicBezTo>
                  <a:pt x="335568" y="140186"/>
                  <a:pt x="334604" y="152212"/>
                  <a:pt x="334065" y="164084"/>
                </a:cubicBezTo>
                <a:lnTo>
                  <a:pt x="333255" y="164893"/>
                </a:lnTo>
                <a:cubicBezTo>
                  <a:pt x="319919" y="164662"/>
                  <a:pt x="305156" y="164546"/>
                  <a:pt x="288968" y="164546"/>
                </a:cubicBezTo>
                <a:cubicBezTo>
                  <a:pt x="266149" y="164546"/>
                  <a:pt x="248457" y="164662"/>
                  <a:pt x="235892" y="164893"/>
                </a:cubicBezTo>
                <a:lnTo>
                  <a:pt x="235083" y="163506"/>
                </a:lnTo>
                <a:close/>
                <a:moveTo>
                  <a:pt x="434087" y="13645"/>
                </a:moveTo>
                <a:cubicBezTo>
                  <a:pt x="429076" y="11718"/>
                  <a:pt x="423083" y="10773"/>
                  <a:pt x="416106" y="10812"/>
                </a:cubicBezTo>
                <a:cubicBezTo>
                  <a:pt x="409130" y="10850"/>
                  <a:pt x="402866" y="13221"/>
                  <a:pt x="397316" y="17923"/>
                </a:cubicBezTo>
                <a:cubicBezTo>
                  <a:pt x="391611" y="22780"/>
                  <a:pt x="388759" y="28947"/>
                  <a:pt x="388759" y="36424"/>
                </a:cubicBezTo>
                <a:cubicBezTo>
                  <a:pt x="388759" y="40973"/>
                  <a:pt x="389684" y="44866"/>
                  <a:pt x="391534" y="48103"/>
                </a:cubicBezTo>
                <a:cubicBezTo>
                  <a:pt x="393307" y="51341"/>
                  <a:pt x="395774" y="54232"/>
                  <a:pt x="398935" y="56776"/>
                </a:cubicBezTo>
                <a:cubicBezTo>
                  <a:pt x="401941" y="59397"/>
                  <a:pt x="405487" y="61671"/>
                  <a:pt x="409573" y="63598"/>
                </a:cubicBezTo>
                <a:cubicBezTo>
                  <a:pt x="413427" y="65680"/>
                  <a:pt x="417513" y="67684"/>
                  <a:pt x="421830" y="69611"/>
                </a:cubicBezTo>
                <a:cubicBezTo>
                  <a:pt x="426532" y="71847"/>
                  <a:pt x="431273" y="74275"/>
                  <a:pt x="436053" y="76896"/>
                </a:cubicBezTo>
                <a:cubicBezTo>
                  <a:pt x="440755" y="79671"/>
                  <a:pt x="445034" y="82832"/>
                  <a:pt x="448888" y="86378"/>
                </a:cubicBezTo>
                <a:cubicBezTo>
                  <a:pt x="452589" y="90078"/>
                  <a:pt x="455672" y="94472"/>
                  <a:pt x="458139" y="99560"/>
                </a:cubicBezTo>
                <a:cubicBezTo>
                  <a:pt x="460452" y="104648"/>
                  <a:pt x="461608" y="110815"/>
                  <a:pt x="461608" y="118062"/>
                </a:cubicBezTo>
                <a:cubicBezTo>
                  <a:pt x="461608" y="133788"/>
                  <a:pt x="455711" y="146083"/>
                  <a:pt x="443916" y="154949"/>
                </a:cubicBezTo>
                <a:cubicBezTo>
                  <a:pt x="432044" y="163891"/>
                  <a:pt x="416472" y="168362"/>
                  <a:pt x="397200" y="168362"/>
                </a:cubicBezTo>
                <a:cubicBezTo>
                  <a:pt x="383170" y="168362"/>
                  <a:pt x="369410" y="166165"/>
                  <a:pt x="355919" y="161771"/>
                </a:cubicBezTo>
                <a:lnTo>
                  <a:pt x="355225" y="160730"/>
                </a:lnTo>
                <a:lnTo>
                  <a:pt x="361354" y="119102"/>
                </a:lnTo>
                <a:lnTo>
                  <a:pt x="368523" y="117946"/>
                </a:lnTo>
                <a:lnTo>
                  <a:pt x="377196" y="153330"/>
                </a:lnTo>
                <a:cubicBezTo>
                  <a:pt x="382669" y="155874"/>
                  <a:pt x="389568" y="157146"/>
                  <a:pt x="397894" y="157146"/>
                </a:cubicBezTo>
                <a:cubicBezTo>
                  <a:pt x="406220" y="157146"/>
                  <a:pt x="413389" y="154640"/>
                  <a:pt x="419402" y="149630"/>
                </a:cubicBezTo>
                <a:cubicBezTo>
                  <a:pt x="425261" y="144696"/>
                  <a:pt x="428228" y="138066"/>
                  <a:pt x="428306" y="129741"/>
                </a:cubicBezTo>
                <a:cubicBezTo>
                  <a:pt x="428306" y="125115"/>
                  <a:pt x="427380" y="121107"/>
                  <a:pt x="425530" y="117715"/>
                </a:cubicBezTo>
                <a:cubicBezTo>
                  <a:pt x="423603" y="114554"/>
                  <a:pt x="421098" y="111625"/>
                  <a:pt x="418014" y="108927"/>
                </a:cubicBezTo>
                <a:cubicBezTo>
                  <a:pt x="414854" y="106383"/>
                  <a:pt x="411269" y="104109"/>
                  <a:pt x="407260" y="102104"/>
                </a:cubicBezTo>
                <a:cubicBezTo>
                  <a:pt x="403175" y="100177"/>
                  <a:pt x="399012" y="98173"/>
                  <a:pt x="394772" y="96091"/>
                </a:cubicBezTo>
                <a:cubicBezTo>
                  <a:pt x="389992" y="93779"/>
                  <a:pt x="385290" y="91350"/>
                  <a:pt x="380665" y="88806"/>
                </a:cubicBezTo>
                <a:cubicBezTo>
                  <a:pt x="375885" y="86262"/>
                  <a:pt x="371684" y="83179"/>
                  <a:pt x="368061" y="79556"/>
                </a:cubicBezTo>
                <a:cubicBezTo>
                  <a:pt x="364360" y="76010"/>
                  <a:pt x="361354" y="71654"/>
                  <a:pt x="359041" y="66489"/>
                </a:cubicBezTo>
                <a:cubicBezTo>
                  <a:pt x="356728" y="61555"/>
                  <a:pt x="355572" y="55465"/>
                  <a:pt x="355572" y="48219"/>
                </a:cubicBezTo>
                <a:cubicBezTo>
                  <a:pt x="355572" y="33572"/>
                  <a:pt x="361200" y="21855"/>
                  <a:pt x="372455" y="13067"/>
                </a:cubicBezTo>
                <a:cubicBezTo>
                  <a:pt x="383633" y="4433"/>
                  <a:pt x="398241" y="77"/>
                  <a:pt x="416280" y="0"/>
                </a:cubicBezTo>
                <a:cubicBezTo>
                  <a:pt x="427689" y="0"/>
                  <a:pt x="440678" y="1773"/>
                  <a:pt x="455248" y="5319"/>
                </a:cubicBezTo>
                <a:lnTo>
                  <a:pt x="455942" y="6360"/>
                </a:lnTo>
                <a:lnTo>
                  <a:pt x="448888" y="43594"/>
                </a:lnTo>
                <a:lnTo>
                  <a:pt x="442528" y="44634"/>
                </a:lnTo>
                <a:lnTo>
                  <a:pt x="434087" y="13645"/>
                </a:lnTo>
                <a:close/>
                <a:moveTo>
                  <a:pt x="476910" y="67299"/>
                </a:moveTo>
                <a:lnTo>
                  <a:pt x="476216" y="62558"/>
                </a:lnTo>
                <a:cubicBezTo>
                  <a:pt x="494024" y="59937"/>
                  <a:pt x="510328" y="57007"/>
                  <a:pt x="525129" y="53769"/>
                </a:cubicBezTo>
                <a:lnTo>
                  <a:pt x="526864" y="54695"/>
                </a:lnTo>
                <a:lnTo>
                  <a:pt x="526864" y="65564"/>
                </a:lnTo>
                <a:cubicBezTo>
                  <a:pt x="538735" y="57932"/>
                  <a:pt x="550260" y="54116"/>
                  <a:pt x="561438" y="54116"/>
                </a:cubicBezTo>
                <a:cubicBezTo>
                  <a:pt x="575854" y="54116"/>
                  <a:pt x="587379" y="58896"/>
                  <a:pt x="596013" y="68455"/>
                </a:cubicBezTo>
                <a:cubicBezTo>
                  <a:pt x="604415" y="78091"/>
                  <a:pt x="608655" y="90657"/>
                  <a:pt x="608732" y="106151"/>
                </a:cubicBezTo>
                <a:cubicBezTo>
                  <a:pt x="608655" y="125347"/>
                  <a:pt x="602681" y="140417"/>
                  <a:pt x="590809" y="151364"/>
                </a:cubicBezTo>
                <a:cubicBezTo>
                  <a:pt x="578783" y="162388"/>
                  <a:pt x="562941" y="167861"/>
                  <a:pt x="543284" y="167784"/>
                </a:cubicBezTo>
                <a:cubicBezTo>
                  <a:pt x="537965" y="167784"/>
                  <a:pt x="532491" y="167244"/>
                  <a:pt x="526864" y="166165"/>
                </a:cubicBezTo>
                <a:lnTo>
                  <a:pt x="526864" y="190564"/>
                </a:lnTo>
                <a:cubicBezTo>
                  <a:pt x="526864" y="198195"/>
                  <a:pt x="526941" y="203553"/>
                  <a:pt x="527095" y="206637"/>
                </a:cubicBezTo>
                <a:cubicBezTo>
                  <a:pt x="527172" y="209104"/>
                  <a:pt x="528213" y="210530"/>
                  <a:pt x="530217" y="210915"/>
                </a:cubicBezTo>
                <a:lnTo>
                  <a:pt x="546521" y="215194"/>
                </a:lnTo>
                <a:lnTo>
                  <a:pt x="546868" y="220744"/>
                </a:lnTo>
                <a:cubicBezTo>
                  <a:pt x="533995" y="220513"/>
                  <a:pt x="521969" y="220397"/>
                  <a:pt x="510791" y="220397"/>
                </a:cubicBezTo>
                <a:cubicBezTo>
                  <a:pt x="499227" y="220397"/>
                  <a:pt x="487895" y="220513"/>
                  <a:pt x="476795" y="220744"/>
                </a:cubicBezTo>
                <a:lnTo>
                  <a:pt x="476216" y="215194"/>
                </a:lnTo>
                <a:lnTo>
                  <a:pt x="490786" y="211146"/>
                </a:lnTo>
                <a:cubicBezTo>
                  <a:pt x="492559" y="210684"/>
                  <a:pt x="493523" y="209528"/>
                  <a:pt x="493677" y="207677"/>
                </a:cubicBezTo>
                <a:cubicBezTo>
                  <a:pt x="493754" y="202050"/>
                  <a:pt x="493831" y="193493"/>
                  <a:pt x="493908" y="182007"/>
                </a:cubicBezTo>
                <a:lnTo>
                  <a:pt x="493908" y="135869"/>
                </a:lnTo>
                <a:cubicBezTo>
                  <a:pt x="493908" y="102258"/>
                  <a:pt x="493754" y="80828"/>
                  <a:pt x="493446" y="71577"/>
                </a:cubicBezTo>
                <a:lnTo>
                  <a:pt x="476910" y="67299"/>
                </a:lnTo>
                <a:moveTo>
                  <a:pt x="526864" y="154602"/>
                </a:moveTo>
                <a:cubicBezTo>
                  <a:pt x="532260" y="155758"/>
                  <a:pt x="537464" y="156336"/>
                  <a:pt x="542474" y="156336"/>
                </a:cubicBezTo>
                <a:cubicBezTo>
                  <a:pt x="552650" y="156336"/>
                  <a:pt x="560359" y="152443"/>
                  <a:pt x="565601" y="144657"/>
                </a:cubicBezTo>
                <a:cubicBezTo>
                  <a:pt x="570766" y="136948"/>
                  <a:pt x="573387" y="125809"/>
                  <a:pt x="573464" y="111239"/>
                </a:cubicBezTo>
                <a:cubicBezTo>
                  <a:pt x="573464" y="97672"/>
                  <a:pt x="570997" y="87342"/>
                  <a:pt x="566063" y="80250"/>
                </a:cubicBezTo>
                <a:cubicBezTo>
                  <a:pt x="561053" y="73312"/>
                  <a:pt x="553922" y="69843"/>
                  <a:pt x="544671" y="69843"/>
                </a:cubicBezTo>
                <a:cubicBezTo>
                  <a:pt x="537965" y="69843"/>
                  <a:pt x="532029" y="71114"/>
                  <a:pt x="526864" y="73658"/>
                </a:cubicBezTo>
                <a:lnTo>
                  <a:pt x="526864" y="154602"/>
                </a:lnTo>
                <a:close/>
                <a:moveTo>
                  <a:pt x="739282" y="156914"/>
                </a:moveTo>
                <a:cubicBezTo>
                  <a:pt x="725021" y="164238"/>
                  <a:pt x="709989" y="167861"/>
                  <a:pt x="694185" y="167784"/>
                </a:cubicBezTo>
                <a:cubicBezTo>
                  <a:pt x="675299" y="167861"/>
                  <a:pt x="659958" y="163197"/>
                  <a:pt x="648163" y="153792"/>
                </a:cubicBezTo>
                <a:cubicBezTo>
                  <a:pt x="636214" y="144619"/>
                  <a:pt x="630240" y="130935"/>
                  <a:pt x="630240" y="112742"/>
                </a:cubicBezTo>
                <a:cubicBezTo>
                  <a:pt x="630240" y="95552"/>
                  <a:pt x="635983" y="81444"/>
                  <a:pt x="647469" y="70421"/>
                </a:cubicBezTo>
                <a:cubicBezTo>
                  <a:pt x="658879" y="59551"/>
                  <a:pt x="673448" y="54116"/>
                  <a:pt x="691179" y="54116"/>
                </a:cubicBezTo>
                <a:cubicBezTo>
                  <a:pt x="706674" y="54116"/>
                  <a:pt x="718661" y="58279"/>
                  <a:pt x="727141" y="66605"/>
                </a:cubicBezTo>
                <a:cubicBezTo>
                  <a:pt x="735544" y="75085"/>
                  <a:pt x="739745" y="86648"/>
                  <a:pt x="739745" y="101295"/>
                </a:cubicBezTo>
                <a:cubicBezTo>
                  <a:pt x="739745" y="103530"/>
                  <a:pt x="739629" y="105843"/>
                  <a:pt x="739398" y="108233"/>
                </a:cubicBezTo>
                <a:lnTo>
                  <a:pt x="665508" y="108233"/>
                </a:lnTo>
                <a:cubicBezTo>
                  <a:pt x="665508" y="123728"/>
                  <a:pt x="669324" y="134867"/>
                  <a:pt x="676956" y="141651"/>
                </a:cubicBezTo>
                <a:cubicBezTo>
                  <a:pt x="684434" y="148512"/>
                  <a:pt x="696883" y="151904"/>
                  <a:pt x="714306" y="151827"/>
                </a:cubicBezTo>
                <a:cubicBezTo>
                  <a:pt x="722708" y="151904"/>
                  <a:pt x="730725" y="151171"/>
                  <a:pt x="738357" y="149630"/>
                </a:cubicBezTo>
                <a:lnTo>
                  <a:pt x="739282" y="156914"/>
                </a:lnTo>
                <a:moveTo>
                  <a:pt x="704592" y="97016"/>
                </a:moveTo>
                <a:lnTo>
                  <a:pt x="704592" y="94241"/>
                </a:lnTo>
                <a:cubicBezTo>
                  <a:pt x="704592" y="83757"/>
                  <a:pt x="703282" y="76241"/>
                  <a:pt x="700661" y="71693"/>
                </a:cubicBezTo>
                <a:cubicBezTo>
                  <a:pt x="697886" y="67221"/>
                  <a:pt x="693800" y="64947"/>
                  <a:pt x="688404" y="64870"/>
                </a:cubicBezTo>
                <a:cubicBezTo>
                  <a:pt x="681774" y="64870"/>
                  <a:pt x="676571" y="67992"/>
                  <a:pt x="672793" y="74237"/>
                </a:cubicBezTo>
                <a:cubicBezTo>
                  <a:pt x="668785" y="80635"/>
                  <a:pt x="666510" y="88228"/>
                  <a:pt x="665971" y="97016"/>
                </a:cubicBezTo>
                <a:lnTo>
                  <a:pt x="704592" y="97016"/>
                </a:lnTo>
                <a:close/>
                <a:moveTo>
                  <a:pt x="856110" y="156914"/>
                </a:moveTo>
                <a:cubicBezTo>
                  <a:pt x="843237" y="164238"/>
                  <a:pt x="830016" y="167861"/>
                  <a:pt x="816448" y="167784"/>
                </a:cubicBezTo>
                <a:cubicBezTo>
                  <a:pt x="799566" y="167861"/>
                  <a:pt x="785690" y="162966"/>
                  <a:pt x="774820" y="153099"/>
                </a:cubicBezTo>
                <a:cubicBezTo>
                  <a:pt x="763951" y="143308"/>
                  <a:pt x="758516" y="130242"/>
                  <a:pt x="758516" y="113899"/>
                </a:cubicBezTo>
                <a:cubicBezTo>
                  <a:pt x="758439" y="96091"/>
                  <a:pt x="764375" y="81676"/>
                  <a:pt x="776323" y="70652"/>
                </a:cubicBezTo>
                <a:cubicBezTo>
                  <a:pt x="788041" y="59705"/>
                  <a:pt x="803112" y="54193"/>
                  <a:pt x="821536" y="54116"/>
                </a:cubicBezTo>
                <a:cubicBezTo>
                  <a:pt x="833176" y="54116"/>
                  <a:pt x="844393" y="56313"/>
                  <a:pt x="855185" y="60707"/>
                </a:cubicBezTo>
                <a:cubicBezTo>
                  <a:pt x="852410" y="71654"/>
                  <a:pt x="849982" y="83063"/>
                  <a:pt x="847900" y="94935"/>
                </a:cubicBezTo>
                <a:lnTo>
                  <a:pt x="841541" y="95976"/>
                </a:lnTo>
                <a:lnTo>
                  <a:pt x="832637" y="67067"/>
                </a:lnTo>
                <a:cubicBezTo>
                  <a:pt x="830555" y="66296"/>
                  <a:pt x="827742" y="65911"/>
                  <a:pt x="824196" y="65911"/>
                </a:cubicBezTo>
                <a:cubicBezTo>
                  <a:pt x="815407" y="65911"/>
                  <a:pt x="808200" y="69727"/>
                  <a:pt x="802572" y="77359"/>
                </a:cubicBezTo>
                <a:cubicBezTo>
                  <a:pt x="796868" y="85145"/>
                  <a:pt x="794054" y="95436"/>
                  <a:pt x="794131" y="108233"/>
                </a:cubicBezTo>
                <a:cubicBezTo>
                  <a:pt x="794131" y="123342"/>
                  <a:pt x="797716" y="134404"/>
                  <a:pt x="804885" y="141420"/>
                </a:cubicBezTo>
                <a:cubicBezTo>
                  <a:pt x="811900" y="148589"/>
                  <a:pt x="822037" y="152173"/>
                  <a:pt x="835296" y="152173"/>
                </a:cubicBezTo>
                <a:cubicBezTo>
                  <a:pt x="841618" y="152251"/>
                  <a:pt x="848247" y="151518"/>
                  <a:pt x="855185" y="149976"/>
                </a:cubicBezTo>
                <a:lnTo>
                  <a:pt x="856110" y="156914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A">
            <a:extLst xmlns:a="http://schemas.openxmlformats.org/drawingml/2006/main">
              <a:ext uri="{FF2B5EF4-FFF2-40B4-BE49-F238E27FC236}">
                <a16:creationId xmlns:a16="http://schemas.microsoft.com/office/drawing/2014/main" id="{FF6EC28E-10B1-46E2-B453-2402AA3F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3" y="1314643"/>
            <a:ext cx="144079" cy="147216"/>
          </a:xfrm>
          <a:custGeom xmlns:a="http://schemas.openxmlformats.org/drawingml/2006/main">
            <a:pathLst>
              <a:path w="144079" h="147216">
                <a:moveTo>
                  <a:pt x="0" y="65159"/>
                </a:moveTo>
                <a:lnTo>
                  <a:pt x="123742" y="20236"/>
                </a:lnTo>
                <a:cubicBezTo>
                  <a:pt x="128396" y="18550"/>
                  <a:pt x="131533" y="16998"/>
                  <a:pt x="133152" y="15582"/>
                </a:cubicBezTo>
                <a:cubicBezTo>
                  <a:pt x="134906" y="14300"/>
                  <a:pt x="136153" y="12344"/>
                  <a:pt x="136895" y="9713"/>
                </a:cubicBezTo>
                <a:lnTo>
                  <a:pt x="139728" y="202"/>
                </a:lnTo>
                <a:lnTo>
                  <a:pt x="144079" y="0"/>
                </a:lnTo>
                <a:cubicBezTo>
                  <a:pt x="143877" y="8836"/>
                  <a:pt x="143776" y="17032"/>
                  <a:pt x="143776" y="24587"/>
                </a:cubicBezTo>
                <a:cubicBezTo>
                  <a:pt x="143776" y="32344"/>
                  <a:pt x="143877" y="41416"/>
                  <a:pt x="144079" y="51804"/>
                </a:cubicBezTo>
                <a:lnTo>
                  <a:pt x="139728" y="52208"/>
                </a:lnTo>
                <a:lnTo>
                  <a:pt x="136895" y="42596"/>
                </a:lnTo>
                <a:cubicBezTo>
                  <a:pt x="136423" y="41315"/>
                  <a:pt x="135917" y="40387"/>
                  <a:pt x="135378" y="39814"/>
                </a:cubicBezTo>
                <a:cubicBezTo>
                  <a:pt x="134838" y="39241"/>
                  <a:pt x="133927" y="38937"/>
                  <a:pt x="132646" y="38903"/>
                </a:cubicBezTo>
                <a:cubicBezTo>
                  <a:pt x="131364" y="38870"/>
                  <a:pt x="129577" y="39190"/>
                  <a:pt x="127283" y="39865"/>
                </a:cubicBezTo>
                <a:cubicBezTo>
                  <a:pt x="125192" y="40607"/>
                  <a:pt x="122292" y="41618"/>
                  <a:pt x="118582" y="42900"/>
                </a:cubicBezTo>
                <a:lnTo>
                  <a:pt x="91466" y="52411"/>
                </a:lnTo>
                <a:lnTo>
                  <a:pt x="91466" y="101179"/>
                </a:lnTo>
                <a:lnTo>
                  <a:pt x="118481" y="111803"/>
                </a:lnTo>
                <a:cubicBezTo>
                  <a:pt x="122258" y="113219"/>
                  <a:pt x="125260" y="114332"/>
                  <a:pt x="127486" y="115142"/>
                </a:cubicBezTo>
                <a:cubicBezTo>
                  <a:pt x="129712" y="115951"/>
                  <a:pt x="131465" y="116356"/>
                  <a:pt x="132747" y="116356"/>
                </a:cubicBezTo>
                <a:cubicBezTo>
                  <a:pt x="133961" y="116423"/>
                  <a:pt x="134838" y="116137"/>
                  <a:pt x="135378" y="115496"/>
                </a:cubicBezTo>
                <a:cubicBezTo>
                  <a:pt x="135917" y="114855"/>
                  <a:pt x="136389" y="113860"/>
                  <a:pt x="136794" y="112511"/>
                </a:cubicBezTo>
                <a:lnTo>
                  <a:pt x="139526" y="103102"/>
                </a:lnTo>
                <a:lnTo>
                  <a:pt x="144079" y="102899"/>
                </a:lnTo>
                <a:cubicBezTo>
                  <a:pt x="143877" y="112545"/>
                  <a:pt x="143776" y="120369"/>
                  <a:pt x="143776" y="126373"/>
                </a:cubicBezTo>
                <a:cubicBezTo>
                  <a:pt x="143776" y="132444"/>
                  <a:pt x="143877" y="139223"/>
                  <a:pt x="144079" y="146710"/>
                </a:cubicBezTo>
                <a:lnTo>
                  <a:pt x="139728" y="147216"/>
                </a:lnTo>
                <a:lnTo>
                  <a:pt x="136592" y="136997"/>
                </a:lnTo>
                <a:cubicBezTo>
                  <a:pt x="135850" y="134501"/>
                  <a:pt x="134602" y="132612"/>
                  <a:pt x="132848" y="131331"/>
                </a:cubicBezTo>
                <a:cubicBezTo>
                  <a:pt x="131162" y="130184"/>
                  <a:pt x="128531" y="128835"/>
                  <a:pt x="124956" y="127283"/>
                </a:cubicBezTo>
                <a:lnTo>
                  <a:pt x="1518" y="75581"/>
                </a:lnTo>
                <a:lnTo>
                  <a:pt x="0" y="65159"/>
                </a:lnTo>
                <a:moveTo>
                  <a:pt x="82259" y="97436"/>
                </a:moveTo>
                <a:lnTo>
                  <a:pt x="82259" y="55750"/>
                </a:lnTo>
                <a:lnTo>
                  <a:pt x="26509" y="75480"/>
                </a:lnTo>
                <a:lnTo>
                  <a:pt x="82259" y="97436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n">
            <a:extLst xmlns:a="http://schemas.openxmlformats.org/drawingml/2006/main">
              <a:ext uri="{FF2B5EF4-FFF2-40B4-BE49-F238E27FC236}">
                <a16:creationId xmlns:a16="http://schemas.microsoft.com/office/drawing/2014/main" id="{5B836A4C-55BB-4792-A42B-B071521D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1201187"/>
            <a:ext cx="96424" cy="110892"/>
          </a:xfrm>
          <a:custGeom xmlns:a="http://schemas.openxmlformats.org/drawingml/2006/main">
            <a:pathLst>
              <a:path w="96424" h="110892">
                <a:moveTo>
                  <a:pt x="7083" y="110892"/>
                </a:moveTo>
                <a:cubicBezTo>
                  <a:pt x="4992" y="99560"/>
                  <a:pt x="2631" y="88869"/>
                  <a:pt x="0" y="78819"/>
                </a:cubicBezTo>
                <a:lnTo>
                  <a:pt x="708" y="77807"/>
                </a:lnTo>
                <a:lnTo>
                  <a:pt x="12445" y="77807"/>
                </a:lnTo>
                <a:cubicBezTo>
                  <a:pt x="4148" y="66070"/>
                  <a:pt x="0" y="55109"/>
                  <a:pt x="0" y="44924"/>
                </a:cubicBezTo>
                <a:cubicBezTo>
                  <a:pt x="0" y="35413"/>
                  <a:pt x="2664" y="27925"/>
                  <a:pt x="7993" y="22462"/>
                </a:cubicBezTo>
                <a:cubicBezTo>
                  <a:pt x="13457" y="16998"/>
                  <a:pt x="21079" y="14266"/>
                  <a:pt x="30860" y="14266"/>
                </a:cubicBezTo>
                <a:lnTo>
                  <a:pt x="66576" y="14266"/>
                </a:lnTo>
                <a:cubicBezTo>
                  <a:pt x="75007" y="14266"/>
                  <a:pt x="81247" y="14199"/>
                  <a:pt x="85294" y="14064"/>
                </a:cubicBezTo>
                <a:cubicBezTo>
                  <a:pt x="87183" y="14064"/>
                  <a:pt x="88363" y="13187"/>
                  <a:pt x="88835" y="11433"/>
                </a:cubicBezTo>
                <a:lnTo>
                  <a:pt x="92275" y="202"/>
                </a:lnTo>
                <a:lnTo>
                  <a:pt x="96424" y="0"/>
                </a:lnTo>
                <a:cubicBezTo>
                  <a:pt x="96221" y="8971"/>
                  <a:pt x="96120" y="16728"/>
                  <a:pt x="96120" y="23271"/>
                </a:cubicBezTo>
                <a:cubicBezTo>
                  <a:pt x="96120" y="29949"/>
                  <a:pt x="96221" y="37335"/>
                  <a:pt x="96424" y="45429"/>
                </a:cubicBezTo>
                <a:lnTo>
                  <a:pt x="92275" y="45834"/>
                </a:lnTo>
                <a:lnTo>
                  <a:pt x="89341" y="35716"/>
                </a:lnTo>
                <a:cubicBezTo>
                  <a:pt x="88869" y="34232"/>
                  <a:pt x="87824" y="33389"/>
                  <a:pt x="86205" y="33187"/>
                </a:cubicBezTo>
                <a:cubicBezTo>
                  <a:pt x="85328" y="33119"/>
                  <a:pt x="83203" y="33086"/>
                  <a:pt x="79830" y="33086"/>
                </a:cubicBezTo>
                <a:lnTo>
                  <a:pt x="35716" y="33086"/>
                </a:lnTo>
                <a:cubicBezTo>
                  <a:pt x="27420" y="33153"/>
                  <a:pt x="21450" y="35143"/>
                  <a:pt x="17808" y="39055"/>
                </a:cubicBezTo>
                <a:cubicBezTo>
                  <a:pt x="14300" y="43035"/>
                  <a:pt x="12512" y="48870"/>
                  <a:pt x="12445" y="56559"/>
                </a:cubicBezTo>
                <a:cubicBezTo>
                  <a:pt x="12445" y="63439"/>
                  <a:pt x="14401" y="70488"/>
                  <a:pt x="18313" y="77706"/>
                </a:cubicBezTo>
                <a:lnTo>
                  <a:pt x="62529" y="77706"/>
                </a:lnTo>
                <a:cubicBezTo>
                  <a:pt x="71028" y="77706"/>
                  <a:pt x="78751" y="77638"/>
                  <a:pt x="85699" y="77503"/>
                </a:cubicBezTo>
                <a:cubicBezTo>
                  <a:pt x="87520" y="77503"/>
                  <a:pt x="88667" y="76728"/>
                  <a:pt x="89139" y="75176"/>
                </a:cubicBezTo>
                <a:lnTo>
                  <a:pt x="92275" y="64653"/>
                </a:lnTo>
                <a:lnTo>
                  <a:pt x="96424" y="64451"/>
                </a:lnTo>
                <a:cubicBezTo>
                  <a:pt x="96221" y="72883"/>
                  <a:pt x="96120" y="80370"/>
                  <a:pt x="96120" y="86913"/>
                </a:cubicBezTo>
                <a:cubicBezTo>
                  <a:pt x="96120" y="93658"/>
                  <a:pt x="96221" y="101516"/>
                  <a:pt x="96424" y="110488"/>
                </a:cubicBezTo>
                <a:lnTo>
                  <a:pt x="92275" y="110892"/>
                </a:lnTo>
                <a:lnTo>
                  <a:pt x="88835" y="98953"/>
                </a:lnTo>
                <a:cubicBezTo>
                  <a:pt x="88296" y="97537"/>
                  <a:pt x="87250" y="96761"/>
                  <a:pt x="85699" y="96626"/>
                </a:cubicBezTo>
                <a:cubicBezTo>
                  <a:pt x="81382" y="96559"/>
                  <a:pt x="77233" y="96525"/>
                  <a:pt x="73254" y="96525"/>
                </a:cubicBezTo>
                <a:lnTo>
                  <a:pt x="38752" y="96525"/>
                </a:lnTo>
                <a:cubicBezTo>
                  <a:pt x="29983" y="96525"/>
                  <a:pt x="21787" y="96660"/>
                  <a:pt x="14165" y="96930"/>
                </a:cubicBezTo>
                <a:lnTo>
                  <a:pt x="10523" y="110386"/>
                </a:lnTo>
                <a:lnTo>
                  <a:pt x="7083" y="110892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a">
            <a:extLst xmlns:a="http://schemas.openxmlformats.org/drawingml/2006/main">
              <a:ext uri="{FF2B5EF4-FFF2-40B4-BE49-F238E27FC236}">
                <a16:creationId xmlns:a16="http://schemas.microsoft.com/office/drawing/2014/main" id="{4F678817-3FEB-475D-8015-A37F886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1103318"/>
            <a:ext cx="98953" cy="91331"/>
          </a:xfrm>
          <a:custGeom xmlns:a="http://schemas.openxmlformats.org/drawingml/2006/main">
            <a:pathLst>
              <a:path w="98953" h="91331">
                <a:moveTo>
                  <a:pt x="50286" y="33693"/>
                </a:moveTo>
                <a:cubicBezTo>
                  <a:pt x="50286" y="47925"/>
                  <a:pt x="51736" y="57605"/>
                  <a:pt x="54637" y="62731"/>
                </a:cubicBezTo>
                <a:cubicBezTo>
                  <a:pt x="57605" y="67925"/>
                  <a:pt x="62495" y="70522"/>
                  <a:pt x="69308" y="70522"/>
                </a:cubicBezTo>
                <a:cubicBezTo>
                  <a:pt x="75716" y="70522"/>
                  <a:pt x="80235" y="68802"/>
                  <a:pt x="82866" y="65362"/>
                </a:cubicBezTo>
                <a:cubicBezTo>
                  <a:pt x="85631" y="61922"/>
                  <a:pt x="86980" y="57267"/>
                  <a:pt x="86913" y="51399"/>
                </a:cubicBezTo>
                <a:cubicBezTo>
                  <a:pt x="86913" y="44721"/>
                  <a:pt x="85732" y="38887"/>
                  <a:pt x="83372" y="33895"/>
                </a:cubicBezTo>
                <a:lnTo>
                  <a:pt x="50286" y="33693"/>
                </a:lnTo>
                <a:moveTo>
                  <a:pt x="8600" y="82765"/>
                </a:moveTo>
                <a:cubicBezTo>
                  <a:pt x="2867" y="69611"/>
                  <a:pt x="0" y="57976"/>
                  <a:pt x="0" y="47858"/>
                </a:cubicBezTo>
                <a:cubicBezTo>
                  <a:pt x="67" y="37537"/>
                  <a:pt x="2766" y="29342"/>
                  <a:pt x="8094" y="23271"/>
                </a:cubicBezTo>
                <a:cubicBezTo>
                  <a:pt x="13491" y="17335"/>
                  <a:pt x="21281" y="14367"/>
                  <a:pt x="31467" y="14367"/>
                </a:cubicBezTo>
                <a:lnTo>
                  <a:pt x="73557" y="14873"/>
                </a:lnTo>
                <a:cubicBezTo>
                  <a:pt x="76997" y="15008"/>
                  <a:pt x="79763" y="14941"/>
                  <a:pt x="81854" y="14671"/>
                </a:cubicBezTo>
                <a:cubicBezTo>
                  <a:pt x="84012" y="14401"/>
                  <a:pt x="85631" y="13794"/>
                  <a:pt x="86711" y="12850"/>
                </a:cubicBezTo>
                <a:cubicBezTo>
                  <a:pt x="87790" y="11905"/>
                  <a:pt x="88532" y="10421"/>
                  <a:pt x="88936" y="8398"/>
                </a:cubicBezTo>
                <a:cubicBezTo>
                  <a:pt x="89476" y="6509"/>
                  <a:pt x="89746" y="3879"/>
                  <a:pt x="89746" y="506"/>
                </a:cubicBezTo>
                <a:lnTo>
                  <a:pt x="93692" y="0"/>
                </a:lnTo>
                <a:cubicBezTo>
                  <a:pt x="94906" y="2968"/>
                  <a:pt x="96053" y="6509"/>
                  <a:pt x="97132" y="10624"/>
                </a:cubicBezTo>
                <a:cubicBezTo>
                  <a:pt x="98279" y="14873"/>
                  <a:pt x="98852" y="17706"/>
                  <a:pt x="98852" y="19123"/>
                </a:cubicBezTo>
                <a:cubicBezTo>
                  <a:pt x="98919" y="25801"/>
                  <a:pt x="95547" y="30354"/>
                  <a:pt x="88734" y="32782"/>
                </a:cubicBezTo>
                <a:cubicBezTo>
                  <a:pt x="95547" y="42293"/>
                  <a:pt x="98953" y="51298"/>
                  <a:pt x="98953" y="59797"/>
                </a:cubicBezTo>
                <a:cubicBezTo>
                  <a:pt x="98953" y="69308"/>
                  <a:pt x="96626" y="76930"/>
                  <a:pt x="91972" y="82663"/>
                </a:cubicBezTo>
                <a:cubicBezTo>
                  <a:pt x="87453" y="88464"/>
                  <a:pt x="80943" y="91331"/>
                  <a:pt x="72444" y="91264"/>
                </a:cubicBezTo>
                <a:cubicBezTo>
                  <a:pt x="62124" y="91264"/>
                  <a:pt x="54468" y="86609"/>
                  <a:pt x="49477" y="77301"/>
                </a:cubicBezTo>
                <a:cubicBezTo>
                  <a:pt x="44553" y="68127"/>
                  <a:pt x="42091" y="53591"/>
                  <a:pt x="42091" y="33693"/>
                </a:cubicBezTo>
                <a:lnTo>
                  <a:pt x="34199" y="33591"/>
                </a:lnTo>
                <a:cubicBezTo>
                  <a:pt x="26644" y="33524"/>
                  <a:pt x="21045" y="35446"/>
                  <a:pt x="17403" y="39359"/>
                </a:cubicBezTo>
                <a:cubicBezTo>
                  <a:pt x="13760" y="43338"/>
                  <a:pt x="11939" y="49342"/>
                  <a:pt x="11939" y="57369"/>
                </a:cubicBezTo>
                <a:cubicBezTo>
                  <a:pt x="11939" y="63574"/>
                  <a:pt x="13086" y="71264"/>
                  <a:pt x="15379" y="80437"/>
                </a:cubicBezTo>
                <a:lnTo>
                  <a:pt x="8600" y="82765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l">
            <a:extLst xmlns:a="http://schemas.openxmlformats.org/drawingml/2006/main">
              <a:ext uri="{FF2B5EF4-FFF2-40B4-BE49-F238E27FC236}">
                <a16:creationId xmlns:a16="http://schemas.microsoft.com/office/drawing/2014/main" id="{DE32093D-45EB-4BD7-A2F7-340D04A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2" y="1047949"/>
            <a:ext cx="152781" cy="47757"/>
          </a:xfrm>
          <a:custGeom xmlns:a="http://schemas.openxmlformats.org/drawingml/2006/main">
            <a:pathLst>
              <a:path w="152781" h="47757">
                <a:moveTo>
                  <a:pt x="10523" y="47251"/>
                </a:moveTo>
                <a:lnTo>
                  <a:pt x="7184" y="47757"/>
                </a:lnTo>
                <a:cubicBezTo>
                  <a:pt x="4958" y="35817"/>
                  <a:pt x="2563" y="24789"/>
                  <a:pt x="0" y="14671"/>
                </a:cubicBezTo>
                <a:lnTo>
                  <a:pt x="809" y="13760"/>
                </a:lnTo>
                <a:cubicBezTo>
                  <a:pt x="11872" y="14165"/>
                  <a:pt x="27150" y="14367"/>
                  <a:pt x="46644" y="14367"/>
                </a:cubicBezTo>
                <a:lnTo>
                  <a:pt x="112511" y="14367"/>
                </a:lnTo>
                <a:cubicBezTo>
                  <a:pt x="124585" y="14367"/>
                  <a:pt x="134298" y="14300"/>
                  <a:pt x="141651" y="14165"/>
                </a:cubicBezTo>
                <a:cubicBezTo>
                  <a:pt x="143607" y="14030"/>
                  <a:pt x="144821" y="13086"/>
                  <a:pt x="145293" y="11332"/>
                </a:cubicBezTo>
                <a:lnTo>
                  <a:pt x="148632" y="304"/>
                </a:lnTo>
                <a:lnTo>
                  <a:pt x="152781" y="0"/>
                </a:lnTo>
                <a:cubicBezTo>
                  <a:pt x="152578" y="9174"/>
                  <a:pt x="152477" y="17032"/>
                  <a:pt x="152477" y="23575"/>
                </a:cubicBezTo>
                <a:cubicBezTo>
                  <a:pt x="152477" y="30320"/>
                  <a:pt x="152578" y="38178"/>
                  <a:pt x="152781" y="47149"/>
                </a:cubicBezTo>
                <a:lnTo>
                  <a:pt x="148632" y="47554"/>
                </a:lnTo>
                <a:lnTo>
                  <a:pt x="145293" y="36121"/>
                </a:lnTo>
                <a:cubicBezTo>
                  <a:pt x="144821" y="34435"/>
                  <a:pt x="143742" y="33524"/>
                  <a:pt x="142056" y="33389"/>
                </a:cubicBezTo>
                <a:cubicBezTo>
                  <a:pt x="134501" y="33322"/>
                  <a:pt x="126002" y="33254"/>
                  <a:pt x="116558" y="33187"/>
                </a:cubicBezTo>
                <a:lnTo>
                  <a:pt x="74974" y="33187"/>
                </a:lnTo>
                <a:cubicBezTo>
                  <a:pt x="49881" y="33187"/>
                  <a:pt x="29747" y="33322"/>
                  <a:pt x="14570" y="33591"/>
                </a:cubicBezTo>
                <a:lnTo>
                  <a:pt x="10523" y="47251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y">
            <a:extLst xmlns:a="http://schemas.openxmlformats.org/drawingml/2006/main">
              <a:ext uri="{FF2B5EF4-FFF2-40B4-BE49-F238E27FC236}">
                <a16:creationId xmlns:a16="http://schemas.microsoft.com/office/drawing/2014/main" id="{E424356F-6E40-47E9-98A8-6812CCF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6" y="939976"/>
            <a:ext cx="143539" cy="105226"/>
          </a:xfrm>
          <a:custGeom xmlns:a="http://schemas.openxmlformats.org/drawingml/2006/main">
            <a:pathLst>
              <a:path w="143539" h="105226">
                <a:moveTo>
                  <a:pt x="0" y="105226"/>
                </a:moveTo>
                <a:cubicBezTo>
                  <a:pt x="202" y="96727"/>
                  <a:pt x="304" y="89173"/>
                  <a:pt x="304" y="82562"/>
                </a:cubicBezTo>
                <a:cubicBezTo>
                  <a:pt x="304" y="78043"/>
                  <a:pt x="202" y="70825"/>
                  <a:pt x="0" y="60910"/>
                </a:cubicBezTo>
                <a:lnTo>
                  <a:pt x="4148" y="60505"/>
                </a:lnTo>
                <a:lnTo>
                  <a:pt x="7386" y="72343"/>
                </a:lnTo>
                <a:cubicBezTo>
                  <a:pt x="14469" y="69915"/>
                  <a:pt x="22259" y="67014"/>
                  <a:pt x="30758" y="63642"/>
                </a:cubicBezTo>
                <a:cubicBezTo>
                  <a:pt x="39392" y="60404"/>
                  <a:pt x="48296" y="56896"/>
                  <a:pt x="57470" y="53119"/>
                </a:cubicBezTo>
                <a:cubicBezTo>
                  <a:pt x="61382" y="51635"/>
                  <a:pt x="65800" y="49949"/>
                  <a:pt x="70724" y="48060"/>
                </a:cubicBezTo>
                <a:cubicBezTo>
                  <a:pt x="65665" y="46171"/>
                  <a:pt x="59881" y="43912"/>
                  <a:pt x="53372" y="41281"/>
                </a:cubicBezTo>
                <a:cubicBezTo>
                  <a:pt x="46863" y="38650"/>
                  <a:pt x="39763" y="35817"/>
                  <a:pt x="32074" y="32782"/>
                </a:cubicBezTo>
                <a:cubicBezTo>
                  <a:pt x="24519" y="29882"/>
                  <a:pt x="16290" y="26812"/>
                  <a:pt x="7386" y="23575"/>
                </a:cubicBezTo>
                <a:lnTo>
                  <a:pt x="4148" y="35109"/>
                </a:lnTo>
                <a:lnTo>
                  <a:pt x="0" y="35514"/>
                </a:lnTo>
                <a:cubicBezTo>
                  <a:pt x="202" y="30590"/>
                  <a:pt x="304" y="24755"/>
                  <a:pt x="304" y="18010"/>
                </a:cubicBezTo>
                <a:cubicBezTo>
                  <a:pt x="304" y="12074"/>
                  <a:pt x="202" y="6239"/>
                  <a:pt x="0" y="506"/>
                </a:cubicBezTo>
                <a:lnTo>
                  <a:pt x="4148" y="0"/>
                </a:lnTo>
                <a:lnTo>
                  <a:pt x="6779" y="9410"/>
                </a:lnTo>
                <a:cubicBezTo>
                  <a:pt x="7521" y="11568"/>
                  <a:pt x="8904" y="13086"/>
                  <a:pt x="10927" y="13963"/>
                </a:cubicBezTo>
                <a:cubicBezTo>
                  <a:pt x="16728" y="16526"/>
                  <a:pt x="23001" y="19224"/>
                  <a:pt x="29747" y="22057"/>
                </a:cubicBezTo>
                <a:cubicBezTo>
                  <a:pt x="50724" y="31028"/>
                  <a:pt x="67857" y="37774"/>
                  <a:pt x="81146" y="42293"/>
                </a:cubicBezTo>
                <a:cubicBezTo>
                  <a:pt x="90252" y="45463"/>
                  <a:pt x="99493" y="48262"/>
                  <a:pt x="108869" y="50691"/>
                </a:cubicBezTo>
                <a:cubicBezTo>
                  <a:pt x="118447" y="53254"/>
                  <a:pt x="126609" y="55176"/>
                  <a:pt x="133354" y="56458"/>
                </a:cubicBezTo>
                <a:cubicBezTo>
                  <a:pt x="136727" y="57065"/>
                  <a:pt x="139223" y="58279"/>
                  <a:pt x="140841" y="60100"/>
                </a:cubicBezTo>
                <a:cubicBezTo>
                  <a:pt x="142595" y="62057"/>
                  <a:pt x="143472" y="66407"/>
                  <a:pt x="143472" y="73153"/>
                </a:cubicBezTo>
                <a:cubicBezTo>
                  <a:pt x="143539" y="80168"/>
                  <a:pt x="143303" y="86913"/>
                  <a:pt x="142764" y="93388"/>
                </a:cubicBezTo>
                <a:lnTo>
                  <a:pt x="138818" y="93894"/>
                </a:lnTo>
                <a:cubicBezTo>
                  <a:pt x="137739" y="86542"/>
                  <a:pt x="135344" y="81045"/>
                  <a:pt x="131634" y="77402"/>
                </a:cubicBezTo>
                <a:cubicBezTo>
                  <a:pt x="127047" y="73085"/>
                  <a:pt x="114670" y="66407"/>
                  <a:pt x="94501" y="57369"/>
                </a:cubicBezTo>
                <a:lnTo>
                  <a:pt x="92579" y="56559"/>
                </a:lnTo>
                <a:lnTo>
                  <a:pt x="92174" y="57976"/>
                </a:lnTo>
                <a:cubicBezTo>
                  <a:pt x="61483" y="70320"/>
                  <a:pt x="34435" y="81483"/>
                  <a:pt x="11029" y="91466"/>
                </a:cubicBezTo>
                <a:cubicBezTo>
                  <a:pt x="9005" y="92410"/>
                  <a:pt x="7622" y="93962"/>
                  <a:pt x="6880" y="96120"/>
                </a:cubicBezTo>
                <a:lnTo>
                  <a:pt x="4148" y="105024"/>
                </a:lnTo>
                <a:lnTo>
                  <a:pt x="0" y="105226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s">
            <a:extLst xmlns:a="http://schemas.openxmlformats.org/drawingml/2006/main">
              <a:ext uri="{FF2B5EF4-FFF2-40B4-BE49-F238E27FC236}">
                <a16:creationId xmlns:a16="http://schemas.microsoft.com/office/drawing/2014/main" id="{53390ACC-749E-4D92-9722-1E233515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865889"/>
            <a:ext cx="98953" cy="70016"/>
          </a:xfrm>
          <a:custGeom xmlns:a="http://schemas.openxmlformats.org/drawingml/2006/main">
            <a:pathLst>
              <a:path w="98953" h="70016">
                <a:moveTo>
                  <a:pt x="10219" y="19325"/>
                </a:moveTo>
                <a:cubicBezTo>
                  <a:pt x="9140" y="23305"/>
                  <a:pt x="8600" y="28027"/>
                  <a:pt x="8600" y="33490"/>
                </a:cubicBezTo>
                <a:cubicBezTo>
                  <a:pt x="8600" y="38954"/>
                  <a:pt x="9814" y="43574"/>
                  <a:pt x="12243" y="47352"/>
                </a:cubicBezTo>
                <a:cubicBezTo>
                  <a:pt x="14806" y="51332"/>
                  <a:pt x="18179" y="53288"/>
                  <a:pt x="22361" y="53220"/>
                </a:cubicBezTo>
                <a:cubicBezTo>
                  <a:pt x="26543" y="53220"/>
                  <a:pt x="29780" y="51939"/>
                  <a:pt x="32074" y="49375"/>
                </a:cubicBezTo>
                <a:cubicBezTo>
                  <a:pt x="34435" y="46880"/>
                  <a:pt x="36762" y="42192"/>
                  <a:pt x="39055" y="35312"/>
                </a:cubicBezTo>
                <a:lnTo>
                  <a:pt x="41888" y="27015"/>
                </a:lnTo>
                <a:cubicBezTo>
                  <a:pt x="45058" y="17706"/>
                  <a:pt x="48667" y="10860"/>
                  <a:pt x="52714" y="6475"/>
                </a:cubicBezTo>
                <a:cubicBezTo>
                  <a:pt x="56896" y="2158"/>
                  <a:pt x="62984" y="0"/>
                  <a:pt x="70977" y="0"/>
                </a:cubicBezTo>
                <a:cubicBezTo>
                  <a:pt x="78970" y="0"/>
                  <a:pt x="85598" y="3642"/>
                  <a:pt x="90859" y="10927"/>
                </a:cubicBezTo>
                <a:cubicBezTo>
                  <a:pt x="96255" y="18212"/>
                  <a:pt x="98953" y="27420"/>
                  <a:pt x="98953" y="38549"/>
                </a:cubicBezTo>
                <a:cubicBezTo>
                  <a:pt x="98953" y="48802"/>
                  <a:pt x="96862" y="59291"/>
                  <a:pt x="92680" y="70016"/>
                </a:cubicBezTo>
                <a:cubicBezTo>
                  <a:pt x="83979" y="67723"/>
                  <a:pt x="75412" y="65868"/>
                  <a:pt x="66981" y="64451"/>
                </a:cubicBezTo>
                <a:lnTo>
                  <a:pt x="66374" y="60505"/>
                </a:lnTo>
                <a:lnTo>
                  <a:pt x="88127" y="53220"/>
                </a:lnTo>
                <a:cubicBezTo>
                  <a:pt x="89678" y="49443"/>
                  <a:pt x="90420" y="44553"/>
                  <a:pt x="90353" y="38549"/>
                </a:cubicBezTo>
                <a:cubicBezTo>
                  <a:pt x="90353" y="32276"/>
                  <a:pt x="89071" y="27251"/>
                  <a:pt x="86508" y="23474"/>
                </a:cubicBezTo>
                <a:cubicBezTo>
                  <a:pt x="84012" y="19764"/>
                  <a:pt x="80404" y="17909"/>
                  <a:pt x="75682" y="17909"/>
                </a:cubicBezTo>
                <a:cubicBezTo>
                  <a:pt x="71432" y="17909"/>
                  <a:pt x="68026" y="19157"/>
                  <a:pt x="65463" y="21652"/>
                </a:cubicBezTo>
                <a:cubicBezTo>
                  <a:pt x="62967" y="24216"/>
                  <a:pt x="60809" y="28263"/>
                  <a:pt x="58987" y="33794"/>
                </a:cubicBezTo>
                <a:lnTo>
                  <a:pt x="55446" y="44316"/>
                </a:lnTo>
                <a:cubicBezTo>
                  <a:pt x="52478" y="53423"/>
                  <a:pt x="48802" y="59696"/>
                  <a:pt x="44418" y="63136"/>
                </a:cubicBezTo>
                <a:cubicBezTo>
                  <a:pt x="40236" y="66711"/>
                  <a:pt x="34941" y="68465"/>
                  <a:pt x="28533" y="68397"/>
                </a:cubicBezTo>
                <a:cubicBezTo>
                  <a:pt x="19764" y="68465"/>
                  <a:pt x="12782" y="65092"/>
                  <a:pt x="7588" y="58279"/>
                </a:cubicBezTo>
                <a:cubicBezTo>
                  <a:pt x="2529" y="51669"/>
                  <a:pt x="0" y="42833"/>
                  <a:pt x="0" y="31770"/>
                </a:cubicBezTo>
                <a:cubicBezTo>
                  <a:pt x="67" y="21585"/>
                  <a:pt x="1551" y="12276"/>
                  <a:pt x="4452" y="3845"/>
                </a:cubicBezTo>
                <a:cubicBezTo>
                  <a:pt x="12141" y="5801"/>
                  <a:pt x="20270" y="7521"/>
                  <a:pt x="28836" y="9005"/>
                </a:cubicBezTo>
                <a:lnTo>
                  <a:pt x="29544" y="12850"/>
                </a:lnTo>
                <a:lnTo>
                  <a:pt x="10219" y="19325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i">
            <a:extLst xmlns:a="http://schemas.openxmlformats.org/drawingml/2006/main">
              <a:ext uri="{FF2B5EF4-FFF2-40B4-BE49-F238E27FC236}">
                <a16:creationId xmlns:a16="http://schemas.microsoft.com/office/drawing/2014/main" id="{0869AD8D-7622-41F0-B2B4-2E085B1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1" y="800455"/>
            <a:ext cx="143371" cy="47959"/>
          </a:xfrm>
          <a:custGeom xmlns:a="http://schemas.openxmlformats.org/drawingml/2006/main">
            <a:pathLst>
              <a:path w="143371" h="47959">
                <a:moveTo>
                  <a:pt x="11130" y="13659"/>
                </a:moveTo>
                <a:cubicBezTo>
                  <a:pt x="14705" y="13659"/>
                  <a:pt x="17605" y="14772"/>
                  <a:pt x="19831" y="16998"/>
                </a:cubicBezTo>
                <a:cubicBezTo>
                  <a:pt x="22192" y="19224"/>
                  <a:pt x="23339" y="22091"/>
                  <a:pt x="23271" y="25598"/>
                </a:cubicBezTo>
                <a:cubicBezTo>
                  <a:pt x="23339" y="28971"/>
                  <a:pt x="22293" y="31703"/>
                  <a:pt x="20135" y="33794"/>
                </a:cubicBezTo>
                <a:cubicBezTo>
                  <a:pt x="18044" y="35952"/>
                  <a:pt x="15278" y="37032"/>
                  <a:pt x="11838" y="37032"/>
                </a:cubicBezTo>
                <a:cubicBezTo>
                  <a:pt x="8196" y="37032"/>
                  <a:pt x="5295" y="35919"/>
                  <a:pt x="3137" y="33693"/>
                </a:cubicBezTo>
                <a:cubicBezTo>
                  <a:pt x="1046" y="31467"/>
                  <a:pt x="0" y="28533"/>
                  <a:pt x="0" y="24890"/>
                </a:cubicBezTo>
                <a:cubicBezTo>
                  <a:pt x="0" y="21652"/>
                  <a:pt x="944" y="18954"/>
                  <a:pt x="2833" y="16796"/>
                </a:cubicBezTo>
                <a:cubicBezTo>
                  <a:pt x="4857" y="14705"/>
                  <a:pt x="7622" y="13659"/>
                  <a:pt x="11130" y="13659"/>
                </a:cubicBezTo>
                <a:moveTo>
                  <a:pt x="54030" y="47858"/>
                </a:moveTo>
                <a:cubicBezTo>
                  <a:pt x="51871" y="36054"/>
                  <a:pt x="49510" y="25092"/>
                  <a:pt x="46947" y="14975"/>
                </a:cubicBezTo>
                <a:lnTo>
                  <a:pt x="47655" y="14064"/>
                </a:lnTo>
                <a:cubicBezTo>
                  <a:pt x="56492" y="14469"/>
                  <a:pt x="66137" y="14671"/>
                  <a:pt x="76593" y="14671"/>
                </a:cubicBezTo>
                <a:lnTo>
                  <a:pt x="115445" y="14671"/>
                </a:lnTo>
                <a:cubicBezTo>
                  <a:pt x="123540" y="14671"/>
                  <a:pt x="129138" y="14604"/>
                  <a:pt x="132241" y="14469"/>
                </a:cubicBezTo>
                <a:cubicBezTo>
                  <a:pt x="134130" y="14401"/>
                  <a:pt x="135310" y="13558"/>
                  <a:pt x="135782" y="11939"/>
                </a:cubicBezTo>
                <a:lnTo>
                  <a:pt x="139223" y="202"/>
                </a:lnTo>
                <a:lnTo>
                  <a:pt x="143371" y="0"/>
                </a:lnTo>
                <a:cubicBezTo>
                  <a:pt x="143168" y="9376"/>
                  <a:pt x="143067" y="17335"/>
                  <a:pt x="143067" y="23878"/>
                </a:cubicBezTo>
                <a:cubicBezTo>
                  <a:pt x="143067" y="30556"/>
                  <a:pt x="143168" y="38448"/>
                  <a:pt x="143371" y="47554"/>
                </a:cubicBezTo>
                <a:lnTo>
                  <a:pt x="139223" y="47959"/>
                </a:lnTo>
                <a:lnTo>
                  <a:pt x="135782" y="36222"/>
                </a:lnTo>
                <a:cubicBezTo>
                  <a:pt x="135310" y="34738"/>
                  <a:pt x="134012" y="33929"/>
                  <a:pt x="131887" y="33794"/>
                </a:cubicBezTo>
                <a:cubicBezTo>
                  <a:pt x="129762" y="33659"/>
                  <a:pt x="125597" y="33558"/>
                  <a:pt x="119391" y="33490"/>
                </a:cubicBezTo>
                <a:lnTo>
                  <a:pt x="85598" y="33490"/>
                </a:lnTo>
                <a:cubicBezTo>
                  <a:pt x="76829" y="33490"/>
                  <a:pt x="68667" y="33625"/>
                  <a:pt x="61112" y="33895"/>
                </a:cubicBezTo>
                <a:lnTo>
                  <a:pt x="57470" y="47352"/>
                </a:lnTo>
                <a:lnTo>
                  <a:pt x="54030" y="47858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s">
            <a:extLst xmlns:a="http://schemas.openxmlformats.org/drawingml/2006/main">
              <a:ext uri="{FF2B5EF4-FFF2-40B4-BE49-F238E27FC236}">
                <a16:creationId xmlns:a16="http://schemas.microsoft.com/office/drawing/2014/main" id="{B7B342FF-5B77-4FD9-A11E-5DE1F17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717878"/>
            <a:ext cx="98953" cy="70016"/>
          </a:xfrm>
          <a:custGeom xmlns:a="http://schemas.openxmlformats.org/drawingml/2006/main">
            <a:pathLst>
              <a:path w="98953" h="70016">
                <a:moveTo>
                  <a:pt x="10219" y="19325"/>
                </a:moveTo>
                <a:cubicBezTo>
                  <a:pt x="9140" y="23305"/>
                  <a:pt x="8600" y="28027"/>
                  <a:pt x="8600" y="33490"/>
                </a:cubicBezTo>
                <a:cubicBezTo>
                  <a:pt x="8600" y="38954"/>
                  <a:pt x="9814" y="43574"/>
                  <a:pt x="12243" y="47352"/>
                </a:cubicBezTo>
                <a:cubicBezTo>
                  <a:pt x="14806" y="51332"/>
                  <a:pt x="18179" y="53288"/>
                  <a:pt x="22361" y="53220"/>
                </a:cubicBezTo>
                <a:cubicBezTo>
                  <a:pt x="26543" y="53220"/>
                  <a:pt x="29780" y="51939"/>
                  <a:pt x="32074" y="49375"/>
                </a:cubicBezTo>
                <a:cubicBezTo>
                  <a:pt x="34435" y="46880"/>
                  <a:pt x="36762" y="42192"/>
                  <a:pt x="39055" y="35312"/>
                </a:cubicBezTo>
                <a:lnTo>
                  <a:pt x="41888" y="27015"/>
                </a:lnTo>
                <a:cubicBezTo>
                  <a:pt x="45058" y="17706"/>
                  <a:pt x="48667" y="10860"/>
                  <a:pt x="52714" y="6475"/>
                </a:cubicBezTo>
                <a:cubicBezTo>
                  <a:pt x="56896" y="2158"/>
                  <a:pt x="62984" y="0"/>
                  <a:pt x="70977" y="0"/>
                </a:cubicBezTo>
                <a:cubicBezTo>
                  <a:pt x="78970" y="0"/>
                  <a:pt x="85598" y="3642"/>
                  <a:pt x="90859" y="10927"/>
                </a:cubicBezTo>
                <a:cubicBezTo>
                  <a:pt x="96255" y="18212"/>
                  <a:pt x="98953" y="27420"/>
                  <a:pt x="98953" y="38549"/>
                </a:cubicBezTo>
                <a:cubicBezTo>
                  <a:pt x="98953" y="48802"/>
                  <a:pt x="96862" y="59291"/>
                  <a:pt x="92680" y="70016"/>
                </a:cubicBezTo>
                <a:cubicBezTo>
                  <a:pt x="83979" y="67723"/>
                  <a:pt x="75412" y="65868"/>
                  <a:pt x="66981" y="64451"/>
                </a:cubicBezTo>
                <a:lnTo>
                  <a:pt x="66374" y="60505"/>
                </a:lnTo>
                <a:lnTo>
                  <a:pt x="88127" y="53220"/>
                </a:lnTo>
                <a:cubicBezTo>
                  <a:pt x="89678" y="49443"/>
                  <a:pt x="90420" y="44553"/>
                  <a:pt x="90353" y="38549"/>
                </a:cubicBezTo>
                <a:cubicBezTo>
                  <a:pt x="90353" y="32276"/>
                  <a:pt x="89071" y="27251"/>
                  <a:pt x="86508" y="23474"/>
                </a:cubicBezTo>
                <a:cubicBezTo>
                  <a:pt x="84012" y="19764"/>
                  <a:pt x="80404" y="17909"/>
                  <a:pt x="75682" y="17909"/>
                </a:cubicBezTo>
                <a:cubicBezTo>
                  <a:pt x="71432" y="17909"/>
                  <a:pt x="68026" y="19157"/>
                  <a:pt x="65463" y="21652"/>
                </a:cubicBezTo>
                <a:cubicBezTo>
                  <a:pt x="62967" y="24216"/>
                  <a:pt x="60809" y="28263"/>
                  <a:pt x="58987" y="33794"/>
                </a:cubicBezTo>
                <a:lnTo>
                  <a:pt x="55446" y="44316"/>
                </a:lnTo>
                <a:cubicBezTo>
                  <a:pt x="52478" y="53423"/>
                  <a:pt x="48802" y="59696"/>
                  <a:pt x="44418" y="63136"/>
                </a:cubicBezTo>
                <a:cubicBezTo>
                  <a:pt x="40236" y="66711"/>
                  <a:pt x="34941" y="68465"/>
                  <a:pt x="28533" y="68397"/>
                </a:cubicBezTo>
                <a:cubicBezTo>
                  <a:pt x="19764" y="68465"/>
                  <a:pt x="12782" y="65092"/>
                  <a:pt x="7588" y="58279"/>
                </a:cubicBezTo>
                <a:cubicBezTo>
                  <a:pt x="2529" y="51669"/>
                  <a:pt x="0" y="42833"/>
                  <a:pt x="0" y="31770"/>
                </a:cubicBezTo>
                <a:cubicBezTo>
                  <a:pt x="67" y="21585"/>
                  <a:pt x="1551" y="12276"/>
                  <a:pt x="4452" y="3845"/>
                </a:cubicBezTo>
                <a:cubicBezTo>
                  <a:pt x="12141" y="5801"/>
                  <a:pt x="20270" y="7521"/>
                  <a:pt x="28836" y="9005"/>
                </a:cubicBezTo>
                <a:lnTo>
                  <a:pt x="29544" y="12850"/>
                </a:lnTo>
                <a:lnTo>
                  <a:pt x="10219" y="19325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S">
            <a:extLst xmlns:a="http://schemas.openxmlformats.org/drawingml/2006/main">
              <a:ext uri="{FF2B5EF4-FFF2-40B4-BE49-F238E27FC236}">
                <a16:creationId xmlns:a16="http://schemas.microsoft.com/office/drawing/2014/main" id="{2311C10F-892F-4240-A6E4-633FB4F5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1" y="555047"/>
            <a:ext cx="146710" cy="92680"/>
          </a:xfrm>
          <a:custGeom xmlns:a="http://schemas.openxmlformats.org/drawingml/2006/main">
            <a:pathLst>
              <a:path w="146710" h="92680">
                <a:moveTo>
                  <a:pt x="11534" y="21652"/>
                </a:moveTo>
                <a:cubicBezTo>
                  <a:pt x="9241" y="28735"/>
                  <a:pt x="8077" y="35986"/>
                  <a:pt x="8044" y="43406"/>
                </a:cubicBezTo>
                <a:cubicBezTo>
                  <a:pt x="8010" y="50826"/>
                  <a:pt x="10152" y="57166"/>
                  <a:pt x="14469" y="62428"/>
                </a:cubicBezTo>
                <a:cubicBezTo>
                  <a:pt x="18853" y="67824"/>
                  <a:pt x="24856" y="70488"/>
                  <a:pt x="32478" y="70421"/>
                </a:cubicBezTo>
                <a:cubicBezTo>
                  <a:pt x="36863" y="70488"/>
                  <a:pt x="40708" y="69544"/>
                  <a:pt x="44013" y="67588"/>
                </a:cubicBezTo>
                <a:cubicBezTo>
                  <a:pt x="47386" y="65766"/>
                  <a:pt x="50286" y="63271"/>
                  <a:pt x="52714" y="60100"/>
                </a:cubicBezTo>
                <a:cubicBezTo>
                  <a:pt x="55278" y="56998"/>
                  <a:pt x="57503" y="53456"/>
                  <a:pt x="59392" y="49477"/>
                </a:cubicBezTo>
                <a:cubicBezTo>
                  <a:pt x="61348" y="45564"/>
                  <a:pt x="63271" y="41450"/>
                  <a:pt x="65159" y="37133"/>
                </a:cubicBezTo>
                <a:cubicBezTo>
                  <a:pt x="67183" y="32479"/>
                  <a:pt x="69308" y="27959"/>
                  <a:pt x="71534" y="23575"/>
                </a:cubicBezTo>
                <a:cubicBezTo>
                  <a:pt x="73894" y="19258"/>
                  <a:pt x="76559" y="15278"/>
                  <a:pt x="79527" y="11636"/>
                </a:cubicBezTo>
                <a:cubicBezTo>
                  <a:pt x="82562" y="8128"/>
                  <a:pt x="86205" y="5295"/>
                  <a:pt x="90454" y="3137"/>
                </a:cubicBezTo>
                <a:cubicBezTo>
                  <a:pt x="94704" y="1046"/>
                  <a:pt x="99661" y="0"/>
                  <a:pt x="105327" y="0"/>
                </a:cubicBezTo>
                <a:cubicBezTo>
                  <a:pt x="118818" y="67"/>
                  <a:pt x="129071" y="5295"/>
                  <a:pt x="136086" y="15683"/>
                </a:cubicBezTo>
                <a:cubicBezTo>
                  <a:pt x="143168" y="26205"/>
                  <a:pt x="146710" y="39797"/>
                  <a:pt x="146710" y="56458"/>
                </a:cubicBezTo>
                <a:cubicBezTo>
                  <a:pt x="146710" y="67183"/>
                  <a:pt x="144889" y="79055"/>
                  <a:pt x="141246" y="92073"/>
                </a:cubicBezTo>
                <a:lnTo>
                  <a:pt x="140437" y="92680"/>
                </a:lnTo>
                <a:lnTo>
                  <a:pt x="106036" y="87722"/>
                </a:lnTo>
                <a:lnTo>
                  <a:pt x="105327" y="83169"/>
                </a:lnTo>
                <a:lnTo>
                  <a:pt x="134062" y="76087"/>
                </a:lnTo>
                <a:cubicBezTo>
                  <a:pt x="136895" y="68937"/>
                  <a:pt x="138312" y="61618"/>
                  <a:pt x="138312" y="54131"/>
                </a:cubicBezTo>
                <a:cubicBezTo>
                  <a:pt x="138312" y="44148"/>
                  <a:pt x="136086" y="36290"/>
                  <a:pt x="131634" y="30556"/>
                </a:cubicBezTo>
                <a:cubicBezTo>
                  <a:pt x="127182" y="25025"/>
                  <a:pt x="120842" y="22226"/>
                  <a:pt x="112612" y="22158"/>
                </a:cubicBezTo>
                <a:cubicBezTo>
                  <a:pt x="108363" y="22158"/>
                  <a:pt x="104552" y="23069"/>
                  <a:pt x="101179" y="24890"/>
                </a:cubicBezTo>
                <a:cubicBezTo>
                  <a:pt x="97941" y="26711"/>
                  <a:pt x="95142" y="29140"/>
                  <a:pt x="92781" y="32175"/>
                </a:cubicBezTo>
                <a:cubicBezTo>
                  <a:pt x="90488" y="35345"/>
                  <a:pt x="88329" y="38853"/>
                  <a:pt x="86306" y="42698"/>
                </a:cubicBezTo>
                <a:cubicBezTo>
                  <a:pt x="84485" y="46677"/>
                  <a:pt x="82596" y="50724"/>
                  <a:pt x="80640" y="54839"/>
                </a:cubicBezTo>
                <a:cubicBezTo>
                  <a:pt x="78616" y="59628"/>
                  <a:pt x="76424" y="64215"/>
                  <a:pt x="74063" y="68599"/>
                </a:cubicBezTo>
                <a:cubicBezTo>
                  <a:pt x="71770" y="73119"/>
                  <a:pt x="69004" y="77132"/>
                  <a:pt x="65766" y="80640"/>
                </a:cubicBezTo>
                <a:cubicBezTo>
                  <a:pt x="62664" y="84350"/>
                  <a:pt x="58819" y="87250"/>
                  <a:pt x="54232" y="89341"/>
                </a:cubicBezTo>
                <a:cubicBezTo>
                  <a:pt x="49713" y="91500"/>
                  <a:pt x="44418" y="92579"/>
                  <a:pt x="38347" y="92579"/>
                </a:cubicBezTo>
                <a:cubicBezTo>
                  <a:pt x="26138" y="92579"/>
                  <a:pt x="16695" y="87453"/>
                  <a:pt x="10017" y="77200"/>
                </a:cubicBezTo>
                <a:cubicBezTo>
                  <a:pt x="3339" y="67014"/>
                  <a:pt x="0" y="54367"/>
                  <a:pt x="0" y="39258"/>
                </a:cubicBezTo>
                <a:cubicBezTo>
                  <a:pt x="0" y="28667"/>
                  <a:pt x="1248" y="17504"/>
                  <a:pt x="3744" y="5767"/>
                </a:cubicBezTo>
                <a:lnTo>
                  <a:pt x="4452" y="5059"/>
                </a:lnTo>
                <a:lnTo>
                  <a:pt x="36020" y="11029"/>
                </a:lnTo>
                <a:lnTo>
                  <a:pt x="36728" y="15076"/>
                </a:lnTo>
                <a:lnTo>
                  <a:pt x="11534" y="21652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c">
            <a:extLst xmlns:a="http://schemas.openxmlformats.org/drawingml/2006/main">
              <a:ext uri="{FF2B5EF4-FFF2-40B4-BE49-F238E27FC236}">
                <a16:creationId xmlns:a16="http://schemas.microsoft.com/office/drawing/2014/main" id="{3D910C6F-5475-4199-81AE-B418A39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458445"/>
            <a:ext cx="99021" cy="82023"/>
          </a:xfrm>
          <a:custGeom xmlns:a="http://schemas.openxmlformats.org/drawingml/2006/main">
            <a:pathLst>
              <a:path w="99021" h="82023">
                <a:moveTo>
                  <a:pt x="88936" y="0"/>
                </a:moveTo>
                <a:cubicBezTo>
                  <a:pt x="91769" y="4182"/>
                  <a:pt x="94130" y="9342"/>
                  <a:pt x="96019" y="15480"/>
                </a:cubicBezTo>
                <a:cubicBezTo>
                  <a:pt x="97975" y="21686"/>
                  <a:pt x="98953" y="27824"/>
                  <a:pt x="98953" y="33895"/>
                </a:cubicBezTo>
                <a:cubicBezTo>
                  <a:pt x="99021" y="48465"/>
                  <a:pt x="94737" y="60100"/>
                  <a:pt x="86103" y="68802"/>
                </a:cubicBezTo>
                <a:cubicBezTo>
                  <a:pt x="77672" y="77638"/>
                  <a:pt x="66306" y="82023"/>
                  <a:pt x="52006" y="81955"/>
                </a:cubicBezTo>
                <a:cubicBezTo>
                  <a:pt x="36559" y="81955"/>
                  <a:pt x="24013" y="76997"/>
                  <a:pt x="14367" y="67082"/>
                </a:cubicBezTo>
                <a:cubicBezTo>
                  <a:pt x="4789" y="57301"/>
                  <a:pt x="0" y="44721"/>
                  <a:pt x="0" y="29342"/>
                </a:cubicBezTo>
                <a:cubicBezTo>
                  <a:pt x="0" y="19426"/>
                  <a:pt x="2024" y="9814"/>
                  <a:pt x="6071" y="506"/>
                </a:cubicBezTo>
                <a:cubicBezTo>
                  <a:pt x="15177" y="2799"/>
                  <a:pt x="24418" y="4789"/>
                  <a:pt x="33794" y="6475"/>
                </a:cubicBezTo>
                <a:lnTo>
                  <a:pt x="34401" y="10421"/>
                </a:lnTo>
                <a:lnTo>
                  <a:pt x="10118" y="18617"/>
                </a:lnTo>
                <a:cubicBezTo>
                  <a:pt x="9039" y="21787"/>
                  <a:pt x="8499" y="25295"/>
                  <a:pt x="8499" y="29140"/>
                </a:cubicBezTo>
                <a:cubicBezTo>
                  <a:pt x="8567" y="39190"/>
                  <a:pt x="12074" y="47048"/>
                  <a:pt x="19022" y="52714"/>
                </a:cubicBezTo>
                <a:cubicBezTo>
                  <a:pt x="26037" y="58380"/>
                  <a:pt x="35312" y="61213"/>
                  <a:pt x="46846" y="61213"/>
                </a:cubicBezTo>
                <a:cubicBezTo>
                  <a:pt x="60404" y="61213"/>
                  <a:pt x="70421" y="58009"/>
                  <a:pt x="76896" y="51601"/>
                </a:cubicBezTo>
                <a:cubicBezTo>
                  <a:pt x="83372" y="45261"/>
                  <a:pt x="86609" y="35109"/>
                  <a:pt x="86609" y="21146"/>
                </a:cubicBezTo>
                <a:cubicBezTo>
                  <a:pt x="86677" y="14806"/>
                  <a:pt x="86036" y="7959"/>
                  <a:pt x="84687" y="607"/>
                </a:cubicBezTo>
                <a:lnTo>
                  <a:pt x="88936" y="0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o">
            <a:extLst xmlns:a="http://schemas.openxmlformats.org/drawingml/2006/main">
              <a:ext uri="{FF2B5EF4-FFF2-40B4-BE49-F238E27FC236}">
                <a16:creationId xmlns:a16="http://schemas.microsoft.com/office/drawing/2014/main" id="{03F8AC35-C017-4F50-933D-1AF5264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345607"/>
            <a:ext cx="99021" cy="96120"/>
          </a:xfrm>
          <a:custGeom xmlns:a="http://schemas.openxmlformats.org/drawingml/2006/main">
            <a:pathLst>
              <a:path w="99021" h="96120">
                <a:moveTo>
                  <a:pt x="48364" y="75378"/>
                </a:moveTo>
                <a:cubicBezTo>
                  <a:pt x="61045" y="75446"/>
                  <a:pt x="71298" y="73085"/>
                  <a:pt x="79122" y="68296"/>
                </a:cubicBezTo>
                <a:cubicBezTo>
                  <a:pt x="87149" y="63642"/>
                  <a:pt x="91129" y="56660"/>
                  <a:pt x="91061" y="47352"/>
                </a:cubicBezTo>
                <a:cubicBezTo>
                  <a:pt x="91061" y="38718"/>
                  <a:pt x="87554" y="32108"/>
                  <a:pt x="80539" y="27521"/>
                </a:cubicBezTo>
                <a:cubicBezTo>
                  <a:pt x="73591" y="23001"/>
                  <a:pt x="63271" y="20742"/>
                  <a:pt x="49578" y="20742"/>
                </a:cubicBezTo>
                <a:cubicBezTo>
                  <a:pt x="36762" y="20809"/>
                  <a:pt x="26610" y="23204"/>
                  <a:pt x="19123" y="27925"/>
                </a:cubicBezTo>
                <a:cubicBezTo>
                  <a:pt x="11771" y="32715"/>
                  <a:pt x="8061" y="39628"/>
                  <a:pt x="7993" y="48667"/>
                </a:cubicBezTo>
                <a:cubicBezTo>
                  <a:pt x="7993" y="57301"/>
                  <a:pt x="11332" y="63911"/>
                  <a:pt x="18010" y="68498"/>
                </a:cubicBezTo>
                <a:cubicBezTo>
                  <a:pt x="24688" y="73085"/>
                  <a:pt x="34806" y="75378"/>
                  <a:pt x="48364" y="75378"/>
                </a:cubicBezTo>
                <a:moveTo>
                  <a:pt x="47453" y="0"/>
                </a:moveTo>
                <a:cubicBezTo>
                  <a:pt x="62900" y="0"/>
                  <a:pt x="75311" y="4654"/>
                  <a:pt x="84687" y="13963"/>
                </a:cubicBezTo>
                <a:cubicBezTo>
                  <a:pt x="94198" y="23204"/>
                  <a:pt x="98953" y="35008"/>
                  <a:pt x="98953" y="49375"/>
                </a:cubicBezTo>
                <a:cubicBezTo>
                  <a:pt x="99021" y="63338"/>
                  <a:pt x="94535" y="74603"/>
                  <a:pt x="85496" y="83169"/>
                </a:cubicBezTo>
                <a:cubicBezTo>
                  <a:pt x="76660" y="91803"/>
                  <a:pt x="64991" y="96120"/>
                  <a:pt x="50488" y="96120"/>
                </a:cubicBezTo>
                <a:cubicBezTo>
                  <a:pt x="35649" y="96120"/>
                  <a:pt x="23507" y="91601"/>
                  <a:pt x="14064" y="82562"/>
                </a:cubicBezTo>
                <a:cubicBezTo>
                  <a:pt x="4688" y="73591"/>
                  <a:pt x="0" y="61652"/>
                  <a:pt x="0" y="46745"/>
                </a:cubicBezTo>
                <a:cubicBezTo>
                  <a:pt x="67" y="32782"/>
                  <a:pt x="4384" y="21484"/>
                  <a:pt x="12951" y="12850"/>
                </a:cubicBezTo>
                <a:cubicBezTo>
                  <a:pt x="21720" y="4283"/>
                  <a:pt x="33220" y="0"/>
                  <a:pt x="47453" y="0"/>
                </a:cubicBez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p">
            <a:extLst xmlns:a="http://schemas.openxmlformats.org/drawingml/2006/main">
              <a:ext uri="{FF2B5EF4-FFF2-40B4-BE49-F238E27FC236}">
                <a16:creationId xmlns:a16="http://schemas.microsoft.com/office/drawing/2014/main" id="{5A26C0C3-2CAA-4D2B-977D-491BAD13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232614"/>
            <a:ext cx="145293" cy="104619"/>
          </a:xfrm>
          <a:custGeom xmlns:a="http://schemas.openxmlformats.org/drawingml/2006/main">
            <a:pathLst>
              <a:path w="145293" h="104619">
                <a:moveTo>
                  <a:pt x="10523" y="104113"/>
                </a:moveTo>
                <a:lnTo>
                  <a:pt x="7083" y="104619"/>
                </a:lnTo>
                <a:cubicBezTo>
                  <a:pt x="4992" y="93287"/>
                  <a:pt x="2631" y="82562"/>
                  <a:pt x="0" y="72444"/>
                </a:cubicBezTo>
                <a:lnTo>
                  <a:pt x="708" y="71432"/>
                </a:lnTo>
                <a:lnTo>
                  <a:pt x="10624" y="71432"/>
                </a:lnTo>
                <a:cubicBezTo>
                  <a:pt x="3541" y="61045"/>
                  <a:pt x="0" y="50994"/>
                  <a:pt x="0" y="41281"/>
                </a:cubicBezTo>
                <a:cubicBezTo>
                  <a:pt x="0" y="28667"/>
                  <a:pt x="4182" y="18617"/>
                  <a:pt x="12546" y="11130"/>
                </a:cubicBezTo>
                <a:cubicBezTo>
                  <a:pt x="20978" y="3777"/>
                  <a:pt x="31905" y="67"/>
                  <a:pt x="45328" y="0"/>
                </a:cubicBezTo>
                <a:cubicBezTo>
                  <a:pt x="61854" y="0"/>
                  <a:pt x="74906" y="4789"/>
                  <a:pt x="84485" y="14367"/>
                </a:cubicBezTo>
                <a:cubicBezTo>
                  <a:pt x="94130" y="24013"/>
                  <a:pt x="98953" y="37605"/>
                  <a:pt x="98953" y="55143"/>
                </a:cubicBezTo>
                <a:cubicBezTo>
                  <a:pt x="98953" y="60404"/>
                  <a:pt x="98447" y="65834"/>
                  <a:pt x="97436" y="71432"/>
                </a:cubicBezTo>
                <a:lnTo>
                  <a:pt x="119594" y="71432"/>
                </a:lnTo>
                <a:cubicBezTo>
                  <a:pt x="126406" y="71432"/>
                  <a:pt x="131128" y="71365"/>
                  <a:pt x="133759" y="71230"/>
                </a:cubicBezTo>
                <a:cubicBezTo>
                  <a:pt x="135782" y="71163"/>
                  <a:pt x="136997" y="70252"/>
                  <a:pt x="137401" y="68498"/>
                </a:cubicBezTo>
                <a:lnTo>
                  <a:pt x="141145" y="55244"/>
                </a:lnTo>
                <a:lnTo>
                  <a:pt x="145293" y="54940"/>
                </a:lnTo>
                <a:cubicBezTo>
                  <a:pt x="145091" y="65530"/>
                  <a:pt x="144990" y="74097"/>
                  <a:pt x="144990" y="80640"/>
                </a:cubicBezTo>
                <a:cubicBezTo>
                  <a:pt x="144990" y="87385"/>
                  <a:pt x="145091" y="95243"/>
                  <a:pt x="145293" y="104215"/>
                </a:cubicBezTo>
                <a:lnTo>
                  <a:pt x="141145" y="104619"/>
                </a:lnTo>
                <a:lnTo>
                  <a:pt x="137705" y="92984"/>
                </a:lnTo>
                <a:cubicBezTo>
                  <a:pt x="137233" y="91432"/>
                  <a:pt x="136187" y="90589"/>
                  <a:pt x="134568" y="90454"/>
                </a:cubicBezTo>
                <a:cubicBezTo>
                  <a:pt x="129712" y="90387"/>
                  <a:pt x="122258" y="90319"/>
                  <a:pt x="112208" y="90252"/>
                </a:cubicBezTo>
                <a:lnTo>
                  <a:pt x="71028" y="90252"/>
                </a:lnTo>
                <a:cubicBezTo>
                  <a:pt x="41214" y="90252"/>
                  <a:pt x="22327" y="90387"/>
                  <a:pt x="14367" y="90657"/>
                </a:cubicBezTo>
                <a:lnTo>
                  <a:pt x="10523" y="104113"/>
                </a:lnTo>
                <a:moveTo>
                  <a:pt x="88329" y="71432"/>
                </a:moveTo>
                <a:cubicBezTo>
                  <a:pt x="89678" y="65564"/>
                  <a:pt x="90319" y="59898"/>
                  <a:pt x="90252" y="54434"/>
                </a:cubicBezTo>
                <a:cubicBezTo>
                  <a:pt x="90252" y="43305"/>
                  <a:pt x="86744" y="34907"/>
                  <a:pt x="79729" y="29241"/>
                </a:cubicBezTo>
                <a:cubicBezTo>
                  <a:pt x="72782" y="23575"/>
                  <a:pt x="62731" y="20742"/>
                  <a:pt x="49578" y="20742"/>
                </a:cubicBezTo>
                <a:cubicBezTo>
                  <a:pt x="37234" y="20809"/>
                  <a:pt x="27925" y="23507"/>
                  <a:pt x="21652" y="28836"/>
                </a:cubicBezTo>
                <a:cubicBezTo>
                  <a:pt x="15379" y="34300"/>
                  <a:pt x="12243" y="42023"/>
                  <a:pt x="12243" y="52006"/>
                </a:cubicBezTo>
                <a:cubicBezTo>
                  <a:pt x="12310" y="59291"/>
                  <a:pt x="13794" y="65766"/>
                  <a:pt x="16695" y="71432"/>
                </a:cubicBezTo>
                <a:lnTo>
                  <a:pt x="88329" y="71432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e">
            <a:extLst xmlns:a="http://schemas.openxmlformats.org/drawingml/2006/main">
              <a:ext uri="{FF2B5EF4-FFF2-40B4-BE49-F238E27FC236}">
                <a16:creationId xmlns:a16="http://schemas.microsoft.com/office/drawing/2014/main" id="{2464F43C-6AD7-4391-A937-86FA0A4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8" y="129787"/>
            <a:ext cx="98953" cy="84957"/>
          </a:xfrm>
          <a:custGeom xmlns:a="http://schemas.openxmlformats.org/drawingml/2006/main">
            <a:pathLst>
              <a:path w="98953" h="84957">
                <a:moveTo>
                  <a:pt x="88936" y="607"/>
                </a:moveTo>
                <a:cubicBezTo>
                  <a:pt x="92579" y="6408"/>
                  <a:pt x="95142" y="12310"/>
                  <a:pt x="96626" y="18313"/>
                </a:cubicBezTo>
                <a:cubicBezTo>
                  <a:pt x="98178" y="24452"/>
                  <a:pt x="98953" y="30084"/>
                  <a:pt x="98953" y="35210"/>
                </a:cubicBezTo>
                <a:cubicBezTo>
                  <a:pt x="98953" y="50117"/>
                  <a:pt x="94704" y="62090"/>
                  <a:pt x="86205" y="71129"/>
                </a:cubicBezTo>
                <a:cubicBezTo>
                  <a:pt x="77840" y="80370"/>
                  <a:pt x="66104" y="84957"/>
                  <a:pt x="50994" y="84889"/>
                </a:cubicBezTo>
                <a:cubicBezTo>
                  <a:pt x="36020" y="84889"/>
                  <a:pt x="23777" y="80640"/>
                  <a:pt x="14266" y="72141"/>
                </a:cubicBezTo>
                <a:cubicBezTo>
                  <a:pt x="4755" y="63642"/>
                  <a:pt x="0" y="52242"/>
                  <a:pt x="0" y="37942"/>
                </a:cubicBezTo>
                <a:cubicBezTo>
                  <a:pt x="0" y="26003"/>
                  <a:pt x="3541" y="16695"/>
                  <a:pt x="10624" y="10017"/>
                </a:cubicBezTo>
                <a:cubicBezTo>
                  <a:pt x="17841" y="3339"/>
                  <a:pt x="27689" y="0"/>
                  <a:pt x="40168" y="0"/>
                </a:cubicBezTo>
                <a:cubicBezTo>
                  <a:pt x="42124" y="0"/>
                  <a:pt x="44047" y="101"/>
                  <a:pt x="45935" y="304"/>
                </a:cubicBezTo>
                <a:lnTo>
                  <a:pt x="45935" y="64148"/>
                </a:lnTo>
                <a:cubicBezTo>
                  <a:pt x="60505" y="64148"/>
                  <a:pt x="70859" y="60741"/>
                  <a:pt x="76997" y="53928"/>
                </a:cubicBezTo>
                <a:cubicBezTo>
                  <a:pt x="83270" y="47183"/>
                  <a:pt x="86407" y="36526"/>
                  <a:pt x="86407" y="21956"/>
                </a:cubicBezTo>
                <a:cubicBezTo>
                  <a:pt x="86407" y="15548"/>
                  <a:pt x="85800" y="8634"/>
                  <a:pt x="84586" y="1214"/>
                </a:cubicBezTo>
                <a:lnTo>
                  <a:pt x="88936" y="607"/>
                </a:lnTo>
                <a:moveTo>
                  <a:pt x="37537" y="20742"/>
                </a:moveTo>
                <a:lnTo>
                  <a:pt x="34502" y="20742"/>
                </a:lnTo>
                <a:cubicBezTo>
                  <a:pt x="24991" y="20742"/>
                  <a:pt x="18145" y="22259"/>
                  <a:pt x="13963" y="25295"/>
                </a:cubicBezTo>
                <a:cubicBezTo>
                  <a:pt x="9848" y="28263"/>
                  <a:pt x="7791" y="32715"/>
                  <a:pt x="7791" y="38650"/>
                </a:cubicBezTo>
                <a:cubicBezTo>
                  <a:pt x="7858" y="46542"/>
                  <a:pt x="10759" y="52546"/>
                  <a:pt x="16492" y="56660"/>
                </a:cubicBezTo>
                <a:cubicBezTo>
                  <a:pt x="22361" y="60910"/>
                  <a:pt x="29376" y="63271"/>
                  <a:pt x="37537" y="63743"/>
                </a:cubicBezTo>
                <a:lnTo>
                  <a:pt x="37537" y="20742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SyzDescribe">
            <a:extLst xmlns:a="http://schemas.openxmlformats.org/drawingml/2006/main">
              <a:ext uri="{FF2B5EF4-FFF2-40B4-BE49-F238E27FC236}">
                <a16:creationId xmlns:a16="http://schemas.microsoft.com/office/drawing/2014/main" id="{323079F6-32DF-483A-AD49-3C1476D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37" y="439301"/>
            <a:ext cx="1331787" cy="231729"/>
          </a:xfrm>
          <a:custGeom xmlns:a="http://schemas.openxmlformats.org/drawingml/2006/main">
            <a:pathLst>
              <a:path w="1331787" h="231729">
                <a:moveTo>
                  <a:pt x="78862" y="23358"/>
                </a:moveTo>
                <a:cubicBezTo>
                  <a:pt x="73851" y="21431"/>
                  <a:pt x="67857" y="20486"/>
                  <a:pt x="60881" y="20525"/>
                </a:cubicBezTo>
                <a:cubicBezTo>
                  <a:pt x="53904" y="20563"/>
                  <a:pt x="47641" y="22934"/>
                  <a:pt x="42091" y="27636"/>
                </a:cubicBezTo>
                <a:cubicBezTo>
                  <a:pt x="36386" y="32493"/>
                  <a:pt x="33534" y="38660"/>
                  <a:pt x="33534" y="46138"/>
                </a:cubicBezTo>
                <a:cubicBezTo>
                  <a:pt x="33534" y="50686"/>
                  <a:pt x="34459" y="54579"/>
                  <a:pt x="36309" y="57817"/>
                </a:cubicBezTo>
                <a:cubicBezTo>
                  <a:pt x="38082" y="61054"/>
                  <a:pt x="40549" y="63945"/>
                  <a:pt x="43709" y="66489"/>
                </a:cubicBezTo>
                <a:cubicBezTo>
                  <a:pt x="46716" y="69110"/>
                  <a:pt x="50262" y="71384"/>
                  <a:pt x="54348" y="73312"/>
                </a:cubicBezTo>
                <a:cubicBezTo>
                  <a:pt x="58202" y="75393"/>
                  <a:pt x="62288" y="77397"/>
                  <a:pt x="66605" y="79324"/>
                </a:cubicBezTo>
                <a:cubicBezTo>
                  <a:pt x="71307" y="81560"/>
                  <a:pt x="76048" y="83988"/>
                  <a:pt x="80828" y="86609"/>
                </a:cubicBezTo>
                <a:cubicBezTo>
                  <a:pt x="85530" y="89385"/>
                  <a:pt x="89809" y="92545"/>
                  <a:pt x="93663" y="96091"/>
                </a:cubicBezTo>
                <a:cubicBezTo>
                  <a:pt x="97363" y="99792"/>
                  <a:pt x="100447" y="104186"/>
                  <a:pt x="102914" y="109273"/>
                </a:cubicBezTo>
                <a:cubicBezTo>
                  <a:pt x="105226" y="114361"/>
                  <a:pt x="106383" y="120528"/>
                  <a:pt x="106383" y="127775"/>
                </a:cubicBezTo>
                <a:cubicBezTo>
                  <a:pt x="106383" y="143501"/>
                  <a:pt x="100485" y="155797"/>
                  <a:pt x="88691" y="164662"/>
                </a:cubicBezTo>
                <a:cubicBezTo>
                  <a:pt x="76819" y="173604"/>
                  <a:pt x="61247" y="178075"/>
                  <a:pt x="41975" y="178075"/>
                </a:cubicBezTo>
                <a:cubicBezTo>
                  <a:pt x="27945" y="178075"/>
                  <a:pt x="14184" y="175878"/>
                  <a:pt x="694" y="171484"/>
                </a:cubicBezTo>
                <a:lnTo>
                  <a:pt x="0" y="170444"/>
                </a:lnTo>
                <a:lnTo>
                  <a:pt x="6129" y="128816"/>
                </a:lnTo>
                <a:lnTo>
                  <a:pt x="13298" y="127659"/>
                </a:lnTo>
                <a:lnTo>
                  <a:pt x="21970" y="163043"/>
                </a:lnTo>
                <a:cubicBezTo>
                  <a:pt x="27444" y="165587"/>
                  <a:pt x="34343" y="166859"/>
                  <a:pt x="42669" y="166859"/>
                </a:cubicBezTo>
                <a:cubicBezTo>
                  <a:pt x="50994" y="166859"/>
                  <a:pt x="58164" y="164353"/>
                  <a:pt x="64176" y="159343"/>
                </a:cubicBezTo>
                <a:cubicBezTo>
                  <a:pt x="70035" y="154409"/>
                  <a:pt x="73003" y="147779"/>
                  <a:pt x="73080" y="139454"/>
                </a:cubicBezTo>
                <a:cubicBezTo>
                  <a:pt x="73080" y="134828"/>
                  <a:pt x="72155" y="130820"/>
                  <a:pt x="70305" y="127428"/>
                </a:cubicBezTo>
                <a:cubicBezTo>
                  <a:pt x="68378" y="124267"/>
                  <a:pt x="65872" y="121338"/>
                  <a:pt x="62789" y="118640"/>
                </a:cubicBezTo>
                <a:cubicBezTo>
                  <a:pt x="59628" y="116096"/>
                  <a:pt x="56044" y="113822"/>
                  <a:pt x="52035" y="111817"/>
                </a:cubicBezTo>
                <a:cubicBezTo>
                  <a:pt x="47949" y="109890"/>
                  <a:pt x="43786" y="107886"/>
                  <a:pt x="39547" y="105804"/>
                </a:cubicBezTo>
                <a:cubicBezTo>
                  <a:pt x="34767" y="103492"/>
                  <a:pt x="30065" y="101064"/>
                  <a:pt x="25439" y="98520"/>
                </a:cubicBezTo>
                <a:cubicBezTo>
                  <a:pt x="20660" y="95976"/>
                  <a:pt x="16458" y="92892"/>
                  <a:pt x="12835" y="89269"/>
                </a:cubicBezTo>
                <a:cubicBezTo>
                  <a:pt x="9135" y="85723"/>
                  <a:pt x="6129" y="81367"/>
                  <a:pt x="3816" y="76202"/>
                </a:cubicBezTo>
                <a:cubicBezTo>
                  <a:pt x="1503" y="71269"/>
                  <a:pt x="347" y="65179"/>
                  <a:pt x="347" y="57932"/>
                </a:cubicBezTo>
                <a:cubicBezTo>
                  <a:pt x="347" y="43285"/>
                  <a:pt x="5974" y="31568"/>
                  <a:pt x="17229" y="22780"/>
                </a:cubicBezTo>
                <a:cubicBezTo>
                  <a:pt x="28407" y="14146"/>
                  <a:pt x="43016" y="9790"/>
                  <a:pt x="61054" y="9713"/>
                </a:cubicBezTo>
                <a:cubicBezTo>
                  <a:pt x="72464" y="9713"/>
                  <a:pt x="85453" y="11486"/>
                  <a:pt x="100023" y="15032"/>
                </a:cubicBezTo>
                <a:lnTo>
                  <a:pt x="100717" y="16073"/>
                </a:lnTo>
                <a:lnTo>
                  <a:pt x="93663" y="53307"/>
                </a:lnTo>
                <a:lnTo>
                  <a:pt x="87303" y="54348"/>
                </a:lnTo>
                <a:lnTo>
                  <a:pt x="78862" y="23358"/>
                </a:lnTo>
                <a:close/>
                <a:moveTo>
                  <a:pt x="103839" y="66489"/>
                </a:moveTo>
                <a:cubicBezTo>
                  <a:pt x="114092" y="66720"/>
                  <a:pt x="123381" y="66836"/>
                  <a:pt x="131706" y="66836"/>
                </a:cubicBezTo>
                <a:cubicBezTo>
                  <a:pt x="142422" y="66836"/>
                  <a:pt x="153908" y="66720"/>
                  <a:pt x="166165" y="66489"/>
                </a:cubicBezTo>
                <a:lnTo>
                  <a:pt x="166743" y="72040"/>
                </a:lnTo>
                <a:lnTo>
                  <a:pt x="152289" y="75740"/>
                </a:lnTo>
                <a:cubicBezTo>
                  <a:pt x="155296" y="83372"/>
                  <a:pt x="158148" y="90579"/>
                  <a:pt x="160846" y="97363"/>
                </a:cubicBezTo>
                <a:cubicBezTo>
                  <a:pt x="163467" y="104224"/>
                  <a:pt x="167052" y="112897"/>
                  <a:pt x="171600" y="123381"/>
                </a:cubicBezTo>
                <a:cubicBezTo>
                  <a:pt x="173527" y="127775"/>
                  <a:pt x="175686" y="132901"/>
                  <a:pt x="178075" y="138760"/>
                </a:cubicBezTo>
                <a:cubicBezTo>
                  <a:pt x="180311" y="132747"/>
                  <a:pt x="182662" y="126773"/>
                  <a:pt x="185129" y="120837"/>
                </a:cubicBezTo>
                <a:cubicBezTo>
                  <a:pt x="191373" y="104417"/>
                  <a:pt x="197116" y="89307"/>
                  <a:pt x="202358" y="75509"/>
                </a:cubicBezTo>
                <a:lnTo>
                  <a:pt x="190332" y="72040"/>
                </a:lnTo>
                <a:lnTo>
                  <a:pt x="189754" y="66489"/>
                </a:lnTo>
                <a:cubicBezTo>
                  <a:pt x="195690" y="66720"/>
                  <a:pt x="202782" y="66836"/>
                  <a:pt x="211031" y="66836"/>
                </a:cubicBezTo>
                <a:cubicBezTo>
                  <a:pt x="218046" y="66836"/>
                  <a:pt x="224830" y="66720"/>
                  <a:pt x="231382" y="66489"/>
                </a:cubicBezTo>
                <a:lnTo>
                  <a:pt x="231960" y="72040"/>
                </a:lnTo>
                <a:lnTo>
                  <a:pt x="220860" y="75046"/>
                </a:lnTo>
                <a:cubicBezTo>
                  <a:pt x="218316" y="75894"/>
                  <a:pt x="216543" y="77474"/>
                  <a:pt x="215540" y="79787"/>
                </a:cubicBezTo>
                <a:cubicBezTo>
                  <a:pt x="212842" y="86262"/>
                  <a:pt x="209836" y="93355"/>
                  <a:pt x="206521" y="101064"/>
                </a:cubicBezTo>
                <a:cubicBezTo>
                  <a:pt x="196422" y="125038"/>
                  <a:pt x="188636" y="144927"/>
                  <a:pt x="183163" y="160730"/>
                </a:cubicBezTo>
                <a:cubicBezTo>
                  <a:pt x="179540" y="171060"/>
                  <a:pt x="176341" y="181506"/>
                  <a:pt x="173566" y="192067"/>
                </a:cubicBezTo>
                <a:cubicBezTo>
                  <a:pt x="170636" y="202859"/>
                  <a:pt x="168362" y="212264"/>
                  <a:pt x="166743" y="220281"/>
                </a:cubicBezTo>
                <a:cubicBezTo>
                  <a:pt x="165895" y="224676"/>
                  <a:pt x="164315" y="227682"/>
                  <a:pt x="162002" y="229301"/>
                </a:cubicBezTo>
                <a:cubicBezTo>
                  <a:pt x="159690" y="230920"/>
                  <a:pt x="154486" y="231729"/>
                  <a:pt x="146392" y="231729"/>
                </a:cubicBezTo>
                <a:cubicBezTo>
                  <a:pt x="137912" y="231729"/>
                  <a:pt x="129818" y="231421"/>
                  <a:pt x="122109" y="230804"/>
                </a:cubicBezTo>
                <a:lnTo>
                  <a:pt x="121531" y="225485"/>
                </a:lnTo>
                <a:cubicBezTo>
                  <a:pt x="130396" y="224406"/>
                  <a:pt x="137006" y="221573"/>
                  <a:pt x="141362" y="216986"/>
                </a:cubicBezTo>
                <a:cubicBezTo>
                  <a:pt x="145717" y="212399"/>
                  <a:pt x="153176" y="198427"/>
                  <a:pt x="163737" y="175069"/>
                </a:cubicBezTo>
                <a:lnTo>
                  <a:pt x="164546" y="172872"/>
                </a:lnTo>
                <a:lnTo>
                  <a:pt x="158418" y="171137"/>
                </a:lnTo>
                <a:cubicBezTo>
                  <a:pt x="144542" y="136833"/>
                  <a:pt x="131938" y="106421"/>
                  <a:pt x="120606" y="79903"/>
                </a:cubicBezTo>
                <a:cubicBezTo>
                  <a:pt x="119680" y="77590"/>
                  <a:pt x="117946" y="76010"/>
                  <a:pt x="115402" y="75162"/>
                </a:cubicBezTo>
                <a:lnTo>
                  <a:pt x="104301" y="72040"/>
                </a:lnTo>
                <a:lnTo>
                  <a:pt x="103839" y="66489"/>
                </a:lnTo>
                <a:close/>
                <a:moveTo>
                  <a:pt x="235083" y="173219"/>
                </a:moveTo>
                <a:cubicBezTo>
                  <a:pt x="246877" y="154409"/>
                  <a:pt x="256436" y="138837"/>
                  <a:pt x="263760" y="126503"/>
                </a:cubicBezTo>
                <a:cubicBezTo>
                  <a:pt x="271006" y="114246"/>
                  <a:pt x="280719" y="98057"/>
                  <a:pt x="292899" y="77937"/>
                </a:cubicBezTo>
                <a:lnTo>
                  <a:pt x="256475" y="77937"/>
                </a:lnTo>
                <a:lnTo>
                  <a:pt x="248959" y="101526"/>
                </a:lnTo>
                <a:lnTo>
                  <a:pt x="243292" y="102335"/>
                </a:lnTo>
                <a:cubicBezTo>
                  <a:pt x="241519" y="90387"/>
                  <a:pt x="239631" y="78785"/>
                  <a:pt x="237626" y="67530"/>
                </a:cubicBezTo>
                <a:lnTo>
                  <a:pt x="237973" y="66489"/>
                </a:lnTo>
                <a:cubicBezTo>
                  <a:pt x="253314" y="66720"/>
                  <a:pt x="269676" y="66836"/>
                  <a:pt x="287060" y="66836"/>
                </a:cubicBezTo>
                <a:cubicBezTo>
                  <a:pt x="304443" y="66836"/>
                  <a:pt x="320613" y="66720"/>
                  <a:pt x="335568" y="66489"/>
                </a:cubicBezTo>
                <a:lnTo>
                  <a:pt x="336493" y="67761"/>
                </a:lnTo>
                <a:cubicBezTo>
                  <a:pt x="326240" y="84181"/>
                  <a:pt x="316797" y="99714"/>
                  <a:pt x="308163" y="114361"/>
                </a:cubicBezTo>
                <a:cubicBezTo>
                  <a:pt x="299375" y="129085"/>
                  <a:pt x="289854" y="145235"/>
                  <a:pt x="279601" y="162812"/>
                </a:cubicBezTo>
                <a:lnTo>
                  <a:pt x="316373" y="162812"/>
                </a:lnTo>
                <a:lnTo>
                  <a:pt x="330827" y="138529"/>
                </a:lnTo>
                <a:lnTo>
                  <a:pt x="336955" y="137719"/>
                </a:lnTo>
                <a:cubicBezTo>
                  <a:pt x="335568" y="149899"/>
                  <a:pt x="334604" y="161925"/>
                  <a:pt x="334065" y="173797"/>
                </a:cubicBezTo>
                <a:lnTo>
                  <a:pt x="333255" y="174606"/>
                </a:lnTo>
                <a:cubicBezTo>
                  <a:pt x="319919" y="174375"/>
                  <a:pt x="305156" y="174259"/>
                  <a:pt x="288968" y="174259"/>
                </a:cubicBezTo>
                <a:cubicBezTo>
                  <a:pt x="266149" y="174259"/>
                  <a:pt x="248457" y="174375"/>
                  <a:pt x="235892" y="174606"/>
                </a:cubicBezTo>
                <a:lnTo>
                  <a:pt x="235083" y="173219"/>
                </a:lnTo>
                <a:close/>
                <a:moveTo>
                  <a:pt x="386215" y="174259"/>
                </a:moveTo>
                <a:cubicBezTo>
                  <a:pt x="376194" y="174259"/>
                  <a:pt x="365941" y="174375"/>
                  <a:pt x="355457" y="174606"/>
                </a:cubicBezTo>
                <a:lnTo>
                  <a:pt x="354879" y="168825"/>
                </a:lnTo>
                <a:lnTo>
                  <a:pt x="370374" y="164546"/>
                </a:lnTo>
                <a:cubicBezTo>
                  <a:pt x="372301" y="164007"/>
                  <a:pt x="373303" y="162503"/>
                  <a:pt x="373380" y="160037"/>
                </a:cubicBezTo>
                <a:cubicBezTo>
                  <a:pt x="373457" y="157570"/>
                  <a:pt x="373573" y="154409"/>
                  <a:pt x="373727" y="150555"/>
                </a:cubicBezTo>
                <a:cubicBezTo>
                  <a:pt x="373727" y="146777"/>
                  <a:pt x="373727" y="142576"/>
                  <a:pt x="373727" y="137951"/>
                </a:cubicBezTo>
                <a:lnTo>
                  <a:pt x="373727" y="45791"/>
                </a:lnTo>
                <a:cubicBezTo>
                  <a:pt x="373727" y="42013"/>
                  <a:pt x="373727" y="38506"/>
                  <a:pt x="373727" y="35268"/>
                </a:cubicBezTo>
                <a:cubicBezTo>
                  <a:pt x="373573" y="32185"/>
                  <a:pt x="373496" y="29294"/>
                  <a:pt x="373496" y="26596"/>
                </a:cubicBezTo>
                <a:cubicBezTo>
                  <a:pt x="373341" y="24668"/>
                  <a:pt x="372416" y="23396"/>
                  <a:pt x="370720" y="22780"/>
                </a:cubicBezTo>
                <a:lnTo>
                  <a:pt x="355226" y="18270"/>
                </a:lnTo>
                <a:lnTo>
                  <a:pt x="354879" y="12373"/>
                </a:lnTo>
                <a:cubicBezTo>
                  <a:pt x="365594" y="12758"/>
                  <a:pt x="375924" y="12912"/>
                  <a:pt x="385868" y="12835"/>
                </a:cubicBezTo>
                <a:cubicBezTo>
                  <a:pt x="394194" y="12835"/>
                  <a:pt x="402173" y="12643"/>
                  <a:pt x="409804" y="12257"/>
                </a:cubicBezTo>
                <a:cubicBezTo>
                  <a:pt x="417359" y="11949"/>
                  <a:pt x="425261" y="11756"/>
                  <a:pt x="433509" y="11679"/>
                </a:cubicBezTo>
                <a:cubicBezTo>
                  <a:pt x="462263" y="11679"/>
                  <a:pt x="483887" y="17808"/>
                  <a:pt x="498380" y="30065"/>
                </a:cubicBezTo>
                <a:cubicBezTo>
                  <a:pt x="512795" y="42476"/>
                  <a:pt x="520042" y="60746"/>
                  <a:pt x="520119" y="84875"/>
                </a:cubicBezTo>
                <a:cubicBezTo>
                  <a:pt x="520119" y="113475"/>
                  <a:pt x="512101" y="135599"/>
                  <a:pt x="496067" y="151248"/>
                </a:cubicBezTo>
                <a:cubicBezTo>
                  <a:pt x="479955" y="167129"/>
                  <a:pt x="457330" y="175030"/>
                  <a:pt x="428190" y="174953"/>
                </a:cubicBezTo>
                <a:cubicBezTo>
                  <a:pt x="420173" y="174953"/>
                  <a:pt x="413042" y="174838"/>
                  <a:pt x="406798" y="174606"/>
                </a:cubicBezTo>
                <a:cubicBezTo>
                  <a:pt x="400554" y="174375"/>
                  <a:pt x="393693" y="174259"/>
                  <a:pt x="386215" y="174259"/>
                </a:cubicBezTo>
                <a:moveTo>
                  <a:pt x="408417" y="162465"/>
                </a:moveTo>
                <a:cubicBezTo>
                  <a:pt x="412040" y="163236"/>
                  <a:pt x="415663" y="163660"/>
                  <a:pt x="419286" y="163737"/>
                </a:cubicBezTo>
                <a:cubicBezTo>
                  <a:pt x="422832" y="163968"/>
                  <a:pt x="426417" y="164084"/>
                  <a:pt x="430040" y="164084"/>
                </a:cubicBezTo>
                <a:cubicBezTo>
                  <a:pt x="446769" y="164084"/>
                  <a:pt x="459488" y="158186"/>
                  <a:pt x="468199" y="146392"/>
                </a:cubicBezTo>
                <a:cubicBezTo>
                  <a:pt x="476833" y="134674"/>
                  <a:pt x="481189" y="116713"/>
                  <a:pt x="481266" y="92507"/>
                </a:cubicBezTo>
                <a:cubicBezTo>
                  <a:pt x="481266" y="69072"/>
                  <a:pt x="477103" y="51611"/>
                  <a:pt x="468777" y="40125"/>
                </a:cubicBezTo>
                <a:cubicBezTo>
                  <a:pt x="460452" y="28793"/>
                  <a:pt x="447347" y="23127"/>
                  <a:pt x="429462" y="23127"/>
                </a:cubicBezTo>
                <a:cubicBezTo>
                  <a:pt x="422832" y="23204"/>
                  <a:pt x="415817" y="23512"/>
                  <a:pt x="408417" y="24052"/>
                </a:cubicBezTo>
                <a:lnTo>
                  <a:pt x="408417" y="162465"/>
                </a:lnTo>
                <a:close/>
                <a:moveTo>
                  <a:pt x="650476" y="166628"/>
                </a:moveTo>
                <a:cubicBezTo>
                  <a:pt x="636215" y="173951"/>
                  <a:pt x="621182" y="177574"/>
                  <a:pt x="605379" y="177497"/>
                </a:cubicBezTo>
                <a:cubicBezTo>
                  <a:pt x="586492" y="177574"/>
                  <a:pt x="571152" y="172910"/>
                  <a:pt x="559357" y="163506"/>
                </a:cubicBezTo>
                <a:cubicBezTo>
                  <a:pt x="547408" y="154332"/>
                  <a:pt x="541434" y="140649"/>
                  <a:pt x="541434" y="122456"/>
                </a:cubicBezTo>
                <a:cubicBezTo>
                  <a:pt x="541434" y="105265"/>
                  <a:pt x="547177" y="91158"/>
                  <a:pt x="558663" y="80134"/>
                </a:cubicBezTo>
                <a:cubicBezTo>
                  <a:pt x="570072" y="69264"/>
                  <a:pt x="584642" y="63830"/>
                  <a:pt x="602373" y="63830"/>
                </a:cubicBezTo>
                <a:cubicBezTo>
                  <a:pt x="617867" y="63830"/>
                  <a:pt x="629855" y="67992"/>
                  <a:pt x="638334" y="76318"/>
                </a:cubicBezTo>
                <a:cubicBezTo>
                  <a:pt x="646737" y="84798"/>
                  <a:pt x="650939" y="96361"/>
                  <a:pt x="650939" y="111008"/>
                </a:cubicBezTo>
                <a:cubicBezTo>
                  <a:pt x="650939" y="113244"/>
                  <a:pt x="650823" y="115556"/>
                  <a:pt x="650592" y="117946"/>
                </a:cubicBezTo>
                <a:lnTo>
                  <a:pt x="576702" y="117946"/>
                </a:lnTo>
                <a:cubicBezTo>
                  <a:pt x="576702" y="133441"/>
                  <a:pt x="580518" y="144580"/>
                  <a:pt x="588150" y="151364"/>
                </a:cubicBezTo>
                <a:cubicBezTo>
                  <a:pt x="595627" y="158225"/>
                  <a:pt x="608077" y="161617"/>
                  <a:pt x="625499" y="161540"/>
                </a:cubicBezTo>
                <a:cubicBezTo>
                  <a:pt x="633902" y="161617"/>
                  <a:pt x="641919" y="160884"/>
                  <a:pt x="649551" y="159343"/>
                </a:cubicBezTo>
                <a:lnTo>
                  <a:pt x="650476" y="166628"/>
                </a:lnTo>
                <a:moveTo>
                  <a:pt x="615786" y="106730"/>
                </a:moveTo>
                <a:lnTo>
                  <a:pt x="615786" y="103954"/>
                </a:lnTo>
                <a:cubicBezTo>
                  <a:pt x="615786" y="93470"/>
                  <a:pt x="614475" y="85954"/>
                  <a:pt x="611854" y="81406"/>
                </a:cubicBezTo>
                <a:cubicBezTo>
                  <a:pt x="609079" y="76935"/>
                  <a:pt x="604994" y="74661"/>
                  <a:pt x="599597" y="74583"/>
                </a:cubicBezTo>
                <a:cubicBezTo>
                  <a:pt x="592968" y="74583"/>
                  <a:pt x="587764" y="77706"/>
                  <a:pt x="583987" y="83950"/>
                </a:cubicBezTo>
                <a:cubicBezTo>
                  <a:pt x="579978" y="90348"/>
                  <a:pt x="577704" y="97941"/>
                  <a:pt x="577164" y="106730"/>
                </a:cubicBezTo>
                <a:lnTo>
                  <a:pt x="615786" y="106730"/>
                </a:lnTo>
                <a:close/>
                <a:moveTo>
                  <a:pt x="736199" y="76896"/>
                </a:moveTo>
                <a:cubicBezTo>
                  <a:pt x="731342" y="75740"/>
                  <a:pt x="726100" y="75162"/>
                  <a:pt x="720473" y="75162"/>
                </a:cubicBezTo>
                <a:cubicBezTo>
                  <a:pt x="713380" y="75239"/>
                  <a:pt x="707676" y="76472"/>
                  <a:pt x="703359" y="78862"/>
                </a:cubicBezTo>
                <a:cubicBezTo>
                  <a:pt x="698811" y="81406"/>
                  <a:pt x="696575" y="84913"/>
                  <a:pt x="696652" y="89385"/>
                </a:cubicBezTo>
                <a:cubicBezTo>
                  <a:pt x="696575" y="92854"/>
                  <a:pt x="697539" y="95513"/>
                  <a:pt x="699543" y="97363"/>
                </a:cubicBezTo>
                <a:cubicBezTo>
                  <a:pt x="701393" y="99368"/>
                  <a:pt x="704708" y="101141"/>
                  <a:pt x="709487" y="102682"/>
                </a:cubicBezTo>
                <a:lnTo>
                  <a:pt x="727989" y="109158"/>
                </a:lnTo>
                <a:cubicBezTo>
                  <a:pt x="738935" y="113012"/>
                  <a:pt x="746991" y="117561"/>
                  <a:pt x="752156" y="122803"/>
                </a:cubicBezTo>
                <a:cubicBezTo>
                  <a:pt x="757244" y="128276"/>
                  <a:pt x="759788" y="135619"/>
                  <a:pt x="759788" y="144831"/>
                </a:cubicBezTo>
                <a:cubicBezTo>
                  <a:pt x="759788" y="154043"/>
                  <a:pt x="755047" y="161771"/>
                  <a:pt x="745565" y="168015"/>
                </a:cubicBezTo>
                <a:cubicBezTo>
                  <a:pt x="735929" y="174414"/>
                  <a:pt x="723402" y="177574"/>
                  <a:pt x="707984" y="177497"/>
                </a:cubicBezTo>
                <a:cubicBezTo>
                  <a:pt x="695033" y="177497"/>
                  <a:pt x="682314" y="174838"/>
                  <a:pt x="669825" y="169518"/>
                </a:cubicBezTo>
                <a:cubicBezTo>
                  <a:pt x="672369" y="159266"/>
                  <a:pt x="674528" y="149244"/>
                  <a:pt x="676301" y="139454"/>
                </a:cubicBezTo>
                <a:lnTo>
                  <a:pt x="682198" y="138529"/>
                </a:lnTo>
                <a:lnTo>
                  <a:pt x="690524" y="163737"/>
                </a:lnTo>
                <a:cubicBezTo>
                  <a:pt x="695226" y="165356"/>
                  <a:pt x="701123" y="166165"/>
                  <a:pt x="708216" y="166165"/>
                </a:cubicBezTo>
                <a:cubicBezTo>
                  <a:pt x="714922" y="166165"/>
                  <a:pt x="720357" y="164893"/>
                  <a:pt x="724520" y="162349"/>
                </a:cubicBezTo>
                <a:cubicBezTo>
                  <a:pt x="728683" y="159805"/>
                  <a:pt x="730764" y="156259"/>
                  <a:pt x="730764" y="151711"/>
                </a:cubicBezTo>
                <a:cubicBezTo>
                  <a:pt x="730687" y="148011"/>
                  <a:pt x="729453" y="144811"/>
                  <a:pt x="727064" y="142113"/>
                </a:cubicBezTo>
                <a:cubicBezTo>
                  <a:pt x="724520" y="139569"/>
                  <a:pt x="719509" y="137025"/>
                  <a:pt x="712031" y="134482"/>
                </a:cubicBezTo>
                <a:lnTo>
                  <a:pt x="697924" y="129625"/>
                </a:lnTo>
                <a:cubicBezTo>
                  <a:pt x="688828" y="126541"/>
                  <a:pt x="682044" y="122417"/>
                  <a:pt x="677573" y="117252"/>
                </a:cubicBezTo>
                <a:cubicBezTo>
                  <a:pt x="673024" y="112318"/>
                  <a:pt x="670731" y="105207"/>
                  <a:pt x="670692" y="95918"/>
                </a:cubicBezTo>
                <a:cubicBezTo>
                  <a:pt x="670654" y="86629"/>
                  <a:pt x="675106" y="78939"/>
                  <a:pt x="684048" y="72849"/>
                </a:cubicBezTo>
                <a:cubicBezTo>
                  <a:pt x="692836" y="66836"/>
                  <a:pt x="705055" y="63830"/>
                  <a:pt x="720704" y="63830"/>
                </a:cubicBezTo>
                <a:cubicBezTo>
                  <a:pt x="733501" y="63830"/>
                  <a:pt x="745064" y="65718"/>
                  <a:pt x="755394" y="69496"/>
                </a:cubicBezTo>
                <a:cubicBezTo>
                  <a:pt x="753081" y="79594"/>
                  <a:pt x="751115" y="89153"/>
                  <a:pt x="749497" y="98173"/>
                </a:cubicBezTo>
                <a:lnTo>
                  <a:pt x="743137" y="99098"/>
                </a:lnTo>
                <a:lnTo>
                  <a:pt x="736199" y="76896"/>
                </a:lnTo>
                <a:close/>
                <a:moveTo>
                  <a:pt x="875845" y="166628"/>
                </a:moveTo>
                <a:cubicBezTo>
                  <a:pt x="862971" y="173951"/>
                  <a:pt x="849751" y="177574"/>
                  <a:pt x="836183" y="177497"/>
                </a:cubicBezTo>
                <a:cubicBezTo>
                  <a:pt x="819301" y="177574"/>
                  <a:pt x="805425" y="172679"/>
                  <a:pt x="794555" y="162812"/>
                </a:cubicBezTo>
                <a:cubicBezTo>
                  <a:pt x="783686" y="153021"/>
                  <a:pt x="778251" y="139955"/>
                  <a:pt x="778251" y="123612"/>
                </a:cubicBezTo>
                <a:cubicBezTo>
                  <a:pt x="778174" y="105804"/>
                  <a:pt x="784110" y="91389"/>
                  <a:pt x="796058" y="80365"/>
                </a:cubicBezTo>
                <a:cubicBezTo>
                  <a:pt x="807776" y="69419"/>
                  <a:pt x="822847" y="63907"/>
                  <a:pt x="841271" y="63830"/>
                </a:cubicBezTo>
                <a:cubicBezTo>
                  <a:pt x="852911" y="63830"/>
                  <a:pt x="864128" y="66027"/>
                  <a:pt x="874920" y="70421"/>
                </a:cubicBezTo>
                <a:cubicBezTo>
                  <a:pt x="872145" y="81367"/>
                  <a:pt x="869717" y="92776"/>
                  <a:pt x="867635" y="104648"/>
                </a:cubicBezTo>
                <a:lnTo>
                  <a:pt x="861276" y="105689"/>
                </a:lnTo>
                <a:lnTo>
                  <a:pt x="852372" y="76781"/>
                </a:lnTo>
                <a:cubicBezTo>
                  <a:pt x="850290" y="76010"/>
                  <a:pt x="847477" y="75624"/>
                  <a:pt x="843931" y="75624"/>
                </a:cubicBezTo>
                <a:cubicBezTo>
                  <a:pt x="835142" y="75624"/>
                  <a:pt x="827935" y="79440"/>
                  <a:pt x="822307" y="87072"/>
                </a:cubicBezTo>
                <a:cubicBezTo>
                  <a:pt x="816603" y="94858"/>
                  <a:pt x="813789" y="105149"/>
                  <a:pt x="813866" y="117946"/>
                </a:cubicBezTo>
                <a:cubicBezTo>
                  <a:pt x="813866" y="133055"/>
                  <a:pt x="817450" y="144118"/>
                  <a:pt x="824620" y="151133"/>
                </a:cubicBezTo>
                <a:cubicBezTo>
                  <a:pt x="831635" y="158302"/>
                  <a:pt x="841772" y="161887"/>
                  <a:pt x="855031" y="161887"/>
                </a:cubicBezTo>
                <a:cubicBezTo>
                  <a:pt x="861353" y="161964"/>
                  <a:pt x="867982" y="161231"/>
                  <a:pt x="874920" y="159690"/>
                </a:cubicBezTo>
                <a:lnTo>
                  <a:pt x="875845" y="166628"/>
                </a:lnTo>
                <a:close/>
                <a:moveTo>
                  <a:pt x="892959" y="72271"/>
                </a:moveTo>
                <a:cubicBezTo>
                  <a:pt x="910767" y="69650"/>
                  <a:pt x="927032" y="66720"/>
                  <a:pt x="941756" y="63483"/>
                </a:cubicBezTo>
                <a:lnTo>
                  <a:pt x="943491" y="64408"/>
                </a:lnTo>
                <a:lnTo>
                  <a:pt x="943491" y="76896"/>
                </a:lnTo>
                <a:cubicBezTo>
                  <a:pt x="957058" y="68262"/>
                  <a:pt x="971320" y="63907"/>
                  <a:pt x="986275" y="63830"/>
                </a:cubicBezTo>
                <a:lnTo>
                  <a:pt x="986853" y="64639"/>
                </a:lnTo>
                <a:cubicBezTo>
                  <a:pt x="984309" y="76896"/>
                  <a:pt x="981958" y="90001"/>
                  <a:pt x="979800" y="103954"/>
                </a:cubicBezTo>
                <a:lnTo>
                  <a:pt x="973093" y="105111"/>
                </a:lnTo>
                <a:cubicBezTo>
                  <a:pt x="971089" y="97479"/>
                  <a:pt x="969123" y="91620"/>
                  <a:pt x="967196" y="87534"/>
                </a:cubicBezTo>
                <a:cubicBezTo>
                  <a:pt x="965191" y="83526"/>
                  <a:pt x="962185" y="81483"/>
                  <a:pt x="958176" y="81406"/>
                </a:cubicBezTo>
                <a:cubicBezTo>
                  <a:pt x="954245" y="81406"/>
                  <a:pt x="949350" y="82716"/>
                  <a:pt x="943491" y="85337"/>
                </a:cubicBezTo>
                <a:lnTo>
                  <a:pt x="943491" y="134944"/>
                </a:lnTo>
                <a:cubicBezTo>
                  <a:pt x="943491" y="146893"/>
                  <a:pt x="943568" y="155450"/>
                  <a:pt x="943722" y="160615"/>
                </a:cubicBezTo>
                <a:cubicBezTo>
                  <a:pt x="943799" y="162850"/>
                  <a:pt x="944763" y="164199"/>
                  <a:pt x="946613" y="164662"/>
                </a:cubicBezTo>
                <a:lnTo>
                  <a:pt x="963148" y="169056"/>
                </a:lnTo>
                <a:lnTo>
                  <a:pt x="963495" y="174606"/>
                </a:lnTo>
                <a:cubicBezTo>
                  <a:pt x="950622" y="174375"/>
                  <a:pt x="938403" y="174259"/>
                  <a:pt x="926840" y="174259"/>
                </a:cubicBezTo>
                <a:cubicBezTo>
                  <a:pt x="915739" y="174259"/>
                  <a:pt x="904638" y="174375"/>
                  <a:pt x="893537" y="174606"/>
                </a:cubicBezTo>
                <a:lnTo>
                  <a:pt x="892959" y="169056"/>
                </a:lnTo>
                <a:lnTo>
                  <a:pt x="907644" y="165009"/>
                </a:lnTo>
                <a:cubicBezTo>
                  <a:pt x="909418" y="164469"/>
                  <a:pt x="910362" y="162927"/>
                  <a:pt x="910477" y="160383"/>
                </a:cubicBezTo>
                <a:cubicBezTo>
                  <a:pt x="910593" y="157839"/>
                  <a:pt x="910651" y="153484"/>
                  <a:pt x="910651" y="147317"/>
                </a:cubicBezTo>
                <a:lnTo>
                  <a:pt x="910651" y="108695"/>
                </a:lnTo>
                <a:cubicBezTo>
                  <a:pt x="910651" y="96130"/>
                  <a:pt x="910497" y="86995"/>
                  <a:pt x="910188" y="81290"/>
                </a:cubicBezTo>
                <a:lnTo>
                  <a:pt x="893653" y="77012"/>
                </a:lnTo>
                <a:lnTo>
                  <a:pt x="892959" y="72271"/>
                </a:lnTo>
                <a:close/>
                <a:moveTo>
                  <a:pt x="1042511" y="25092"/>
                </a:moveTo>
                <a:cubicBezTo>
                  <a:pt x="1042434" y="30412"/>
                  <a:pt x="1040738" y="34729"/>
                  <a:pt x="1037424" y="38043"/>
                </a:cubicBezTo>
                <a:cubicBezTo>
                  <a:pt x="1033955" y="41435"/>
                  <a:pt x="1029445" y="43093"/>
                  <a:pt x="1023895" y="43016"/>
                </a:cubicBezTo>
                <a:cubicBezTo>
                  <a:pt x="1018807" y="43016"/>
                  <a:pt x="1014644" y="41435"/>
                  <a:pt x="1011406" y="38275"/>
                </a:cubicBezTo>
                <a:cubicBezTo>
                  <a:pt x="1008014" y="35191"/>
                  <a:pt x="1006357" y="31144"/>
                  <a:pt x="1006434" y="26133"/>
                </a:cubicBezTo>
                <a:cubicBezTo>
                  <a:pt x="1006434" y="20737"/>
                  <a:pt x="1008168" y="16420"/>
                  <a:pt x="1011637" y="13182"/>
                </a:cubicBezTo>
                <a:cubicBezTo>
                  <a:pt x="1015106" y="10099"/>
                  <a:pt x="1019616" y="8518"/>
                  <a:pt x="1025167" y="8441"/>
                </a:cubicBezTo>
                <a:cubicBezTo>
                  <a:pt x="1030254" y="8441"/>
                  <a:pt x="1034417" y="9867"/>
                  <a:pt x="1037655" y="12720"/>
                </a:cubicBezTo>
                <a:cubicBezTo>
                  <a:pt x="1040893" y="15649"/>
                  <a:pt x="1042511" y="19773"/>
                  <a:pt x="1042511" y="25092"/>
                </a:cubicBezTo>
                <a:moveTo>
                  <a:pt x="991633" y="72271"/>
                </a:moveTo>
                <a:cubicBezTo>
                  <a:pt x="1010597" y="69496"/>
                  <a:pt x="1027248" y="66528"/>
                  <a:pt x="1041586" y="63367"/>
                </a:cubicBezTo>
                <a:lnTo>
                  <a:pt x="1042858" y="64292"/>
                </a:lnTo>
                <a:cubicBezTo>
                  <a:pt x="1042396" y="74930"/>
                  <a:pt x="1042165" y="86262"/>
                  <a:pt x="1042165" y="98288"/>
                </a:cubicBezTo>
                <a:lnTo>
                  <a:pt x="1042165" y="141882"/>
                </a:lnTo>
                <a:cubicBezTo>
                  <a:pt x="1042165" y="151133"/>
                  <a:pt x="1042242" y="157531"/>
                  <a:pt x="1042396" y="161077"/>
                </a:cubicBezTo>
                <a:cubicBezTo>
                  <a:pt x="1042473" y="163159"/>
                  <a:pt x="1043437" y="164469"/>
                  <a:pt x="1045287" y="165009"/>
                </a:cubicBezTo>
                <a:lnTo>
                  <a:pt x="1059741" y="169056"/>
                </a:lnTo>
                <a:lnTo>
                  <a:pt x="1060088" y="174606"/>
                </a:lnTo>
                <a:cubicBezTo>
                  <a:pt x="1048602" y="174375"/>
                  <a:pt x="1037269" y="174259"/>
                  <a:pt x="1026092" y="174259"/>
                </a:cubicBezTo>
                <a:cubicBezTo>
                  <a:pt x="1014605" y="174259"/>
                  <a:pt x="1003273" y="174375"/>
                  <a:pt x="992095" y="174606"/>
                </a:cubicBezTo>
                <a:lnTo>
                  <a:pt x="991517" y="169056"/>
                </a:lnTo>
                <a:lnTo>
                  <a:pt x="1006203" y="165009"/>
                </a:lnTo>
                <a:cubicBezTo>
                  <a:pt x="1007899" y="164546"/>
                  <a:pt x="1008824" y="163101"/>
                  <a:pt x="1008978" y="160672"/>
                </a:cubicBezTo>
                <a:cubicBezTo>
                  <a:pt x="1009132" y="158244"/>
                  <a:pt x="1009248" y="153484"/>
                  <a:pt x="1009325" y="146392"/>
                </a:cubicBezTo>
                <a:lnTo>
                  <a:pt x="1009325" y="109158"/>
                </a:lnTo>
                <a:cubicBezTo>
                  <a:pt x="1009325" y="99136"/>
                  <a:pt x="1009171" y="89847"/>
                  <a:pt x="1008862" y="81290"/>
                </a:cubicBezTo>
                <a:lnTo>
                  <a:pt x="992327" y="77012"/>
                </a:lnTo>
                <a:lnTo>
                  <a:pt x="991633" y="72271"/>
                </a:lnTo>
                <a:close/>
                <a:moveTo>
                  <a:pt x="1118213" y="163852"/>
                </a:moveTo>
                <a:cubicBezTo>
                  <a:pt x="1123301" y="165240"/>
                  <a:pt x="1128389" y="165934"/>
                  <a:pt x="1133476" y="165934"/>
                </a:cubicBezTo>
                <a:cubicBezTo>
                  <a:pt x="1143961" y="165934"/>
                  <a:pt x="1151824" y="162041"/>
                  <a:pt x="1157066" y="154255"/>
                </a:cubicBezTo>
                <a:cubicBezTo>
                  <a:pt x="1162231" y="146546"/>
                  <a:pt x="1164813" y="135522"/>
                  <a:pt x="1164813" y="121184"/>
                </a:cubicBezTo>
                <a:cubicBezTo>
                  <a:pt x="1164813" y="108156"/>
                  <a:pt x="1162385" y="97941"/>
                  <a:pt x="1157528" y="90541"/>
                </a:cubicBezTo>
                <a:cubicBezTo>
                  <a:pt x="1152672" y="83295"/>
                  <a:pt x="1145502" y="79633"/>
                  <a:pt x="1136020" y="79556"/>
                </a:cubicBezTo>
                <a:cubicBezTo>
                  <a:pt x="1130007" y="79556"/>
                  <a:pt x="1124072" y="80828"/>
                  <a:pt x="1118213" y="83372"/>
                </a:cubicBezTo>
                <a:lnTo>
                  <a:pt x="1118213" y="163852"/>
                </a:lnTo>
                <a:moveTo>
                  <a:pt x="1118907" y="925"/>
                </a:moveTo>
                <a:cubicBezTo>
                  <a:pt x="1118444" y="12411"/>
                  <a:pt x="1118213" y="29641"/>
                  <a:pt x="1118213" y="52613"/>
                </a:cubicBezTo>
                <a:lnTo>
                  <a:pt x="1118213" y="74699"/>
                </a:lnTo>
                <a:cubicBezTo>
                  <a:pt x="1129930" y="67453"/>
                  <a:pt x="1141417" y="63830"/>
                  <a:pt x="1152672" y="63830"/>
                </a:cubicBezTo>
                <a:cubicBezTo>
                  <a:pt x="1167318" y="63830"/>
                  <a:pt x="1178920" y="68686"/>
                  <a:pt x="1187477" y="78399"/>
                </a:cubicBezTo>
                <a:cubicBezTo>
                  <a:pt x="1195880" y="88267"/>
                  <a:pt x="1200120" y="101025"/>
                  <a:pt x="1200197" y="116674"/>
                </a:cubicBezTo>
                <a:cubicBezTo>
                  <a:pt x="1200197" y="135869"/>
                  <a:pt x="1194145" y="150786"/>
                  <a:pt x="1182042" y="161424"/>
                </a:cubicBezTo>
                <a:cubicBezTo>
                  <a:pt x="1169862" y="172062"/>
                  <a:pt x="1153018" y="177382"/>
                  <a:pt x="1131511" y="177382"/>
                </a:cubicBezTo>
                <a:cubicBezTo>
                  <a:pt x="1117943" y="177382"/>
                  <a:pt x="1102487" y="174876"/>
                  <a:pt x="1085142" y="169865"/>
                </a:cubicBezTo>
                <a:cubicBezTo>
                  <a:pt x="1085219" y="160769"/>
                  <a:pt x="1085296" y="148473"/>
                  <a:pt x="1085373" y="132978"/>
                </a:cubicBezTo>
                <a:lnTo>
                  <a:pt x="1085373" y="64408"/>
                </a:lnTo>
                <a:cubicBezTo>
                  <a:pt x="1085373" y="47448"/>
                  <a:pt x="1085219" y="32069"/>
                  <a:pt x="1084910" y="18270"/>
                </a:cubicBezTo>
                <a:lnTo>
                  <a:pt x="1067912" y="13645"/>
                </a:lnTo>
                <a:lnTo>
                  <a:pt x="1067219" y="8904"/>
                </a:lnTo>
                <a:cubicBezTo>
                  <a:pt x="1086337" y="6129"/>
                  <a:pt x="1103142" y="3161"/>
                  <a:pt x="1117635" y="0"/>
                </a:cubicBezTo>
                <a:lnTo>
                  <a:pt x="1118907" y="925"/>
                </a:lnTo>
                <a:close/>
                <a:moveTo>
                  <a:pt x="1331325" y="166628"/>
                </a:moveTo>
                <a:cubicBezTo>
                  <a:pt x="1317063" y="173951"/>
                  <a:pt x="1302031" y="177574"/>
                  <a:pt x="1286228" y="177497"/>
                </a:cubicBezTo>
                <a:cubicBezTo>
                  <a:pt x="1267341" y="177574"/>
                  <a:pt x="1252000" y="172910"/>
                  <a:pt x="1240206" y="163506"/>
                </a:cubicBezTo>
                <a:cubicBezTo>
                  <a:pt x="1228257" y="154332"/>
                  <a:pt x="1222283" y="140649"/>
                  <a:pt x="1222283" y="122456"/>
                </a:cubicBezTo>
                <a:cubicBezTo>
                  <a:pt x="1222283" y="105265"/>
                  <a:pt x="1228026" y="91158"/>
                  <a:pt x="1239512" y="80134"/>
                </a:cubicBezTo>
                <a:cubicBezTo>
                  <a:pt x="1250921" y="69264"/>
                  <a:pt x="1265491" y="63830"/>
                  <a:pt x="1283221" y="63830"/>
                </a:cubicBezTo>
                <a:cubicBezTo>
                  <a:pt x="1298716" y="63830"/>
                  <a:pt x="1310704" y="67992"/>
                  <a:pt x="1319183" y="76318"/>
                </a:cubicBezTo>
                <a:cubicBezTo>
                  <a:pt x="1327586" y="84798"/>
                  <a:pt x="1331787" y="96361"/>
                  <a:pt x="1331787" y="111008"/>
                </a:cubicBezTo>
                <a:cubicBezTo>
                  <a:pt x="1331787" y="113244"/>
                  <a:pt x="1331672" y="115556"/>
                  <a:pt x="1331441" y="117946"/>
                </a:cubicBezTo>
                <a:lnTo>
                  <a:pt x="1257551" y="117946"/>
                </a:lnTo>
                <a:cubicBezTo>
                  <a:pt x="1257551" y="133441"/>
                  <a:pt x="1261367" y="144580"/>
                  <a:pt x="1268999" y="151364"/>
                </a:cubicBezTo>
                <a:cubicBezTo>
                  <a:pt x="1276476" y="158225"/>
                  <a:pt x="1288926" y="161617"/>
                  <a:pt x="1306348" y="161540"/>
                </a:cubicBezTo>
                <a:cubicBezTo>
                  <a:pt x="1314751" y="161617"/>
                  <a:pt x="1322768" y="160884"/>
                  <a:pt x="1330400" y="159343"/>
                </a:cubicBezTo>
                <a:lnTo>
                  <a:pt x="1331325" y="166628"/>
                </a:lnTo>
                <a:moveTo>
                  <a:pt x="1296635" y="106730"/>
                </a:moveTo>
                <a:lnTo>
                  <a:pt x="1296635" y="103954"/>
                </a:lnTo>
                <a:cubicBezTo>
                  <a:pt x="1296635" y="93470"/>
                  <a:pt x="1295324" y="85954"/>
                  <a:pt x="1292703" y="81406"/>
                </a:cubicBezTo>
                <a:cubicBezTo>
                  <a:pt x="1289928" y="76935"/>
                  <a:pt x="1285842" y="74661"/>
                  <a:pt x="1280446" y="74583"/>
                </a:cubicBezTo>
                <a:cubicBezTo>
                  <a:pt x="1273817" y="74583"/>
                  <a:pt x="1268613" y="77706"/>
                  <a:pt x="1264836" y="83950"/>
                </a:cubicBezTo>
                <a:cubicBezTo>
                  <a:pt x="1260827" y="90348"/>
                  <a:pt x="1258553" y="97941"/>
                  <a:pt x="1258013" y="106730"/>
                </a:cubicBezTo>
                <a:lnTo>
                  <a:pt x="1296635" y="106730"/>
                </a:lnTo>
                <a:close/>
              </a:path>
            </a:pathLst>
          </a:custGeom>
          <a:solidFill xmlns:a="http://schemas.openxmlformats.org/drawingml/2006/main">
            <a:srgbClr val="454545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33968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2026-09-05T08:54:09.7870000Z</dcterms:created>
  <dcterms:modified xsi:type="dcterms:W3CDTF">2026-09-05T08:54:09.7870000Z</dcterms:modified>
</coreProperties>
</file>