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fc76e3320b4909" /><Relationship Type="http://schemas.openxmlformats.org/officeDocument/2006/relationships/extended-properties" Target="/docProps/app.xml" Id="Rd4450808c9774395" /><Relationship Type="http://schemas.openxmlformats.org/officeDocument/2006/relationships/officeDocument" Target="/ppt/presentation.xml" Id="Rc6691ddbbbbd44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3f48282d854932"/>
  </p:sldMasterIdLst>
  <p:notesMasterIdLst>
    <p:notesMasterId xmlns:r="http://schemas.openxmlformats.org/officeDocument/2006/relationships" r:id="R2b958e7a860d46fc"/>
  </p:notesMasterIdLst>
  <p:sldIdLst>
    <p:sldId xmlns:r="http://schemas.openxmlformats.org/officeDocument/2006/relationships" id="256" r:id="R7023e81ddfee438a"/>
  </p:sldIdLst>
  <p:sldSz cx="13401675" cy="3000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d2142defc1426b" /><Relationship Type="http://schemas.openxmlformats.org/officeDocument/2006/relationships/slideMaster" Target="/ppt/slideMasters/slideMaster1.xml" Id="R7c3f48282d854932" /><Relationship Type="http://schemas.openxmlformats.org/officeDocument/2006/relationships/notesMaster" Target="/ppt/notesMasters/notesMaster1.xml" Id="R2b958e7a860d46fc" /><Relationship Type="http://schemas.openxmlformats.org/officeDocument/2006/relationships/presProps" Target="/ppt/presProps.xml" Id="Ree3087e615354cd1" /><Relationship Type="http://schemas.openxmlformats.org/officeDocument/2006/relationships/tableStyles" Target="/ppt/tableStyles.xml" Id="R149c39ab22b34690" /><Relationship Type="http://schemas.openxmlformats.org/officeDocument/2006/relationships/slide" Target="/ppt/slides/slide1.xml" Id="R7023e81ddfee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fd23af691b4a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beaf7aa3fb4766" /><Relationship Type="http://schemas.openxmlformats.org/officeDocument/2006/relationships/notesMaster" Target="/ppt/notesMasters/notesMaster1.xml" Id="R45dec6fee5d14a3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素材ID：SEC-029</ns1:t>
            </ns1:r>
          </ns1:p>
          <ns1:p>
            <ns1:r>
              <ns1:t>论文：LMSanitator: Defending Prompt-Tuning Against Task-Agnostic Backdoors</ns1:t>
            </ns1:r>
          </ns1:p>
          <ns1:p>
            <ns1:r>
              <ns1:t>会议：NDSS 2024</ns1:t>
            </ns1:r>
          </ns1:p>
          <ns1:p>
            <ns1:r>
              <ns1:t>奖项：Distinguished Paper Award</ns1:t>
            </ns1:r>
          </ns1:p>
          <ns1:p>
            <ns1:r>
              <ns1:t>图号：Figure 2，PDF第3页</ns1:t>
            </ns1:r>
          </ns1:p>
          <ns1:p>
            <ns1:r>
              <ns1:t>类型：动机对比</ns1:t>
            </ns1:r>
          </ns1:p>
          <ns1:p>
            <ns1:r>
              <ns1:t>借鉴点：以完整模型链为共同背景，用跨层高亮区域表达不同方案作用范围，适合模型编辑/调优/干预对照。</ns1:t>
            </ns1:r>
          </ns1:p>
          <ns1:p>
            <ns1:r>
              <ns1:t>论文URL：https://www.ndss-symposium.org/wp-content/uploads/2024-238-paper.pdf</ns1:t>
            </ns1:r>
          </ns1:p>
          <ns1:p>
            <ns1:r>
              <ns1:t>官方获奖URL：https://www.ndss-symposium.org/ndss2024/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afd4c3dd84c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aecb11927649ef" /><Relationship Type="http://schemas.openxmlformats.org/officeDocument/2006/relationships/slideLayout" Target="/ppt/slideLayouts/slideLayout1.xml" Id="Reefcd8d5880b49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fcd8d5880b49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9fd2ff7154660" /><Relationship Type="http://schemas.openxmlformats.org/officeDocument/2006/relationships/image" Target="/ppt/media/image.png" Id="Rebfbef4e1f0b4cde" /><Relationship Type="http://schemas.openxmlformats.org/officeDocument/2006/relationships/image" Target="/ppt/media/image2.png" Id="R844620bfff8346d1" /><Relationship Type="http://schemas.openxmlformats.org/officeDocument/2006/relationships/image" Target="/ppt/media/image3.png" Id="Ra96c9c6bd7734073" /><Relationship Type="http://schemas.openxmlformats.org/officeDocument/2006/relationships/image" Target="/ppt/media/image4.png" Id="R7b0a955c3fcb41d6" /><Relationship Type="http://schemas.openxmlformats.org/officeDocument/2006/relationships/image" Target="/ppt/media/image5.png" Id="R081cb5b232444654" /><Relationship Type="http://schemas.openxmlformats.org/officeDocument/2006/relationships/notesSlide" Target="/ppt/notesSlides/notesSlide1.xml" Id="Rc8fb2f4737114b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E4BC2-60B0-464B-ACFA-6C214752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8" y="28542"/>
            <a:ext cx="13371157" cy="2971833"/>
          </a:xfrm>
          <a:custGeom xmlns:a="http://schemas.openxmlformats.org/drawingml/2006/main">
            <a:pathLst>
              <a:path w="13371157" h="2971833">
                <a:moveTo>
                  <a:pt x="0" y="0"/>
                </a:moveTo>
                <a:lnTo>
                  <a:pt x="0" y="2971833"/>
                </a:lnTo>
                <a:lnTo>
                  <a:pt x="13371157" y="2971833"/>
                </a:lnTo>
                <a:lnTo>
                  <a:pt x="1337115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DFBBB-E525-4194-B724-B15CB56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079" y="441949"/>
            <a:ext cx="7854719" cy="1959852"/>
          </a:xfrm>
          <a:custGeom xmlns:a="http://schemas.openxmlformats.org/drawingml/2006/main">
            <a:pathLst>
              <a:path w="7854719" h="1959852">
                <a:moveTo>
                  <a:pt x="0" y="0"/>
                </a:moveTo>
                <a:lnTo>
                  <a:pt x="7854719" y="0"/>
                </a:lnTo>
                <a:lnTo>
                  <a:pt x="7854719" y="1959852"/>
                </a:lnTo>
                <a:lnTo>
                  <a:pt x="0" y="19598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5A11">
              <a:alpha val="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EFE89-23A5-47F1-BCD0-9F48B2F9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080" y="441948"/>
            <a:ext cx="7854719" cy="1959852"/>
          </a:xfrm>
          <a:custGeom xmlns:a="http://schemas.openxmlformats.org/drawingml/2006/main">
            <a:pathLst>
              <a:path w="7854719" h="1959852" fill="none">
                <a:moveTo>
                  <a:pt x="0" y="0"/>
                </a:moveTo>
                <a:lnTo>
                  <a:pt x="7854719" y="0"/>
                </a:lnTo>
                <a:lnTo>
                  <a:pt x="7854719" y="1959852"/>
                </a:lnTo>
                <a:lnTo>
                  <a:pt x="0" y="19598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795" cap="flat">
            <a:solidFill>
              <a:srgbClr val="C55A11"/>
            </a:solidFill>
            <a:custDash>
              <a:ds d="100000" sp="100000"/>
            </a:custDash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F5100-3AD1-46A9-9DAD-7B10EE80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8" y="43854"/>
            <a:ext cx="1852672" cy="1209596"/>
          </a:xfrm>
          <a:custGeom xmlns:a="http://schemas.openxmlformats.org/drawingml/2006/main">
            <a:pathLst>
              <a:path w="1852672" h="1209596">
                <a:moveTo>
                  <a:pt x="0" y="44633"/>
                </a:moveTo>
                <a:cubicBezTo>
                  <a:pt x="0" y="19983"/>
                  <a:pt x="19983" y="0"/>
                  <a:pt x="44633" y="0"/>
                </a:cubicBezTo>
                <a:lnTo>
                  <a:pt x="1808040" y="0"/>
                </a:lnTo>
                <a:cubicBezTo>
                  <a:pt x="1832690" y="0"/>
                  <a:pt x="1852672" y="19983"/>
                  <a:pt x="1852672" y="44633"/>
                </a:cubicBezTo>
                <a:lnTo>
                  <a:pt x="1852672" y="1164963"/>
                </a:lnTo>
                <a:cubicBezTo>
                  <a:pt x="1852672" y="1189613"/>
                  <a:pt x="1832690" y="1209596"/>
                  <a:pt x="1808040" y="1209596"/>
                </a:cubicBezTo>
                <a:lnTo>
                  <a:pt x="44633" y="1209596"/>
                </a:lnTo>
                <a:cubicBezTo>
                  <a:pt x="19983" y="1209596"/>
                  <a:pt x="0" y="1189613"/>
                  <a:pt x="0" y="1164963"/>
                </a:cubicBezTo>
                <a:lnTo>
                  <a:pt x="0" y="44633"/>
                </a:lnTo>
                <a:close/>
              </a:path>
            </a:pathLst>
          </a:custGeom>
          <a:solidFill xmlns:a="http://schemas.openxmlformats.org/drawingml/2006/main">
            <a:srgbClr val="E2F0D9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E448A-B0F8-4664-BD81-0975219A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6" y="541472"/>
            <a:ext cx="1561757" cy="260293"/>
          </a:xfrm>
          <a:custGeom xmlns:a="http://schemas.openxmlformats.org/drawingml/2006/main">
            <a:pathLst>
              <a:path w="1561757" h="260293">
                <a:moveTo>
                  <a:pt x="0" y="0"/>
                </a:moveTo>
                <a:lnTo>
                  <a:pt x="1561757" y="0"/>
                </a:lnTo>
                <a:lnTo>
                  <a:pt x="1561757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0B4">
              <a:alpha val="5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9942B-2AE0-4A75-9551-8B95A85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6" y="541472"/>
            <a:ext cx="1561757" cy="260293"/>
          </a:xfrm>
          <a:custGeom xmlns:a="http://schemas.openxmlformats.org/drawingml/2006/main">
            <a:pathLst>
              <a:path w="1561757" h="260293" fill="none">
                <a:moveTo>
                  <a:pt x="0" y="0"/>
                </a:moveTo>
                <a:lnTo>
                  <a:pt x="1561757" y="0"/>
                </a:lnTo>
                <a:lnTo>
                  <a:pt x="1561757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39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2FBEF-D439-4AC6-9929-8159A7D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6" y="924256"/>
            <a:ext cx="1561757" cy="260293"/>
          </a:xfrm>
          <a:custGeom xmlns:a="http://schemas.openxmlformats.org/drawingml/2006/main">
            <a:pathLst>
              <a:path w="1561757" h="260293">
                <a:moveTo>
                  <a:pt x="0" y="0"/>
                </a:moveTo>
                <a:lnTo>
                  <a:pt x="1561757" y="0"/>
                </a:lnTo>
                <a:lnTo>
                  <a:pt x="1561757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0B4">
              <a:alpha val="5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C0201-9648-4E57-BB49-3A73754E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6" y="924256"/>
            <a:ext cx="1561757" cy="260293"/>
          </a:xfrm>
          <a:custGeom xmlns:a="http://schemas.openxmlformats.org/drawingml/2006/main">
            <a:pathLst>
              <a:path w="1561757" h="260293" fill="none">
                <a:moveTo>
                  <a:pt x="0" y="0"/>
                </a:moveTo>
                <a:lnTo>
                  <a:pt x="1561757" y="0"/>
                </a:lnTo>
                <a:lnTo>
                  <a:pt x="1561757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39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33498-623A-4383-A67D-25E02538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6" y="1322351"/>
            <a:ext cx="1561757" cy="260293"/>
          </a:xfrm>
          <a:custGeom xmlns:a="http://schemas.openxmlformats.org/drawingml/2006/main">
            <a:pathLst>
              <a:path w="1561757" h="260293">
                <a:moveTo>
                  <a:pt x="0" y="0"/>
                </a:moveTo>
                <a:lnTo>
                  <a:pt x="1561757" y="0"/>
                </a:lnTo>
                <a:lnTo>
                  <a:pt x="1561757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B925E-35A3-492F-BD68-BD15F904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6" y="1322351"/>
            <a:ext cx="1561757" cy="260293"/>
          </a:xfrm>
          <a:custGeom xmlns:a="http://schemas.openxmlformats.org/drawingml/2006/main">
            <a:pathLst>
              <a:path w="1561757" h="260293" fill="none">
                <a:moveTo>
                  <a:pt x="0" y="0"/>
                </a:moveTo>
                <a:lnTo>
                  <a:pt x="1561757" y="0"/>
                </a:lnTo>
                <a:lnTo>
                  <a:pt x="1561757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39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82B8F-FC6D-44C9-9551-23F53440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6" y="1873559"/>
            <a:ext cx="1561757" cy="260293"/>
          </a:xfrm>
          <a:custGeom xmlns:a="http://schemas.openxmlformats.org/drawingml/2006/main">
            <a:pathLst>
              <a:path w="1561757" h="260293">
                <a:moveTo>
                  <a:pt x="0" y="0"/>
                </a:moveTo>
                <a:lnTo>
                  <a:pt x="1561757" y="0"/>
                </a:lnTo>
                <a:lnTo>
                  <a:pt x="1561757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E8EAB-B556-41BF-BD82-A723253F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6" y="1873559"/>
            <a:ext cx="1561757" cy="260293"/>
          </a:xfrm>
          <a:custGeom xmlns:a="http://schemas.openxmlformats.org/drawingml/2006/main">
            <a:pathLst>
              <a:path w="1561757" h="260293" fill="none">
                <a:moveTo>
                  <a:pt x="0" y="0"/>
                </a:moveTo>
                <a:lnTo>
                  <a:pt x="1561757" y="0"/>
                </a:lnTo>
                <a:lnTo>
                  <a:pt x="1561757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39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1160E-E9A1-4769-8461-0CBEEC7D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153" y="533817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90988-08D4-435F-A73B-CB68C042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153" y="916600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8B559-2FF7-43F0-9266-01078E70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153" y="1314695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ED6E8-2111-4F4E-AEE2-A512CDAC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153" y="1865903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3412D-8398-4E96-BF34-9FBF922D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0" y="1873559"/>
            <a:ext cx="1301464" cy="260293"/>
          </a:xfrm>
          <a:custGeom xmlns:a="http://schemas.openxmlformats.org/drawingml/2006/main">
            <a:pathLst>
              <a:path w="1301464" h="260293">
                <a:moveTo>
                  <a:pt x="0" y="0"/>
                </a:moveTo>
                <a:lnTo>
                  <a:pt x="1301464" y="0"/>
                </a:lnTo>
                <a:lnTo>
                  <a:pt x="1301464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C8DAB-3C6C-4A19-B0C5-63E5990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1" y="1873559"/>
            <a:ext cx="1301464" cy="260293"/>
          </a:xfrm>
          <a:custGeom xmlns:a="http://schemas.openxmlformats.org/drawingml/2006/main">
            <a:pathLst>
              <a:path w="1301464" h="260293" fill="none">
                <a:moveTo>
                  <a:pt x="0" y="0"/>
                </a:moveTo>
                <a:lnTo>
                  <a:pt x="1301464" y="0"/>
                </a:lnTo>
                <a:lnTo>
                  <a:pt x="1301464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39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297FD-A09C-4FF6-A1E4-83F998F1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113" y="1314695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FD65B-5CBA-4111-893B-2F201BEF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113" y="1865903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25F76-FE72-4FA8-9C47-3726DB45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64" y="1314695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4AA16-685B-40DB-9EFA-74A05A2A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64" y="1865903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5681A-08EA-431E-86BB-C4F77CBE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938" y="1314695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F9BDD-C410-47C4-A2A7-8DE58CDF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938" y="1865903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56BCB-AEFD-4B9A-9685-EE2D2C3D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845" y="533817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3A414-1EEB-4E1E-8F52-79B405D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845" y="916600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7D7DB-90C5-4EBA-8125-FD5AEDF8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845" y="1314695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455F4-3061-4661-B416-2B8AE7D9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845" y="1865903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3B634-AA0F-4D15-B5BD-9EE3E4CD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6588" y="556784"/>
            <a:ext cx="566520" cy="1638314"/>
          </a:xfrm>
          <a:custGeom xmlns:a="http://schemas.openxmlformats.org/drawingml/2006/main">
            <a:pathLst>
              <a:path w="566520" h="1638314">
                <a:moveTo>
                  <a:pt x="0" y="0"/>
                </a:moveTo>
                <a:lnTo>
                  <a:pt x="566520" y="0"/>
                </a:lnTo>
                <a:lnTo>
                  <a:pt x="566520" y="1638314"/>
                </a:lnTo>
                <a:lnTo>
                  <a:pt x="0" y="16383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97A99-C9E6-4177-BD0B-19FDF09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6589" y="556784"/>
            <a:ext cx="566520" cy="1638314"/>
          </a:xfrm>
          <a:custGeom xmlns:a="http://schemas.openxmlformats.org/drawingml/2006/main">
            <a:pathLst>
              <a:path w="566520" h="1638314" fill="none">
                <a:moveTo>
                  <a:pt x="0" y="0"/>
                </a:moveTo>
                <a:lnTo>
                  <a:pt x="566520" y="0"/>
                </a:lnTo>
                <a:lnTo>
                  <a:pt x="566520" y="1638314"/>
                </a:lnTo>
                <a:lnTo>
                  <a:pt x="0" y="16383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39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31" name="Text -0.5">
            <a:extLst xmlns:a="http://schemas.openxmlformats.org/drawingml/2006/main">
              <a:ext uri="{FF2B5EF4-FFF2-40B4-BE49-F238E27FC236}">
                <a16:creationId xmlns:a16="http://schemas.microsoft.com/office/drawing/2014/main" id="{F4DEAC13-8B39-4D82-BDDD-22A12893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944" y="1090767"/>
            <a:ext cx="303405" cy="134303"/>
          </a:xfrm>
          <a:custGeom xmlns:a="http://schemas.openxmlformats.org/drawingml/2006/main">
            <a:pathLst>
              <a:path w="303405" h="134303">
                <a:moveTo>
                  <a:pt x="0" y="92586"/>
                </a:moveTo>
                <a:lnTo>
                  <a:pt x="0" y="76347"/>
                </a:lnTo>
                <a:lnTo>
                  <a:pt x="49612" y="76347"/>
                </a:lnTo>
                <a:lnTo>
                  <a:pt x="49612" y="92586"/>
                </a:lnTo>
                <a:lnTo>
                  <a:pt x="0" y="92586"/>
                </a:lnTo>
                <a:close/>
                <a:moveTo>
                  <a:pt x="63039" y="67196"/>
                </a:moveTo>
                <a:cubicBezTo>
                  <a:pt x="63039" y="51646"/>
                  <a:pt x="64639" y="39131"/>
                  <a:pt x="67839" y="29651"/>
                </a:cubicBezTo>
                <a:cubicBezTo>
                  <a:pt x="71039" y="20171"/>
                  <a:pt x="75794" y="12859"/>
                  <a:pt x="82104" y="7715"/>
                </a:cubicBezTo>
                <a:cubicBezTo>
                  <a:pt x="88413" y="2572"/>
                  <a:pt x="96353" y="0"/>
                  <a:pt x="105923" y="0"/>
                </a:cubicBezTo>
                <a:cubicBezTo>
                  <a:pt x="112980" y="0"/>
                  <a:pt x="119171" y="1420"/>
                  <a:pt x="124494" y="4261"/>
                </a:cubicBezTo>
                <a:cubicBezTo>
                  <a:pt x="129817" y="7102"/>
                  <a:pt x="134213" y="11199"/>
                  <a:pt x="137682" y="16552"/>
                </a:cubicBezTo>
                <a:cubicBezTo>
                  <a:pt x="141151" y="21905"/>
                  <a:pt x="143872" y="28425"/>
                  <a:pt x="145846" y="36110"/>
                </a:cubicBezTo>
                <a:cubicBezTo>
                  <a:pt x="147820" y="43796"/>
                  <a:pt x="148807" y="54158"/>
                  <a:pt x="148807" y="67196"/>
                </a:cubicBezTo>
                <a:cubicBezTo>
                  <a:pt x="148807" y="82627"/>
                  <a:pt x="147222" y="95083"/>
                  <a:pt x="144052" y="104563"/>
                </a:cubicBezTo>
                <a:cubicBezTo>
                  <a:pt x="140882" y="114043"/>
                  <a:pt x="136142" y="121369"/>
                  <a:pt x="129832" y="126543"/>
                </a:cubicBezTo>
                <a:cubicBezTo>
                  <a:pt x="123522" y="131716"/>
                  <a:pt x="115552" y="134303"/>
                  <a:pt x="105923" y="134303"/>
                </a:cubicBezTo>
                <a:cubicBezTo>
                  <a:pt x="93243" y="134303"/>
                  <a:pt x="83285" y="129758"/>
                  <a:pt x="76048" y="120667"/>
                </a:cubicBezTo>
                <a:cubicBezTo>
                  <a:pt x="67375" y="109721"/>
                  <a:pt x="63039" y="91898"/>
                  <a:pt x="63039" y="67196"/>
                </a:cubicBezTo>
                <a:moveTo>
                  <a:pt x="79636" y="67196"/>
                </a:moveTo>
                <a:cubicBezTo>
                  <a:pt x="79636" y="88788"/>
                  <a:pt x="82163" y="103157"/>
                  <a:pt x="87217" y="110304"/>
                </a:cubicBezTo>
                <a:cubicBezTo>
                  <a:pt x="92271" y="117452"/>
                  <a:pt x="98506" y="121025"/>
                  <a:pt x="105923" y="121025"/>
                </a:cubicBezTo>
                <a:cubicBezTo>
                  <a:pt x="113339" y="121025"/>
                  <a:pt x="119574" y="117437"/>
                  <a:pt x="124628" y="110260"/>
                </a:cubicBezTo>
                <a:cubicBezTo>
                  <a:pt x="129682" y="103082"/>
                  <a:pt x="132209" y="88728"/>
                  <a:pt x="132209" y="67196"/>
                </a:cubicBezTo>
                <a:cubicBezTo>
                  <a:pt x="132209" y="45545"/>
                  <a:pt x="129682" y="31161"/>
                  <a:pt x="124628" y="24044"/>
                </a:cubicBezTo>
                <a:cubicBezTo>
                  <a:pt x="119574" y="16926"/>
                  <a:pt x="113279" y="13368"/>
                  <a:pt x="105743" y="13368"/>
                </a:cubicBezTo>
                <a:cubicBezTo>
                  <a:pt x="98327" y="13368"/>
                  <a:pt x="92406" y="16508"/>
                  <a:pt x="87980" y="22788"/>
                </a:cubicBezTo>
                <a:cubicBezTo>
                  <a:pt x="82418" y="30802"/>
                  <a:pt x="79636" y="45605"/>
                  <a:pt x="79636" y="67196"/>
                </a:cubicBezTo>
                <a:close/>
                <a:moveTo>
                  <a:pt x="179275" y="132060"/>
                </a:moveTo>
                <a:lnTo>
                  <a:pt x="179275" y="113669"/>
                </a:lnTo>
                <a:lnTo>
                  <a:pt x="197666" y="113669"/>
                </a:lnTo>
                <a:lnTo>
                  <a:pt x="197666" y="132060"/>
                </a:lnTo>
                <a:lnTo>
                  <a:pt x="179275" y="132060"/>
                </a:lnTo>
                <a:close/>
                <a:moveTo>
                  <a:pt x="216202" y="97610"/>
                </a:moveTo>
                <a:lnTo>
                  <a:pt x="233158" y="96174"/>
                </a:lnTo>
                <a:cubicBezTo>
                  <a:pt x="234414" y="104428"/>
                  <a:pt x="237330" y="110633"/>
                  <a:pt x="241906" y="114790"/>
                </a:cubicBezTo>
                <a:cubicBezTo>
                  <a:pt x="246481" y="118947"/>
                  <a:pt x="251998" y="121025"/>
                  <a:pt x="258458" y="121025"/>
                </a:cubicBezTo>
                <a:cubicBezTo>
                  <a:pt x="266233" y="121025"/>
                  <a:pt x="272812" y="118095"/>
                  <a:pt x="278195" y="112233"/>
                </a:cubicBezTo>
                <a:cubicBezTo>
                  <a:pt x="283578" y="106372"/>
                  <a:pt x="286270" y="98597"/>
                  <a:pt x="286270" y="88907"/>
                </a:cubicBezTo>
                <a:cubicBezTo>
                  <a:pt x="286270" y="79697"/>
                  <a:pt x="283683" y="72430"/>
                  <a:pt x="278509" y="67107"/>
                </a:cubicBezTo>
                <a:cubicBezTo>
                  <a:pt x="273336" y="61784"/>
                  <a:pt x="266562" y="59122"/>
                  <a:pt x="258189" y="59122"/>
                </a:cubicBezTo>
                <a:cubicBezTo>
                  <a:pt x="252985" y="59122"/>
                  <a:pt x="248290" y="60303"/>
                  <a:pt x="244104" y="62666"/>
                </a:cubicBezTo>
                <a:cubicBezTo>
                  <a:pt x="239917" y="65028"/>
                  <a:pt x="236627" y="68094"/>
                  <a:pt x="234235" y="71862"/>
                </a:cubicBezTo>
                <a:lnTo>
                  <a:pt x="219073" y="69888"/>
                </a:lnTo>
                <a:lnTo>
                  <a:pt x="231813" y="2333"/>
                </a:lnTo>
                <a:lnTo>
                  <a:pt x="297215" y="2333"/>
                </a:lnTo>
                <a:lnTo>
                  <a:pt x="297215" y="17764"/>
                </a:lnTo>
                <a:lnTo>
                  <a:pt x="244732" y="17764"/>
                </a:lnTo>
                <a:lnTo>
                  <a:pt x="237644" y="53111"/>
                </a:lnTo>
                <a:cubicBezTo>
                  <a:pt x="245539" y="47609"/>
                  <a:pt x="253823" y="44857"/>
                  <a:pt x="262495" y="44857"/>
                </a:cubicBezTo>
                <a:cubicBezTo>
                  <a:pt x="273979" y="44857"/>
                  <a:pt x="283668" y="48835"/>
                  <a:pt x="291563" y="56790"/>
                </a:cubicBezTo>
                <a:cubicBezTo>
                  <a:pt x="299458" y="64744"/>
                  <a:pt x="303405" y="74972"/>
                  <a:pt x="303405" y="87472"/>
                </a:cubicBezTo>
                <a:cubicBezTo>
                  <a:pt x="303405" y="99374"/>
                  <a:pt x="299936" y="109662"/>
                  <a:pt x="292998" y="118334"/>
                </a:cubicBezTo>
                <a:cubicBezTo>
                  <a:pt x="284565" y="128980"/>
                  <a:pt x="273052" y="134303"/>
                  <a:pt x="258458" y="134303"/>
                </a:cubicBezTo>
                <a:cubicBezTo>
                  <a:pt x="246496" y="134303"/>
                  <a:pt x="236732" y="130954"/>
                  <a:pt x="229166" y="124255"/>
                </a:cubicBezTo>
                <a:cubicBezTo>
                  <a:pt x="221600" y="117556"/>
                  <a:pt x="217279" y="108675"/>
                  <a:pt x="216202" y="976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0.1">
            <a:extLst xmlns:a="http://schemas.openxmlformats.org/drawingml/2006/main">
              <a:ext uri="{FF2B5EF4-FFF2-40B4-BE49-F238E27FC236}">
                <a16:creationId xmlns:a16="http://schemas.microsoft.com/office/drawing/2014/main" id="{14B3FB79-E5FE-4BB3-BE88-2F8DC3F6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361" y="1305125"/>
            <a:ext cx="213989" cy="134303"/>
          </a:xfrm>
          <a:custGeom xmlns:a="http://schemas.openxmlformats.org/drawingml/2006/main">
            <a:pathLst>
              <a:path w="213989" h="134303">
                <a:moveTo>
                  <a:pt x="0" y="67196"/>
                </a:moveTo>
                <a:cubicBezTo>
                  <a:pt x="0" y="51646"/>
                  <a:pt x="1600" y="39131"/>
                  <a:pt x="4800" y="29651"/>
                </a:cubicBezTo>
                <a:cubicBezTo>
                  <a:pt x="8000" y="20171"/>
                  <a:pt x="12754" y="12859"/>
                  <a:pt x="19064" y="7715"/>
                </a:cubicBezTo>
                <a:cubicBezTo>
                  <a:pt x="25374" y="2572"/>
                  <a:pt x="33314" y="0"/>
                  <a:pt x="42884" y="0"/>
                </a:cubicBezTo>
                <a:cubicBezTo>
                  <a:pt x="49941" y="0"/>
                  <a:pt x="56132" y="1420"/>
                  <a:pt x="61455" y="4261"/>
                </a:cubicBezTo>
                <a:cubicBezTo>
                  <a:pt x="66778" y="7102"/>
                  <a:pt x="71174" y="11199"/>
                  <a:pt x="74643" y="16552"/>
                </a:cubicBezTo>
                <a:cubicBezTo>
                  <a:pt x="78112" y="21905"/>
                  <a:pt x="80833" y="28425"/>
                  <a:pt x="82807" y="36110"/>
                </a:cubicBezTo>
                <a:cubicBezTo>
                  <a:pt x="84781" y="43796"/>
                  <a:pt x="85767" y="54158"/>
                  <a:pt x="85767" y="67196"/>
                </a:cubicBezTo>
                <a:cubicBezTo>
                  <a:pt x="85767" y="82627"/>
                  <a:pt x="84182" y="95083"/>
                  <a:pt x="81013" y="104563"/>
                </a:cubicBezTo>
                <a:cubicBezTo>
                  <a:pt x="77843" y="114043"/>
                  <a:pt x="73103" y="121369"/>
                  <a:pt x="66793" y="126543"/>
                </a:cubicBezTo>
                <a:cubicBezTo>
                  <a:pt x="60483" y="131716"/>
                  <a:pt x="52513" y="134303"/>
                  <a:pt x="42884" y="134303"/>
                </a:cubicBezTo>
                <a:cubicBezTo>
                  <a:pt x="30204" y="134303"/>
                  <a:pt x="20246" y="129758"/>
                  <a:pt x="13009" y="120667"/>
                </a:cubicBezTo>
                <a:cubicBezTo>
                  <a:pt x="4336" y="109721"/>
                  <a:pt x="0" y="91898"/>
                  <a:pt x="0" y="67196"/>
                </a:cubicBezTo>
                <a:moveTo>
                  <a:pt x="16597" y="67196"/>
                </a:moveTo>
                <a:cubicBezTo>
                  <a:pt x="16597" y="88788"/>
                  <a:pt x="19124" y="103157"/>
                  <a:pt x="24178" y="110304"/>
                </a:cubicBezTo>
                <a:cubicBezTo>
                  <a:pt x="29232" y="117452"/>
                  <a:pt x="35467" y="121025"/>
                  <a:pt x="42884" y="121025"/>
                </a:cubicBezTo>
                <a:cubicBezTo>
                  <a:pt x="50300" y="121025"/>
                  <a:pt x="56535" y="117437"/>
                  <a:pt x="61589" y="110260"/>
                </a:cubicBezTo>
                <a:cubicBezTo>
                  <a:pt x="66643" y="103082"/>
                  <a:pt x="69170" y="88728"/>
                  <a:pt x="69170" y="67196"/>
                </a:cubicBezTo>
                <a:cubicBezTo>
                  <a:pt x="69170" y="45545"/>
                  <a:pt x="66643" y="31161"/>
                  <a:pt x="61589" y="24044"/>
                </a:cubicBezTo>
                <a:cubicBezTo>
                  <a:pt x="56535" y="16926"/>
                  <a:pt x="50240" y="13368"/>
                  <a:pt x="42704" y="13368"/>
                </a:cubicBezTo>
                <a:cubicBezTo>
                  <a:pt x="35288" y="13368"/>
                  <a:pt x="29367" y="16508"/>
                  <a:pt x="24941" y="22788"/>
                </a:cubicBezTo>
                <a:cubicBezTo>
                  <a:pt x="19378" y="30802"/>
                  <a:pt x="16597" y="45605"/>
                  <a:pt x="16597" y="67196"/>
                </a:cubicBezTo>
                <a:close/>
                <a:moveTo>
                  <a:pt x="116235" y="132060"/>
                </a:moveTo>
                <a:lnTo>
                  <a:pt x="116235" y="113669"/>
                </a:lnTo>
                <a:lnTo>
                  <a:pt x="134626" y="113669"/>
                </a:lnTo>
                <a:lnTo>
                  <a:pt x="134626" y="132060"/>
                </a:lnTo>
                <a:lnTo>
                  <a:pt x="116235" y="132060"/>
                </a:lnTo>
                <a:close/>
                <a:moveTo>
                  <a:pt x="213989" y="132060"/>
                </a:moveTo>
                <a:lnTo>
                  <a:pt x="197841" y="132060"/>
                </a:lnTo>
                <a:lnTo>
                  <a:pt x="197841" y="29157"/>
                </a:lnTo>
                <a:cubicBezTo>
                  <a:pt x="193953" y="32866"/>
                  <a:pt x="188854" y="36574"/>
                  <a:pt x="182544" y="40282"/>
                </a:cubicBezTo>
                <a:cubicBezTo>
                  <a:pt x="176234" y="43990"/>
                  <a:pt x="170567" y="46771"/>
                  <a:pt x="165543" y="48625"/>
                </a:cubicBezTo>
                <a:lnTo>
                  <a:pt x="165543" y="33015"/>
                </a:lnTo>
                <a:cubicBezTo>
                  <a:pt x="174575" y="28769"/>
                  <a:pt x="182469" y="23625"/>
                  <a:pt x="189228" y="17584"/>
                </a:cubicBezTo>
                <a:cubicBezTo>
                  <a:pt x="195986" y="11543"/>
                  <a:pt x="200771" y="5682"/>
                  <a:pt x="203582" y="0"/>
                </a:cubicBezTo>
                <a:lnTo>
                  <a:pt x="213989" y="0"/>
                </a:lnTo>
                <a:lnTo>
                  <a:pt x="213989" y="1320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…">
            <a:extLst xmlns:a="http://schemas.openxmlformats.org/drawingml/2006/main">
              <a:ext uri="{FF2B5EF4-FFF2-40B4-BE49-F238E27FC236}">
                <a16:creationId xmlns:a16="http://schemas.microsoft.com/office/drawing/2014/main" id="{19DD819D-C7DF-442B-BD86-206D2A40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2800" y="1633153"/>
            <a:ext cx="140942" cy="18392"/>
          </a:xfrm>
          <a:custGeom xmlns:a="http://schemas.openxmlformats.org/drawingml/2006/main">
            <a:pathLst>
              <a:path w="140942" h="18392">
                <a:moveTo>
                  <a:pt x="0" y="18392"/>
                </a:moveTo>
                <a:lnTo>
                  <a:pt x="0" y="0"/>
                </a:lnTo>
                <a:lnTo>
                  <a:pt x="18392" y="0"/>
                </a:lnTo>
                <a:lnTo>
                  <a:pt x="18392" y="18392"/>
                </a:lnTo>
                <a:lnTo>
                  <a:pt x="0" y="18392"/>
                </a:lnTo>
                <a:moveTo>
                  <a:pt x="61275" y="18392"/>
                </a:moveTo>
                <a:lnTo>
                  <a:pt x="61275" y="0"/>
                </a:lnTo>
                <a:lnTo>
                  <a:pt x="79667" y="0"/>
                </a:lnTo>
                <a:lnTo>
                  <a:pt x="79667" y="18392"/>
                </a:lnTo>
                <a:lnTo>
                  <a:pt x="61275" y="18392"/>
                </a:lnTo>
                <a:moveTo>
                  <a:pt x="122461" y="18392"/>
                </a:moveTo>
                <a:lnTo>
                  <a:pt x="122461" y="0"/>
                </a:lnTo>
                <a:lnTo>
                  <a:pt x="140942" y="0"/>
                </a:lnTo>
                <a:lnTo>
                  <a:pt x="140942" y="18392"/>
                </a:lnTo>
                <a:lnTo>
                  <a:pt x="122461" y="183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Input">
            <a:extLst xmlns:a="http://schemas.openxmlformats.org/drawingml/2006/main">
              <a:ext uri="{FF2B5EF4-FFF2-40B4-BE49-F238E27FC236}">
                <a16:creationId xmlns:a16="http://schemas.microsoft.com/office/drawing/2014/main" id="{EBB44893-9904-4934-AF14-1AC2B393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56" y="2493339"/>
            <a:ext cx="528661" cy="195728"/>
          </a:xfrm>
          <a:custGeom xmlns:a="http://schemas.openxmlformats.org/drawingml/2006/main">
            <a:pathLst>
              <a:path w="528661" h="195728">
                <a:moveTo>
                  <a:pt x="0" y="153442"/>
                </a:moveTo>
                <a:lnTo>
                  <a:pt x="0" y="0"/>
                </a:lnTo>
                <a:lnTo>
                  <a:pt x="30982" y="0"/>
                </a:lnTo>
                <a:lnTo>
                  <a:pt x="30982" y="153442"/>
                </a:lnTo>
                <a:lnTo>
                  <a:pt x="0" y="153442"/>
                </a:lnTo>
                <a:close/>
                <a:moveTo>
                  <a:pt x="163084" y="153442"/>
                </a:moveTo>
                <a:lnTo>
                  <a:pt x="133672" y="153442"/>
                </a:lnTo>
                <a:lnTo>
                  <a:pt x="133672" y="96713"/>
                </a:lnTo>
                <a:cubicBezTo>
                  <a:pt x="133672" y="84711"/>
                  <a:pt x="133044" y="76948"/>
                  <a:pt x="131788" y="73424"/>
                </a:cubicBezTo>
                <a:cubicBezTo>
                  <a:pt x="130532" y="69900"/>
                  <a:pt x="128491" y="67162"/>
                  <a:pt x="125665" y="65208"/>
                </a:cubicBezTo>
                <a:cubicBezTo>
                  <a:pt x="122839" y="63254"/>
                  <a:pt x="119437" y="62277"/>
                  <a:pt x="115460" y="62277"/>
                </a:cubicBezTo>
                <a:cubicBezTo>
                  <a:pt x="110366" y="62277"/>
                  <a:pt x="105796" y="63673"/>
                  <a:pt x="101749" y="66464"/>
                </a:cubicBezTo>
                <a:cubicBezTo>
                  <a:pt x="97701" y="69255"/>
                  <a:pt x="94928" y="72953"/>
                  <a:pt x="93428" y="77559"/>
                </a:cubicBezTo>
                <a:cubicBezTo>
                  <a:pt x="91927" y="82164"/>
                  <a:pt x="91177" y="90677"/>
                  <a:pt x="91177" y="103097"/>
                </a:cubicBezTo>
                <a:lnTo>
                  <a:pt x="91177" y="153442"/>
                </a:lnTo>
                <a:lnTo>
                  <a:pt x="61766" y="153442"/>
                </a:lnTo>
                <a:lnTo>
                  <a:pt x="61766" y="42286"/>
                </a:lnTo>
                <a:lnTo>
                  <a:pt x="89084" y="42286"/>
                </a:lnTo>
                <a:lnTo>
                  <a:pt x="89084" y="58614"/>
                </a:lnTo>
                <a:cubicBezTo>
                  <a:pt x="98783" y="46054"/>
                  <a:pt x="110994" y="39774"/>
                  <a:pt x="125717" y="39774"/>
                </a:cubicBezTo>
                <a:cubicBezTo>
                  <a:pt x="132207" y="39774"/>
                  <a:pt x="138138" y="40942"/>
                  <a:pt x="143511" y="43280"/>
                </a:cubicBezTo>
                <a:cubicBezTo>
                  <a:pt x="148884" y="45618"/>
                  <a:pt x="152948" y="48601"/>
                  <a:pt x="155705" y="52229"/>
                </a:cubicBezTo>
                <a:cubicBezTo>
                  <a:pt x="158461" y="55857"/>
                  <a:pt x="160380" y="59974"/>
                  <a:pt x="161461" y="64580"/>
                </a:cubicBezTo>
                <a:cubicBezTo>
                  <a:pt x="162543" y="69185"/>
                  <a:pt x="163084" y="75779"/>
                  <a:pt x="163084" y="84362"/>
                </a:cubicBezTo>
                <a:lnTo>
                  <a:pt x="163084" y="153442"/>
                </a:lnTo>
                <a:close/>
                <a:moveTo>
                  <a:pt x="198906" y="42286"/>
                </a:moveTo>
                <a:lnTo>
                  <a:pt x="226329" y="42286"/>
                </a:lnTo>
                <a:lnTo>
                  <a:pt x="226329" y="58614"/>
                </a:lnTo>
                <a:cubicBezTo>
                  <a:pt x="229888" y="53031"/>
                  <a:pt x="234702" y="48496"/>
                  <a:pt x="240773" y="45007"/>
                </a:cubicBezTo>
                <a:cubicBezTo>
                  <a:pt x="246844" y="41518"/>
                  <a:pt x="253577" y="39774"/>
                  <a:pt x="260974" y="39774"/>
                </a:cubicBezTo>
                <a:cubicBezTo>
                  <a:pt x="273883" y="39774"/>
                  <a:pt x="284838" y="44833"/>
                  <a:pt x="293839" y="54950"/>
                </a:cubicBezTo>
                <a:cubicBezTo>
                  <a:pt x="302841" y="65068"/>
                  <a:pt x="307341" y="79163"/>
                  <a:pt x="307341" y="97236"/>
                </a:cubicBezTo>
                <a:cubicBezTo>
                  <a:pt x="307341" y="115797"/>
                  <a:pt x="302806" y="130224"/>
                  <a:pt x="293735" y="140516"/>
                </a:cubicBezTo>
                <a:cubicBezTo>
                  <a:pt x="284664" y="150808"/>
                  <a:pt x="273673" y="155954"/>
                  <a:pt x="260764" y="155954"/>
                </a:cubicBezTo>
                <a:cubicBezTo>
                  <a:pt x="254624" y="155954"/>
                  <a:pt x="249059" y="154733"/>
                  <a:pt x="244070" y="152291"/>
                </a:cubicBezTo>
                <a:cubicBezTo>
                  <a:pt x="239081" y="149849"/>
                  <a:pt x="233830" y="145662"/>
                  <a:pt x="228318" y="139731"/>
                </a:cubicBezTo>
                <a:lnTo>
                  <a:pt x="228318" y="195728"/>
                </a:lnTo>
                <a:lnTo>
                  <a:pt x="198906" y="195728"/>
                </a:lnTo>
                <a:lnTo>
                  <a:pt x="198906" y="42286"/>
                </a:lnTo>
                <a:moveTo>
                  <a:pt x="228004" y="95980"/>
                </a:moveTo>
                <a:cubicBezTo>
                  <a:pt x="228004" y="108470"/>
                  <a:pt x="230481" y="117698"/>
                  <a:pt x="235435" y="123665"/>
                </a:cubicBezTo>
                <a:cubicBezTo>
                  <a:pt x="240389" y="129631"/>
                  <a:pt x="246425" y="132614"/>
                  <a:pt x="253542" y="132614"/>
                </a:cubicBezTo>
                <a:cubicBezTo>
                  <a:pt x="260381" y="132614"/>
                  <a:pt x="266068" y="129875"/>
                  <a:pt x="270603" y="124397"/>
                </a:cubicBezTo>
                <a:cubicBezTo>
                  <a:pt x="275139" y="118920"/>
                  <a:pt x="277407" y="109936"/>
                  <a:pt x="277407" y="97445"/>
                </a:cubicBezTo>
                <a:cubicBezTo>
                  <a:pt x="277407" y="85792"/>
                  <a:pt x="275069" y="77140"/>
                  <a:pt x="270394" y="71488"/>
                </a:cubicBezTo>
                <a:cubicBezTo>
                  <a:pt x="265719" y="65836"/>
                  <a:pt x="259927" y="63010"/>
                  <a:pt x="253019" y="63010"/>
                </a:cubicBezTo>
                <a:cubicBezTo>
                  <a:pt x="245832" y="63010"/>
                  <a:pt x="239866" y="65783"/>
                  <a:pt x="235121" y="71331"/>
                </a:cubicBezTo>
                <a:cubicBezTo>
                  <a:pt x="230376" y="76878"/>
                  <a:pt x="228004" y="85095"/>
                  <a:pt x="228004" y="95980"/>
                </a:cubicBezTo>
                <a:close/>
                <a:moveTo>
                  <a:pt x="410674" y="153442"/>
                </a:moveTo>
                <a:lnTo>
                  <a:pt x="410674" y="136800"/>
                </a:lnTo>
                <a:cubicBezTo>
                  <a:pt x="406627" y="142731"/>
                  <a:pt x="401307" y="147407"/>
                  <a:pt x="394713" y="150826"/>
                </a:cubicBezTo>
                <a:cubicBezTo>
                  <a:pt x="388118" y="154245"/>
                  <a:pt x="381158" y="155954"/>
                  <a:pt x="373831" y="155954"/>
                </a:cubicBezTo>
                <a:cubicBezTo>
                  <a:pt x="366365" y="155954"/>
                  <a:pt x="359666" y="154315"/>
                  <a:pt x="353735" y="151035"/>
                </a:cubicBezTo>
                <a:cubicBezTo>
                  <a:pt x="347804" y="147755"/>
                  <a:pt x="343513" y="143150"/>
                  <a:pt x="340861" y="137219"/>
                </a:cubicBezTo>
                <a:cubicBezTo>
                  <a:pt x="338210" y="131288"/>
                  <a:pt x="336884" y="123089"/>
                  <a:pt x="336884" y="112622"/>
                </a:cubicBezTo>
                <a:lnTo>
                  <a:pt x="336884" y="42286"/>
                </a:lnTo>
                <a:lnTo>
                  <a:pt x="366295" y="42286"/>
                </a:lnTo>
                <a:lnTo>
                  <a:pt x="366295" y="93363"/>
                </a:lnTo>
                <a:cubicBezTo>
                  <a:pt x="366295" y="108994"/>
                  <a:pt x="366836" y="118571"/>
                  <a:pt x="367918" y="122095"/>
                </a:cubicBezTo>
                <a:cubicBezTo>
                  <a:pt x="368999" y="125618"/>
                  <a:pt x="370970" y="128409"/>
                  <a:pt x="373831" y="130468"/>
                </a:cubicBezTo>
                <a:cubicBezTo>
                  <a:pt x="376692" y="132526"/>
                  <a:pt x="380321" y="133556"/>
                  <a:pt x="384717" y="133556"/>
                </a:cubicBezTo>
                <a:cubicBezTo>
                  <a:pt x="389741" y="133556"/>
                  <a:pt x="394242" y="132177"/>
                  <a:pt x="398219" y="129421"/>
                </a:cubicBezTo>
                <a:cubicBezTo>
                  <a:pt x="402196" y="126665"/>
                  <a:pt x="404918" y="123246"/>
                  <a:pt x="406383" y="119164"/>
                </a:cubicBezTo>
                <a:cubicBezTo>
                  <a:pt x="407848" y="115082"/>
                  <a:pt x="408581" y="105086"/>
                  <a:pt x="408581" y="89177"/>
                </a:cubicBezTo>
                <a:lnTo>
                  <a:pt x="408581" y="42286"/>
                </a:lnTo>
                <a:lnTo>
                  <a:pt x="437992" y="42286"/>
                </a:lnTo>
                <a:lnTo>
                  <a:pt x="437992" y="153442"/>
                </a:lnTo>
                <a:lnTo>
                  <a:pt x="410674" y="153442"/>
                </a:lnTo>
                <a:close/>
                <a:moveTo>
                  <a:pt x="526253" y="42286"/>
                </a:moveTo>
                <a:lnTo>
                  <a:pt x="526253" y="65731"/>
                </a:lnTo>
                <a:lnTo>
                  <a:pt x="506157" y="65731"/>
                </a:lnTo>
                <a:lnTo>
                  <a:pt x="506157" y="110529"/>
                </a:lnTo>
                <a:cubicBezTo>
                  <a:pt x="506157" y="119600"/>
                  <a:pt x="506349" y="124886"/>
                  <a:pt x="506733" y="126386"/>
                </a:cubicBezTo>
                <a:cubicBezTo>
                  <a:pt x="507116" y="127886"/>
                  <a:pt x="507989" y="129125"/>
                  <a:pt x="509349" y="130102"/>
                </a:cubicBezTo>
                <a:cubicBezTo>
                  <a:pt x="510710" y="131078"/>
                  <a:pt x="512367" y="131567"/>
                  <a:pt x="514321" y="131567"/>
                </a:cubicBezTo>
                <a:cubicBezTo>
                  <a:pt x="517042" y="131567"/>
                  <a:pt x="520985" y="130625"/>
                  <a:pt x="526149" y="128741"/>
                </a:cubicBezTo>
                <a:lnTo>
                  <a:pt x="528661" y="151558"/>
                </a:lnTo>
                <a:cubicBezTo>
                  <a:pt x="521822" y="154489"/>
                  <a:pt x="514077" y="155954"/>
                  <a:pt x="505424" y="155954"/>
                </a:cubicBezTo>
                <a:cubicBezTo>
                  <a:pt x="500121" y="155954"/>
                  <a:pt x="495341" y="155065"/>
                  <a:pt x="491085" y="153285"/>
                </a:cubicBezTo>
                <a:cubicBezTo>
                  <a:pt x="486828" y="151506"/>
                  <a:pt x="483706" y="149203"/>
                  <a:pt x="481717" y="146377"/>
                </a:cubicBezTo>
                <a:cubicBezTo>
                  <a:pt x="479729" y="143551"/>
                  <a:pt x="478350" y="139731"/>
                  <a:pt x="477583" y="134916"/>
                </a:cubicBezTo>
                <a:cubicBezTo>
                  <a:pt x="476955" y="131497"/>
                  <a:pt x="476641" y="124589"/>
                  <a:pt x="476641" y="114192"/>
                </a:cubicBezTo>
                <a:lnTo>
                  <a:pt x="476641" y="65731"/>
                </a:lnTo>
                <a:lnTo>
                  <a:pt x="463139" y="65731"/>
                </a:lnTo>
                <a:lnTo>
                  <a:pt x="463139" y="42286"/>
                </a:lnTo>
                <a:lnTo>
                  <a:pt x="476641" y="42286"/>
                </a:lnTo>
                <a:lnTo>
                  <a:pt x="476641" y="20201"/>
                </a:lnTo>
                <a:lnTo>
                  <a:pt x="506157" y="3035"/>
                </a:lnTo>
                <a:lnTo>
                  <a:pt x="506157" y="42286"/>
                </a:lnTo>
                <a:lnTo>
                  <a:pt x="526253" y="42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Tokenizer">
            <a:extLst xmlns:a="http://schemas.openxmlformats.org/drawingml/2006/main">
              <a:ext uri="{FF2B5EF4-FFF2-40B4-BE49-F238E27FC236}">
                <a16:creationId xmlns:a16="http://schemas.microsoft.com/office/drawing/2014/main" id="{643A024A-E7BB-4A57-B4A4-4963C550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465" y="2493339"/>
            <a:ext cx="1030845" cy="155954"/>
          </a:xfrm>
          <a:custGeom xmlns:a="http://schemas.openxmlformats.org/drawingml/2006/main">
            <a:pathLst>
              <a:path w="1030845" h="155954">
                <a:moveTo>
                  <a:pt x="45530" y="153442"/>
                </a:moveTo>
                <a:lnTo>
                  <a:pt x="45530" y="25958"/>
                </a:lnTo>
                <a:lnTo>
                  <a:pt x="0" y="25958"/>
                </a:lnTo>
                <a:lnTo>
                  <a:pt x="0" y="0"/>
                </a:lnTo>
                <a:lnTo>
                  <a:pt x="121938" y="0"/>
                </a:lnTo>
                <a:lnTo>
                  <a:pt x="121938" y="25958"/>
                </a:lnTo>
                <a:lnTo>
                  <a:pt x="76512" y="25958"/>
                </a:lnTo>
                <a:lnTo>
                  <a:pt x="76512" y="153442"/>
                </a:lnTo>
                <a:lnTo>
                  <a:pt x="45530" y="153442"/>
                </a:lnTo>
                <a:close/>
                <a:moveTo>
                  <a:pt x="141789" y="96294"/>
                </a:moveTo>
                <a:cubicBezTo>
                  <a:pt x="141789" y="86525"/>
                  <a:pt x="144196" y="77070"/>
                  <a:pt x="149011" y="67929"/>
                </a:cubicBezTo>
                <a:cubicBezTo>
                  <a:pt x="153825" y="58788"/>
                  <a:pt x="160646" y="51810"/>
                  <a:pt x="169473" y="46996"/>
                </a:cubicBezTo>
                <a:cubicBezTo>
                  <a:pt x="178300" y="42181"/>
                  <a:pt x="188156" y="39774"/>
                  <a:pt x="199042" y="39774"/>
                </a:cubicBezTo>
                <a:cubicBezTo>
                  <a:pt x="215858" y="39774"/>
                  <a:pt x="229639" y="45234"/>
                  <a:pt x="240385" y="56154"/>
                </a:cubicBezTo>
                <a:cubicBezTo>
                  <a:pt x="251131" y="67074"/>
                  <a:pt x="256504" y="80873"/>
                  <a:pt x="256504" y="97550"/>
                </a:cubicBezTo>
                <a:cubicBezTo>
                  <a:pt x="256504" y="114367"/>
                  <a:pt x="251079" y="128305"/>
                  <a:pt x="240228" y="139365"/>
                </a:cubicBezTo>
                <a:cubicBezTo>
                  <a:pt x="229378" y="150424"/>
                  <a:pt x="215719" y="155954"/>
                  <a:pt x="199251" y="155954"/>
                </a:cubicBezTo>
                <a:cubicBezTo>
                  <a:pt x="189063" y="155954"/>
                  <a:pt x="179347" y="153652"/>
                  <a:pt x="170101" y="149046"/>
                </a:cubicBezTo>
                <a:cubicBezTo>
                  <a:pt x="160855" y="144441"/>
                  <a:pt x="153825" y="137690"/>
                  <a:pt x="149011" y="128793"/>
                </a:cubicBezTo>
                <a:cubicBezTo>
                  <a:pt x="144196" y="119896"/>
                  <a:pt x="141789" y="109063"/>
                  <a:pt x="141789" y="96294"/>
                </a:cubicBezTo>
                <a:moveTo>
                  <a:pt x="171933" y="97864"/>
                </a:moveTo>
                <a:cubicBezTo>
                  <a:pt x="171933" y="108889"/>
                  <a:pt x="174549" y="117332"/>
                  <a:pt x="179783" y="123194"/>
                </a:cubicBezTo>
                <a:cubicBezTo>
                  <a:pt x="185016" y="129055"/>
                  <a:pt x="191471" y="131986"/>
                  <a:pt x="199146" y="131986"/>
                </a:cubicBezTo>
                <a:cubicBezTo>
                  <a:pt x="206822" y="131986"/>
                  <a:pt x="213259" y="129055"/>
                  <a:pt x="218457" y="123194"/>
                </a:cubicBezTo>
                <a:cubicBezTo>
                  <a:pt x="223656" y="117332"/>
                  <a:pt x="226255" y="108819"/>
                  <a:pt x="226255" y="97655"/>
                </a:cubicBezTo>
                <a:cubicBezTo>
                  <a:pt x="226255" y="86769"/>
                  <a:pt x="223656" y="78396"/>
                  <a:pt x="218457" y="72534"/>
                </a:cubicBezTo>
                <a:cubicBezTo>
                  <a:pt x="213259" y="66673"/>
                  <a:pt x="206822" y="63742"/>
                  <a:pt x="199146" y="63742"/>
                </a:cubicBezTo>
                <a:cubicBezTo>
                  <a:pt x="191471" y="63742"/>
                  <a:pt x="185016" y="66673"/>
                  <a:pt x="179783" y="72534"/>
                </a:cubicBezTo>
                <a:cubicBezTo>
                  <a:pt x="174549" y="78396"/>
                  <a:pt x="171933" y="86839"/>
                  <a:pt x="171933" y="97864"/>
                </a:cubicBezTo>
                <a:close/>
                <a:moveTo>
                  <a:pt x="285357" y="153442"/>
                </a:moveTo>
                <a:lnTo>
                  <a:pt x="285357" y="0"/>
                </a:lnTo>
                <a:lnTo>
                  <a:pt x="314768" y="0"/>
                </a:lnTo>
                <a:lnTo>
                  <a:pt x="314768" y="81431"/>
                </a:lnTo>
                <a:lnTo>
                  <a:pt x="349204" y="42286"/>
                </a:lnTo>
                <a:lnTo>
                  <a:pt x="385419" y="42286"/>
                </a:lnTo>
                <a:lnTo>
                  <a:pt x="347424" y="82897"/>
                </a:lnTo>
                <a:lnTo>
                  <a:pt x="388140" y="153442"/>
                </a:lnTo>
                <a:lnTo>
                  <a:pt x="356426" y="153442"/>
                </a:lnTo>
                <a:lnTo>
                  <a:pt x="328479" y="103516"/>
                </a:lnTo>
                <a:lnTo>
                  <a:pt x="314768" y="117855"/>
                </a:lnTo>
                <a:lnTo>
                  <a:pt x="314768" y="153442"/>
                </a:lnTo>
                <a:lnTo>
                  <a:pt x="285357" y="153442"/>
                </a:lnTo>
                <a:close/>
                <a:moveTo>
                  <a:pt x="473258" y="118065"/>
                </a:moveTo>
                <a:lnTo>
                  <a:pt x="502565" y="122984"/>
                </a:lnTo>
                <a:cubicBezTo>
                  <a:pt x="498797" y="133730"/>
                  <a:pt x="492849" y="141912"/>
                  <a:pt x="484719" y="147529"/>
                </a:cubicBezTo>
                <a:cubicBezTo>
                  <a:pt x="476590" y="153146"/>
                  <a:pt x="466420" y="155954"/>
                  <a:pt x="454209" y="155954"/>
                </a:cubicBezTo>
                <a:cubicBezTo>
                  <a:pt x="434880" y="155954"/>
                  <a:pt x="420576" y="149639"/>
                  <a:pt x="411295" y="137010"/>
                </a:cubicBezTo>
                <a:cubicBezTo>
                  <a:pt x="403969" y="126892"/>
                  <a:pt x="400305" y="114122"/>
                  <a:pt x="400305" y="98701"/>
                </a:cubicBezTo>
                <a:cubicBezTo>
                  <a:pt x="400305" y="80280"/>
                  <a:pt x="405120" y="65853"/>
                  <a:pt x="414749" y="55421"/>
                </a:cubicBezTo>
                <a:cubicBezTo>
                  <a:pt x="424379" y="44990"/>
                  <a:pt x="436555" y="39774"/>
                  <a:pt x="451278" y="39774"/>
                </a:cubicBezTo>
                <a:cubicBezTo>
                  <a:pt x="467816" y="39774"/>
                  <a:pt x="480864" y="45234"/>
                  <a:pt x="490424" y="56154"/>
                </a:cubicBezTo>
                <a:cubicBezTo>
                  <a:pt x="499983" y="67074"/>
                  <a:pt x="504554" y="83804"/>
                  <a:pt x="504135" y="106342"/>
                </a:cubicBezTo>
                <a:lnTo>
                  <a:pt x="430449" y="106342"/>
                </a:lnTo>
                <a:cubicBezTo>
                  <a:pt x="430659" y="115064"/>
                  <a:pt x="433031" y="121850"/>
                  <a:pt x="437567" y="126700"/>
                </a:cubicBezTo>
                <a:cubicBezTo>
                  <a:pt x="442102" y="131549"/>
                  <a:pt x="447754" y="133974"/>
                  <a:pt x="454523" y="133974"/>
                </a:cubicBezTo>
                <a:cubicBezTo>
                  <a:pt x="459128" y="133974"/>
                  <a:pt x="463001" y="132718"/>
                  <a:pt x="466141" y="130206"/>
                </a:cubicBezTo>
                <a:cubicBezTo>
                  <a:pt x="469281" y="127694"/>
                  <a:pt x="471653" y="123647"/>
                  <a:pt x="473258" y="118065"/>
                </a:cubicBezTo>
                <a:moveTo>
                  <a:pt x="474933" y="88339"/>
                </a:moveTo>
                <a:cubicBezTo>
                  <a:pt x="474724" y="79826"/>
                  <a:pt x="472526" y="73354"/>
                  <a:pt x="468339" y="68923"/>
                </a:cubicBezTo>
                <a:cubicBezTo>
                  <a:pt x="464152" y="64493"/>
                  <a:pt x="459058" y="62277"/>
                  <a:pt x="453058" y="62277"/>
                </a:cubicBezTo>
                <a:cubicBezTo>
                  <a:pt x="446638" y="62277"/>
                  <a:pt x="441335" y="64615"/>
                  <a:pt x="437148" y="69290"/>
                </a:cubicBezTo>
                <a:cubicBezTo>
                  <a:pt x="432961" y="73965"/>
                  <a:pt x="430903" y="80315"/>
                  <a:pt x="430973" y="88339"/>
                </a:cubicBezTo>
                <a:lnTo>
                  <a:pt x="474933" y="88339"/>
                </a:lnTo>
                <a:close/>
                <a:moveTo>
                  <a:pt x="632481" y="153442"/>
                </a:moveTo>
                <a:lnTo>
                  <a:pt x="603070" y="153442"/>
                </a:lnTo>
                <a:lnTo>
                  <a:pt x="603070" y="96713"/>
                </a:lnTo>
                <a:cubicBezTo>
                  <a:pt x="603070" y="84711"/>
                  <a:pt x="602442" y="76948"/>
                  <a:pt x="601186" y="73424"/>
                </a:cubicBezTo>
                <a:cubicBezTo>
                  <a:pt x="599930" y="69900"/>
                  <a:pt x="597889" y="67162"/>
                  <a:pt x="595063" y="65208"/>
                </a:cubicBezTo>
                <a:cubicBezTo>
                  <a:pt x="592237" y="63254"/>
                  <a:pt x="588835" y="62277"/>
                  <a:pt x="584858" y="62277"/>
                </a:cubicBezTo>
                <a:cubicBezTo>
                  <a:pt x="579764" y="62277"/>
                  <a:pt x="575193" y="63673"/>
                  <a:pt x="571146" y="66464"/>
                </a:cubicBezTo>
                <a:cubicBezTo>
                  <a:pt x="567099" y="69255"/>
                  <a:pt x="564325" y="72953"/>
                  <a:pt x="562825" y="77559"/>
                </a:cubicBezTo>
                <a:cubicBezTo>
                  <a:pt x="561325" y="82164"/>
                  <a:pt x="560575" y="90677"/>
                  <a:pt x="560575" y="103097"/>
                </a:cubicBezTo>
                <a:lnTo>
                  <a:pt x="560575" y="153442"/>
                </a:lnTo>
                <a:lnTo>
                  <a:pt x="531163" y="153442"/>
                </a:lnTo>
                <a:lnTo>
                  <a:pt x="531163" y="42286"/>
                </a:lnTo>
                <a:lnTo>
                  <a:pt x="558481" y="42286"/>
                </a:lnTo>
                <a:lnTo>
                  <a:pt x="558481" y="58614"/>
                </a:lnTo>
                <a:cubicBezTo>
                  <a:pt x="568181" y="46054"/>
                  <a:pt x="580392" y="39774"/>
                  <a:pt x="595115" y="39774"/>
                </a:cubicBezTo>
                <a:cubicBezTo>
                  <a:pt x="601604" y="39774"/>
                  <a:pt x="607536" y="40942"/>
                  <a:pt x="612909" y="43280"/>
                </a:cubicBezTo>
                <a:cubicBezTo>
                  <a:pt x="618281" y="45618"/>
                  <a:pt x="622346" y="48601"/>
                  <a:pt x="625102" y="52229"/>
                </a:cubicBezTo>
                <a:cubicBezTo>
                  <a:pt x="627859" y="55857"/>
                  <a:pt x="629777" y="59974"/>
                  <a:pt x="630859" y="64580"/>
                </a:cubicBezTo>
                <a:cubicBezTo>
                  <a:pt x="631941" y="69185"/>
                  <a:pt x="632481" y="75779"/>
                  <a:pt x="632481" y="84362"/>
                </a:cubicBezTo>
                <a:lnTo>
                  <a:pt x="632481" y="153442"/>
                </a:lnTo>
                <a:close/>
                <a:moveTo>
                  <a:pt x="669184" y="27214"/>
                </a:moveTo>
                <a:lnTo>
                  <a:pt x="669184" y="0"/>
                </a:lnTo>
                <a:lnTo>
                  <a:pt x="698595" y="0"/>
                </a:lnTo>
                <a:lnTo>
                  <a:pt x="698595" y="27214"/>
                </a:lnTo>
                <a:lnTo>
                  <a:pt x="669184" y="27214"/>
                </a:lnTo>
                <a:moveTo>
                  <a:pt x="669184" y="153442"/>
                </a:moveTo>
                <a:lnTo>
                  <a:pt x="669184" y="42286"/>
                </a:lnTo>
                <a:lnTo>
                  <a:pt x="698595" y="42286"/>
                </a:lnTo>
                <a:lnTo>
                  <a:pt x="698595" y="153442"/>
                </a:lnTo>
                <a:lnTo>
                  <a:pt x="669184" y="153442"/>
                </a:lnTo>
                <a:close/>
                <a:moveTo>
                  <a:pt x="718599" y="153442"/>
                </a:moveTo>
                <a:lnTo>
                  <a:pt x="718599" y="130520"/>
                </a:lnTo>
                <a:lnTo>
                  <a:pt x="760256" y="82687"/>
                </a:lnTo>
                <a:cubicBezTo>
                  <a:pt x="767095" y="74872"/>
                  <a:pt x="772154" y="69325"/>
                  <a:pt x="775433" y="66045"/>
                </a:cubicBezTo>
                <a:cubicBezTo>
                  <a:pt x="772014" y="66254"/>
                  <a:pt x="767513" y="66394"/>
                  <a:pt x="761931" y="66464"/>
                </a:cubicBezTo>
                <a:lnTo>
                  <a:pt x="722681" y="66673"/>
                </a:lnTo>
                <a:lnTo>
                  <a:pt x="722681" y="42286"/>
                </a:lnTo>
                <a:lnTo>
                  <a:pt x="814579" y="42286"/>
                </a:lnTo>
                <a:lnTo>
                  <a:pt x="814579" y="63114"/>
                </a:lnTo>
                <a:lnTo>
                  <a:pt x="772084" y="112099"/>
                </a:lnTo>
                <a:lnTo>
                  <a:pt x="757116" y="128322"/>
                </a:lnTo>
                <a:cubicBezTo>
                  <a:pt x="765280" y="127834"/>
                  <a:pt x="770339" y="127590"/>
                  <a:pt x="772293" y="127590"/>
                </a:cubicBezTo>
                <a:lnTo>
                  <a:pt x="817823" y="127590"/>
                </a:lnTo>
                <a:lnTo>
                  <a:pt x="817823" y="153442"/>
                </a:lnTo>
                <a:lnTo>
                  <a:pt x="718599" y="153442"/>
                </a:lnTo>
                <a:close/>
                <a:moveTo>
                  <a:pt x="901976" y="118065"/>
                </a:moveTo>
                <a:lnTo>
                  <a:pt x="931283" y="122984"/>
                </a:lnTo>
                <a:cubicBezTo>
                  <a:pt x="927515" y="133730"/>
                  <a:pt x="921566" y="141912"/>
                  <a:pt x="913437" y="147529"/>
                </a:cubicBezTo>
                <a:cubicBezTo>
                  <a:pt x="905308" y="153146"/>
                  <a:pt x="895138" y="155954"/>
                  <a:pt x="882926" y="155954"/>
                </a:cubicBezTo>
                <a:cubicBezTo>
                  <a:pt x="863598" y="155954"/>
                  <a:pt x="849293" y="149639"/>
                  <a:pt x="840013" y="137010"/>
                </a:cubicBezTo>
                <a:cubicBezTo>
                  <a:pt x="832686" y="126892"/>
                  <a:pt x="829023" y="114122"/>
                  <a:pt x="829023" y="98701"/>
                </a:cubicBezTo>
                <a:cubicBezTo>
                  <a:pt x="829023" y="80280"/>
                  <a:pt x="833837" y="65853"/>
                  <a:pt x="843467" y="55421"/>
                </a:cubicBezTo>
                <a:cubicBezTo>
                  <a:pt x="853096" y="44990"/>
                  <a:pt x="865273" y="39774"/>
                  <a:pt x="879996" y="39774"/>
                </a:cubicBezTo>
                <a:cubicBezTo>
                  <a:pt x="896533" y="39774"/>
                  <a:pt x="909582" y="45234"/>
                  <a:pt x="919141" y="56154"/>
                </a:cubicBezTo>
                <a:cubicBezTo>
                  <a:pt x="928701" y="67074"/>
                  <a:pt x="933271" y="83804"/>
                  <a:pt x="932853" y="106342"/>
                </a:cubicBezTo>
                <a:lnTo>
                  <a:pt x="859167" y="106342"/>
                </a:lnTo>
                <a:cubicBezTo>
                  <a:pt x="859376" y="115064"/>
                  <a:pt x="861749" y="121850"/>
                  <a:pt x="866284" y="126700"/>
                </a:cubicBezTo>
                <a:cubicBezTo>
                  <a:pt x="870820" y="131549"/>
                  <a:pt x="876472" y="133974"/>
                  <a:pt x="883240" y="133974"/>
                </a:cubicBezTo>
                <a:cubicBezTo>
                  <a:pt x="887846" y="133974"/>
                  <a:pt x="891719" y="132718"/>
                  <a:pt x="894859" y="130206"/>
                </a:cubicBezTo>
                <a:cubicBezTo>
                  <a:pt x="897999" y="127694"/>
                  <a:pt x="900371" y="123647"/>
                  <a:pt x="901976" y="118065"/>
                </a:cubicBezTo>
                <a:moveTo>
                  <a:pt x="903651" y="88339"/>
                </a:moveTo>
                <a:cubicBezTo>
                  <a:pt x="903441" y="79826"/>
                  <a:pt x="901243" y="73354"/>
                  <a:pt x="897057" y="68923"/>
                </a:cubicBezTo>
                <a:cubicBezTo>
                  <a:pt x="892870" y="64493"/>
                  <a:pt x="887776" y="62277"/>
                  <a:pt x="881775" y="62277"/>
                </a:cubicBezTo>
                <a:cubicBezTo>
                  <a:pt x="875356" y="62277"/>
                  <a:pt x="870052" y="64615"/>
                  <a:pt x="865866" y="69290"/>
                </a:cubicBezTo>
                <a:cubicBezTo>
                  <a:pt x="861679" y="73965"/>
                  <a:pt x="859621" y="80315"/>
                  <a:pt x="859690" y="88339"/>
                </a:cubicBezTo>
                <a:lnTo>
                  <a:pt x="903651" y="88339"/>
                </a:lnTo>
                <a:close/>
                <a:moveTo>
                  <a:pt x="988246" y="153442"/>
                </a:moveTo>
                <a:lnTo>
                  <a:pt x="958834" y="153442"/>
                </a:lnTo>
                <a:lnTo>
                  <a:pt x="958834" y="42286"/>
                </a:lnTo>
                <a:lnTo>
                  <a:pt x="986152" y="42286"/>
                </a:lnTo>
                <a:lnTo>
                  <a:pt x="986152" y="58090"/>
                </a:lnTo>
                <a:cubicBezTo>
                  <a:pt x="990828" y="50624"/>
                  <a:pt x="995032" y="45705"/>
                  <a:pt x="998765" y="43332"/>
                </a:cubicBezTo>
                <a:cubicBezTo>
                  <a:pt x="1002498" y="40960"/>
                  <a:pt x="1006737" y="39774"/>
                  <a:pt x="1011482" y="39774"/>
                </a:cubicBezTo>
                <a:cubicBezTo>
                  <a:pt x="1018181" y="39774"/>
                  <a:pt x="1024635" y="41623"/>
                  <a:pt x="1030845" y="45321"/>
                </a:cubicBezTo>
                <a:lnTo>
                  <a:pt x="1021739" y="70964"/>
                </a:lnTo>
                <a:cubicBezTo>
                  <a:pt x="1016785" y="67755"/>
                  <a:pt x="1012180" y="66150"/>
                  <a:pt x="1007923" y="66150"/>
                </a:cubicBezTo>
                <a:cubicBezTo>
                  <a:pt x="1003806" y="66150"/>
                  <a:pt x="1000317" y="67284"/>
                  <a:pt x="997457" y="69551"/>
                </a:cubicBezTo>
                <a:cubicBezTo>
                  <a:pt x="994596" y="71819"/>
                  <a:pt x="992345" y="75919"/>
                  <a:pt x="990705" y="81850"/>
                </a:cubicBezTo>
                <a:cubicBezTo>
                  <a:pt x="989066" y="87781"/>
                  <a:pt x="988246" y="100202"/>
                  <a:pt x="988246" y="119111"/>
                </a:cubicBezTo>
                <a:lnTo>
                  <a:pt x="988246" y="1534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Token">
            <a:extLst xmlns:a="http://schemas.openxmlformats.org/drawingml/2006/main">
              <a:ext uri="{FF2B5EF4-FFF2-40B4-BE49-F238E27FC236}">
                <a16:creationId xmlns:a16="http://schemas.microsoft.com/office/drawing/2014/main" id="{F9C4C10C-BC1C-4EAE-8088-F9057B09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953" y="2493339"/>
            <a:ext cx="632267" cy="155954"/>
          </a:xfrm>
          <a:custGeom xmlns:a="http://schemas.openxmlformats.org/drawingml/2006/main">
            <a:pathLst>
              <a:path w="632267" h="155954">
                <a:moveTo>
                  <a:pt x="45530" y="153442"/>
                </a:moveTo>
                <a:lnTo>
                  <a:pt x="45530" y="25958"/>
                </a:lnTo>
                <a:lnTo>
                  <a:pt x="0" y="25958"/>
                </a:lnTo>
                <a:lnTo>
                  <a:pt x="0" y="0"/>
                </a:lnTo>
                <a:lnTo>
                  <a:pt x="121938" y="0"/>
                </a:lnTo>
                <a:lnTo>
                  <a:pt x="121938" y="25958"/>
                </a:lnTo>
                <a:lnTo>
                  <a:pt x="76512" y="25958"/>
                </a:lnTo>
                <a:lnTo>
                  <a:pt x="76512" y="153442"/>
                </a:lnTo>
                <a:lnTo>
                  <a:pt x="45530" y="153442"/>
                </a:lnTo>
                <a:close/>
                <a:moveTo>
                  <a:pt x="141788" y="96294"/>
                </a:moveTo>
                <a:cubicBezTo>
                  <a:pt x="141788" y="86525"/>
                  <a:pt x="144196" y="77070"/>
                  <a:pt x="149010" y="67929"/>
                </a:cubicBezTo>
                <a:cubicBezTo>
                  <a:pt x="153825" y="58788"/>
                  <a:pt x="160646" y="51810"/>
                  <a:pt x="169473" y="46996"/>
                </a:cubicBezTo>
                <a:cubicBezTo>
                  <a:pt x="178300" y="42181"/>
                  <a:pt x="188156" y="39774"/>
                  <a:pt x="199041" y="39774"/>
                </a:cubicBezTo>
                <a:cubicBezTo>
                  <a:pt x="215858" y="39774"/>
                  <a:pt x="229639" y="45234"/>
                  <a:pt x="240385" y="56154"/>
                </a:cubicBezTo>
                <a:cubicBezTo>
                  <a:pt x="251131" y="67074"/>
                  <a:pt x="256504" y="80873"/>
                  <a:pt x="256504" y="97550"/>
                </a:cubicBezTo>
                <a:cubicBezTo>
                  <a:pt x="256504" y="114367"/>
                  <a:pt x="251078" y="128305"/>
                  <a:pt x="240228" y="139365"/>
                </a:cubicBezTo>
                <a:cubicBezTo>
                  <a:pt x="229377" y="150424"/>
                  <a:pt x="215718" y="155954"/>
                  <a:pt x="199251" y="155954"/>
                </a:cubicBezTo>
                <a:cubicBezTo>
                  <a:pt x="189063" y="155954"/>
                  <a:pt x="179346" y="153652"/>
                  <a:pt x="170101" y="149046"/>
                </a:cubicBezTo>
                <a:cubicBezTo>
                  <a:pt x="160855" y="144441"/>
                  <a:pt x="153825" y="137690"/>
                  <a:pt x="149010" y="128793"/>
                </a:cubicBezTo>
                <a:cubicBezTo>
                  <a:pt x="144196" y="119896"/>
                  <a:pt x="141788" y="109063"/>
                  <a:pt x="141788" y="96294"/>
                </a:cubicBezTo>
                <a:moveTo>
                  <a:pt x="171933" y="97864"/>
                </a:moveTo>
                <a:cubicBezTo>
                  <a:pt x="171933" y="108889"/>
                  <a:pt x="174549" y="117332"/>
                  <a:pt x="179783" y="123194"/>
                </a:cubicBezTo>
                <a:cubicBezTo>
                  <a:pt x="185016" y="129055"/>
                  <a:pt x="191470" y="131986"/>
                  <a:pt x="199146" y="131986"/>
                </a:cubicBezTo>
                <a:cubicBezTo>
                  <a:pt x="206822" y="131986"/>
                  <a:pt x="213259" y="129055"/>
                  <a:pt x="218457" y="123194"/>
                </a:cubicBezTo>
                <a:cubicBezTo>
                  <a:pt x="223656" y="117332"/>
                  <a:pt x="226255" y="108819"/>
                  <a:pt x="226255" y="97655"/>
                </a:cubicBezTo>
                <a:cubicBezTo>
                  <a:pt x="226255" y="86769"/>
                  <a:pt x="223656" y="78396"/>
                  <a:pt x="218457" y="72534"/>
                </a:cubicBezTo>
                <a:cubicBezTo>
                  <a:pt x="213259" y="66673"/>
                  <a:pt x="206822" y="63742"/>
                  <a:pt x="199146" y="63742"/>
                </a:cubicBezTo>
                <a:cubicBezTo>
                  <a:pt x="191470" y="63742"/>
                  <a:pt x="185016" y="66673"/>
                  <a:pt x="179783" y="72534"/>
                </a:cubicBezTo>
                <a:cubicBezTo>
                  <a:pt x="174549" y="78396"/>
                  <a:pt x="171933" y="86839"/>
                  <a:pt x="171933" y="97864"/>
                </a:cubicBezTo>
                <a:close/>
                <a:moveTo>
                  <a:pt x="285357" y="153442"/>
                </a:moveTo>
                <a:lnTo>
                  <a:pt x="285357" y="0"/>
                </a:lnTo>
                <a:lnTo>
                  <a:pt x="314768" y="0"/>
                </a:lnTo>
                <a:lnTo>
                  <a:pt x="314768" y="81431"/>
                </a:lnTo>
                <a:lnTo>
                  <a:pt x="349204" y="42286"/>
                </a:lnTo>
                <a:lnTo>
                  <a:pt x="385419" y="42286"/>
                </a:lnTo>
                <a:lnTo>
                  <a:pt x="347424" y="82897"/>
                </a:lnTo>
                <a:lnTo>
                  <a:pt x="388140" y="153442"/>
                </a:lnTo>
                <a:lnTo>
                  <a:pt x="356426" y="153442"/>
                </a:lnTo>
                <a:lnTo>
                  <a:pt x="328479" y="103516"/>
                </a:lnTo>
                <a:lnTo>
                  <a:pt x="314768" y="117855"/>
                </a:lnTo>
                <a:lnTo>
                  <a:pt x="314768" y="153442"/>
                </a:lnTo>
                <a:lnTo>
                  <a:pt x="285357" y="153442"/>
                </a:lnTo>
                <a:close/>
                <a:moveTo>
                  <a:pt x="473151" y="118065"/>
                </a:moveTo>
                <a:lnTo>
                  <a:pt x="502458" y="122984"/>
                </a:lnTo>
                <a:cubicBezTo>
                  <a:pt x="498690" y="133730"/>
                  <a:pt x="492741" y="141912"/>
                  <a:pt x="484612" y="147529"/>
                </a:cubicBezTo>
                <a:cubicBezTo>
                  <a:pt x="476483" y="153146"/>
                  <a:pt x="466313" y="155954"/>
                  <a:pt x="454101" y="155954"/>
                </a:cubicBezTo>
                <a:cubicBezTo>
                  <a:pt x="434773" y="155954"/>
                  <a:pt x="420468" y="149639"/>
                  <a:pt x="411188" y="137010"/>
                </a:cubicBezTo>
                <a:cubicBezTo>
                  <a:pt x="403861" y="126892"/>
                  <a:pt x="400198" y="114122"/>
                  <a:pt x="400198" y="98701"/>
                </a:cubicBezTo>
                <a:cubicBezTo>
                  <a:pt x="400198" y="80280"/>
                  <a:pt x="405012" y="65853"/>
                  <a:pt x="414642" y="55421"/>
                </a:cubicBezTo>
                <a:cubicBezTo>
                  <a:pt x="424271" y="44990"/>
                  <a:pt x="436448" y="39774"/>
                  <a:pt x="451171" y="39774"/>
                </a:cubicBezTo>
                <a:cubicBezTo>
                  <a:pt x="467708" y="39774"/>
                  <a:pt x="480757" y="45234"/>
                  <a:pt x="490316" y="56154"/>
                </a:cubicBezTo>
                <a:cubicBezTo>
                  <a:pt x="499876" y="67074"/>
                  <a:pt x="504446" y="83804"/>
                  <a:pt x="504028" y="106342"/>
                </a:cubicBezTo>
                <a:lnTo>
                  <a:pt x="430342" y="106342"/>
                </a:lnTo>
                <a:cubicBezTo>
                  <a:pt x="430551" y="115064"/>
                  <a:pt x="432924" y="121850"/>
                  <a:pt x="437459" y="126700"/>
                </a:cubicBezTo>
                <a:cubicBezTo>
                  <a:pt x="441995" y="131549"/>
                  <a:pt x="447647" y="133974"/>
                  <a:pt x="454415" y="133974"/>
                </a:cubicBezTo>
                <a:cubicBezTo>
                  <a:pt x="459021" y="133974"/>
                  <a:pt x="462894" y="132718"/>
                  <a:pt x="466034" y="130206"/>
                </a:cubicBezTo>
                <a:cubicBezTo>
                  <a:pt x="469174" y="127694"/>
                  <a:pt x="471546" y="123647"/>
                  <a:pt x="473151" y="118065"/>
                </a:cubicBezTo>
                <a:moveTo>
                  <a:pt x="474826" y="88339"/>
                </a:moveTo>
                <a:cubicBezTo>
                  <a:pt x="474616" y="79826"/>
                  <a:pt x="472418" y="73354"/>
                  <a:pt x="468232" y="68923"/>
                </a:cubicBezTo>
                <a:cubicBezTo>
                  <a:pt x="464045" y="64493"/>
                  <a:pt x="458951" y="62277"/>
                  <a:pt x="452950" y="62277"/>
                </a:cubicBezTo>
                <a:cubicBezTo>
                  <a:pt x="446531" y="62277"/>
                  <a:pt x="441227" y="64615"/>
                  <a:pt x="437041" y="69290"/>
                </a:cubicBezTo>
                <a:cubicBezTo>
                  <a:pt x="432854" y="73965"/>
                  <a:pt x="430796" y="80315"/>
                  <a:pt x="430865" y="88339"/>
                </a:cubicBezTo>
                <a:lnTo>
                  <a:pt x="474826" y="88339"/>
                </a:lnTo>
                <a:close/>
                <a:moveTo>
                  <a:pt x="632267" y="153442"/>
                </a:moveTo>
                <a:lnTo>
                  <a:pt x="602855" y="153442"/>
                </a:lnTo>
                <a:lnTo>
                  <a:pt x="602855" y="96713"/>
                </a:lnTo>
                <a:cubicBezTo>
                  <a:pt x="602855" y="84711"/>
                  <a:pt x="602227" y="76948"/>
                  <a:pt x="600971" y="73424"/>
                </a:cubicBezTo>
                <a:cubicBezTo>
                  <a:pt x="599715" y="69900"/>
                  <a:pt x="597674" y="67162"/>
                  <a:pt x="594848" y="65208"/>
                </a:cubicBezTo>
                <a:cubicBezTo>
                  <a:pt x="592022" y="63254"/>
                  <a:pt x="588620" y="62277"/>
                  <a:pt x="584643" y="62277"/>
                </a:cubicBezTo>
                <a:cubicBezTo>
                  <a:pt x="579549" y="62277"/>
                  <a:pt x="574979" y="63673"/>
                  <a:pt x="570932" y="66464"/>
                </a:cubicBezTo>
                <a:cubicBezTo>
                  <a:pt x="566885" y="69255"/>
                  <a:pt x="564111" y="72953"/>
                  <a:pt x="562611" y="77559"/>
                </a:cubicBezTo>
                <a:cubicBezTo>
                  <a:pt x="561110" y="82164"/>
                  <a:pt x="560360" y="90677"/>
                  <a:pt x="560360" y="103097"/>
                </a:cubicBezTo>
                <a:lnTo>
                  <a:pt x="560360" y="153442"/>
                </a:lnTo>
                <a:lnTo>
                  <a:pt x="530949" y="153442"/>
                </a:lnTo>
                <a:lnTo>
                  <a:pt x="530949" y="42286"/>
                </a:lnTo>
                <a:lnTo>
                  <a:pt x="558267" y="42286"/>
                </a:lnTo>
                <a:lnTo>
                  <a:pt x="558267" y="58614"/>
                </a:lnTo>
                <a:cubicBezTo>
                  <a:pt x="567966" y="46054"/>
                  <a:pt x="580177" y="39774"/>
                  <a:pt x="594901" y="39774"/>
                </a:cubicBezTo>
                <a:cubicBezTo>
                  <a:pt x="601390" y="39774"/>
                  <a:pt x="607321" y="40942"/>
                  <a:pt x="612694" y="43280"/>
                </a:cubicBezTo>
                <a:cubicBezTo>
                  <a:pt x="618067" y="45618"/>
                  <a:pt x="622131" y="48601"/>
                  <a:pt x="624888" y="52229"/>
                </a:cubicBezTo>
                <a:cubicBezTo>
                  <a:pt x="627644" y="55857"/>
                  <a:pt x="629563" y="59974"/>
                  <a:pt x="630644" y="64580"/>
                </a:cubicBezTo>
                <a:cubicBezTo>
                  <a:pt x="631726" y="69185"/>
                  <a:pt x="632267" y="75779"/>
                  <a:pt x="632267" y="84362"/>
                </a:cubicBezTo>
                <a:lnTo>
                  <a:pt x="632267" y="1534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Embeddings">
            <a:extLst xmlns:a="http://schemas.openxmlformats.org/drawingml/2006/main">
              <a:ext uri="{FF2B5EF4-FFF2-40B4-BE49-F238E27FC236}">
                <a16:creationId xmlns:a16="http://schemas.microsoft.com/office/drawing/2014/main" id="{3FB0B771-0A23-417D-9CD4-7C90DDA1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405" y="2738321"/>
            <a:ext cx="1287687" cy="198554"/>
          </a:xfrm>
          <a:custGeom xmlns:a="http://schemas.openxmlformats.org/drawingml/2006/main">
            <a:pathLst>
              <a:path w="1287687" h="198554">
                <a:moveTo>
                  <a:pt x="0" y="153442"/>
                </a:moveTo>
                <a:lnTo>
                  <a:pt x="0" y="0"/>
                </a:lnTo>
                <a:lnTo>
                  <a:pt x="113773" y="0"/>
                </a:lnTo>
                <a:lnTo>
                  <a:pt x="113773" y="25958"/>
                </a:lnTo>
                <a:lnTo>
                  <a:pt x="30982" y="25958"/>
                </a:lnTo>
                <a:lnTo>
                  <a:pt x="30982" y="59974"/>
                </a:lnTo>
                <a:lnTo>
                  <a:pt x="108017" y="59974"/>
                </a:lnTo>
                <a:lnTo>
                  <a:pt x="108017" y="85827"/>
                </a:lnTo>
                <a:lnTo>
                  <a:pt x="30982" y="85827"/>
                </a:lnTo>
                <a:lnTo>
                  <a:pt x="30982" y="127590"/>
                </a:lnTo>
                <a:lnTo>
                  <a:pt x="116704" y="127590"/>
                </a:lnTo>
                <a:lnTo>
                  <a:pt x="116704" y="153442"/>
                </a:lnTo>
                <a:lnTo>
                  <a:pt x="0" y="153442"/>
                </a:lnTo>
                <a:close/>
                <a:moveTo>
                  <a:pt x="135404" y="42286"/>
                </a:moveTo>
                <a:lnTo>
                  <a:pt x="162513" y="42286"/>
                </a:lnTo>
                <a:lnTo>
                  <a:pt x="162513" y="57462"/>
                </a:lnTo>
                <a:cubicBezTo>
                  <a:pt x="172212" y="45670"/>
                  <a:pt x="183760" y="39774"/>
                  <a:pt x="197158" y="39774"/>
                </a:cubicBezTo>
                <a:cubicBezTo>
                  <a:pt x="204275" y="39774"/>
                  <a:pt x="210450" y="41239"/>
                  <a:pt x="215684" y="44170"/>
                </a:cubicBezTo>
                <a:cubicBezTo>
                  <a:pt x="220917" y="47100"/>
                  <a:pt x="225208" y="51531"/>
                  <a:pt x="228558" y="57462"/>
                </a:cubicBezTo>
                <a:cubicBezTo>
                  <a:pt x="233442" y="51531"/>
                  <a:pt x="238711" y="47100"/>
                  <a:pt x="244363" y="44170"/>
                </a:cubicBezTo>
                <a:cubicBezTo>
                  <a:pt x="250015" y="41239"/>
                  <a:pt x="256050" y="39774"/>
                  <a:pt x="262470" y="39774"/>
                </a:cubicBezTo>
                <a:cubicBezTo>
                  <a:pt x="270634" y="39774"/>
                  <a:pt x="277542" y="41431"/>
                  <a:pt x="283194" y="44745"/>
                </a:cubicBezTo>
                <a:cubicBezTo>
                  <a:pt x="288846" y="48060"/>
                  <a:pt x="293068" y="52927"/>
                  <a:pt x="295859" y="59346"/>
                </a:cubicBezTo>
                <a:cubicBezTo>
                  <a:pt x="297883" y="64091"/>
                  <a:pt x="298894" y="71767"/>
                  <a:pt x="298894" y="82373"/>
                </a:cubicBezTo>
                <a:lnTo>
                  <a:pt x="298894" y="153442"/>
                </a:lnTo>
                <a:lnTo>
                  <a:pt x="269483" y="153442"/>
                </a:lnTo>
                <a:lnTo>
                  <a:pt x="269483" y="89909"/>
                </a:lnTo>
                <a:cubicBezTo>
                  <a:pt x="269483" y="78884"/>
                  <a:pt x="268471" y="71767"/>
                  <a:pt x="266447" y="68557"/>
                </a:cubicBezTo>
                <a:cubicBezTo>
                  <a:pt x="263726" y="64370"/>
                  <a:pt x="259539" y="62277"/>
                  <a:pt x="253887" y="62277"/>
                </a:cubicBezTo>
                <a:cubicBezTo>
                  <a:pt x="249770" y="62277"/>
                  <a:pt x="245898" y="63533"/>
                  <a:pt x="242269" y="66045"/>
                </a:cubicBezTo>
                <a:cubicBezTo>
                  <a:pt x="238641" y="68557"/>
                  <a:pt x="236024" y="72238"/>
                  <a:pt x="234419" y="77088"/>
                </a:cubicBezTo>
                <a:cubicBezTo>
                  <a:pt x="232814" y="81937"/>
                  <a:pt x="232012" y="89595"/>
                  <a:pt x="232012" y="100062"/>
                </a:cubicBezTo>
                <a:lnTo>
                  <a:pt x="232012" y="153442"/>
                </a:lnTo>
                <a:lnTo>
                  <a:pt x="202600" y="153442"/>
                </a:lnTo>
                <a:lnTo>
                  <a:pt x="202600" y="92526"/>
                </a:lnTo>
                <a:cubicBezTo>
                  <a:pt x="202600" y="81710"/>
                  <a:pt x="202077" y="74733"/>
                  <a:pt x="201030" y="71592"/>
                </a:cubicBezTo>
                <a:cubicBezTo>
                  <a:pt x="199984" y="68452"/>
                  <a:pt x="198361" y="66115"/>
                  <a:pt x="196163" y="64580"/>
                </a:cubicBezTo>
                <a:cubicBezTo>
                  <a:pt x="193965" y="63045"/>
                  <a:pt x="190982" y="62277"/>
                  <a:pt x="187214" y="62277"/>
                </a:cubicBezTo>
                <a:cubicBezTo>
                  <a:pt x="182679" y="62277"/>
                  <a:pt x="178597" y="63498"/>
                  <a:pt x="174968" y="65940"/>
                </a:cubicBezTo>
                <a:cubicBezTo>
                  <a:pt x="171340" y="68383"/>
                  <a:pt x="168740" y="71906"/>
                  <a:pt x="167170" y="76512"/>
                </a:cubicBezTo>
                <a:cubicBezTo>
                  <a:pt x="165600" y="81117"/>
                  <a:pt x="164815" y="88758"/>
                  <a:pt x="164815" y="99434"/>
                </a:cubicBezTo>
                <a:lnTo>
                  <a:pt x="164815" y="153442"/>
                </a:lnTo>
                <a:lnTo>
                  <a:pt x="135404" y="153442"/>
                </a:lnTo>
                <a:lnTo>
                  <a:pt x="135404" y="42286"/>
                </a:lnTo>
                <a:close/>
                <a:moveTo>
                  <a:pt x="320030" y="153442"/>
                </a:moveTo>
                <a:lnTo>
                  <a:pt x="320030" y="0"/>
                </a:lnTo>
                <a:lnTo>
                  <a:pt x="349442" y="0"/>
                </a:lnTo>
                <a:lnTo>
                  <a:pt x="349442" y="55264"/>
                </a:lnTo>
                <a:cubicBezTo>
                  <a:pt x="358513" y="44937"/>
                  <a:pt x="369259" y="39774"/>
                  <a:pt x="381679" y="39774"/>
                </a:cubicBezTo>
                <a:cubicBezTo>
                  <a:pt x="395216" y="39774"/>
                  <a:pt x="406416" y="44676"/>
                  <a:pt x="415278" y="54479"/>
                </a:cubicBezTo>
                <a:cubicBezTo>
                  <a:pt x="424139" y="64283"/>
                  <a:pt x="428570" y="78361"/>
                  <a:pt x="428570" y="96713"/>
                </a:cubicBezTo>
                <a:cubicBezTo>
                  <a:pt x="428570" y="115692"/>
                  <a:pt x="424052" y="130311"/>
                  <a:pt x="415016" y="140568"/>
                </a:cubicBezTo>
                <a:cubicBezTo>
                  <a:pt x="405980" y="150826"/>
                  <a:pt x="395007" y="155954"/>
                  <a:pt x="382098" y="155954"/>
                </a:cubicBezTo>
                <a:cubicBezTo>
                  <a:pt x="375748" y="155954"/>
                  <a:pt x="369486" y="154367"/>
                  <a:pt x="363310" y="151192"/>
                </a:cubicBezTo>
                <a:cubicBezTo>
                  <a:pt x="357135" y="148017"/>
                  <a:pt x="351814" y="143325"/>
                  <a:pt x="347348" y="137114"/>
                </a:cubicBezTo>
                <a:lnTo>
                  <a:pt x="347348" y="153442"/>
                </a:lnTo>
                <a:lnTo>
                  <a:pt x="320030" y="153442"/>
                </a:lnTo>
                <a:moveTo>
                  <a:pt x="349232" y="95457"/>
                </a:moveTo>
                <a:cubicBezTo>
                  <a:pt x="349232" y="106970"/>
                  <a:pt x="351047" y="115483"/>
                  <a:pt x="354675" y="120995"/>
                </a:cubicBezTo>
                <a:cubicBezTo>
                  <a:pt x="359769" y="128811"/>
                  <a:pt x="366537" y="132718"/>
                  <a:pt x="374981" y="132718"/>
                </a:cubicBezTo>
                <a:cubicBezTo>
                  <a:pt x="381470" y="132718"/>
                  <a:pt x="387000" y="129945"/>
                  <a:pt x="391570" y="124397"/>
                </a:cubicBezTo>
                <a:cubicBezTo>
                  <a:pt x="396141" y="118850"/>
                  <a:pt x="398426" y="110110"/>
                  <a:pt x="398426" y="98178"/>
                </a:cubicBezTo>
                <a:cubicBezTo>
                  <a:pt x="398426" y="85478"/>
                  <a:pt x="396123" y="76320"/>
                  <a:pt x="391518" y="70703"/>
                </a:cubicBezTo>
                <a:cubicBezTo>
                  <a:pt x="386913" y="65086"/>
                  <a:pt x="381016" y="62277"/>
                  <a:pt x="373829" y="62277"/>
                </a:cubicBezTo>
                <a:cubicBezTo>
                  <a:pt x="366782" y="62277"/>
                  <a:pt x="360920" y="65016"/>
                  <a:pt x="356245" y="70493"/>
                </a:cubicBezTo>
                <a:cubicBezTo>
                  <a:pt x="351570" y="75971"/>
                  <a:pt x="349232" y="84292"/>
                  <a:pt x="349232" y="95457"/>
                </a:cubicBezTo>
                <a:close/>
                <a:moveTo>
                  <a:pt x="523468" y="118065"/>
                </a:moveTo>
                <a:lnTo>
                  <a:pt x="552775" y="122984"/>
                </a:lnTo>
                <a:cubicBezTo>
                  <a:pt x="549007" y="133730"/>
                  <a:pt x="543058" y="141912"/>
                  <a:pt x="534929" y="147529"/>
                </a:cubicBezTo>
                <a:cubicBezTo>
                  <a:pt x="526800" y="153146"/>
                  <a:pt x="516630" y="155954"/>
                  <a:pt x="504418" y="155954"/>
                </a:cubicBezTo>
                <a:cubicBezTo>
                  <a:pt x="485090" y="155954"/>
                  <a:pt x="470785" y="149639"/>
                  <a:pt x="461505" y="137010"/>
                </a:cubicBezTo>
                <a:cubicBezTo>
                  <a:pt x="454178" y="126892"/>
                  <a:pt x="450515" y="114122"/>
                  <a:pt x="450515" y="98701"/>
                </a:cubicBezTo>
                <a:cubicBezTo>
                  <a:pt x="450515" y="80280"/>
                  <a:pt x="455329" y="65853"/>
                  <a:pt x="464959" y="55421"/>
                </a:cubicBezTo>
                <a:cubicBezTo>
                  <a:pt x="474588" y="44990"/>
                  <a:pt x="486765" y="39774"/>
                  <a:pt x="501488" y="39774"/>
                </a:cubicBezTo>
                <a:cubicBezTo>
                  <a:pt x="518025" y="39774"/>
                  <a:pt x="531074" y="45234"/>
                  <a:pt x="540633" y="56154"/>
                </a:cubicBezTo>
                <a:cubicBezTo>
                  <a:pt x="550193" y="67074"/>
                  <a:pt x="554763" y="83804"/>
                  <a:pt x="554345" y="106342"/>
                </a:cubicBezTo>
                <a:lnTo>
                  <a:pt x="480659" y="106342"/>
                </a:lnTo>
                <a:cubicBezTo>
                  <a:pt x="480868" y="115064"/>
                  <a:pt x="483241" y="121850"/>
                  <a:pt x="487776" y="126700"/>
                </a:cubicBezTo>
                <a:cubicBezTo>
                  <a:pt x="492312" y="131549"/>
                  <a:pt x="497964" y="133974"/>
                  <a:pt x="504732" y="133974"/>
                </a:cubicBezTo>
                <a:cubicBezTo>
                  <a:pt x="509338" y="133974"/>
                  <a:pt x="513211" y="132718"/>
                  <a:pt x="516351" y="130206"/>
                </a:cubicBezTo>
                <a:cubicBezTo>
                  <a:pt x="519491" y="127694"/>
                  <a:pt x="521863" y="123647"/>
                  <a:pt x="523468" y="118065"/>
                </a:cubicBezTo>
                <a:moveTo>
                  <a:pt x="525143" y="88339"/>
                </a:moveTo>
                <a:cubicBezTo>
                  <a:pt x="524933" y="79826"/>
                  <a:pt x="522735" y="73354"/>
                  <a:pt x="518549" y="68923"/>
                </a:cubicBezTo>
                <a:cubicBezTo>
                  <a:pt x="514362" y="64493"/>
                  <a:pt x="509268" y="62277"/>
                  <a:pt x="503267" y="62277"/>
                </a:cubicBezTo>
                <a:cubicBezTo>
                  <a:pt x="496848" y="62277"/>
                  <a:pt x="491544" y="64615"/>
                  <a:pt x="487358" y="69290"/>
                </a:cubicBezTo>
                <a:cubicBezTo>
                  <a:pt x="483171" y="73965"/>
                  <a:pt x="481113" y="80315"/>
                  <a:pt x="481182" y="88339"/>
                </a:cubicBezTo>
                <a:lnTo>
                  <a:pt x="525143" y="88339"/>
                </a:lnTo>
                <a:close/>
                <a:moveTo>
                  <a:pt x="683635" y="153442"/>
                </a:moveTo>
                <a:lnTo>
                  <a:pt x="656317" y="153442"/>
                </a:lnTo>
                <a:lnTo>
                  <a:pt x="656317" y="137114"/>
                </a:lnTo>
                <a:cubicBezTo>
                  <a:pt x="651782" y="143464"/>
                  <a:pt x="646426" y="148192"/>
                  <a:pt x="640251" y="151297"/>
                </a:cubicBezTo>
                <a:cubicBezTo>
                  <a:pt x="634075" y="154402"/>
                  <a:pt x="627848" y="155954"/>
                  <a:pt x="621568" y="155954"/>
                </a:cubicBezTo>
                <a:cubicBezTo>
                  <a:pt x="608798" y="155954"/>
                  <a:pt x="597861" y="150808"/>
                  <a:pt x="588754" y="140516"/>
                </a:cubicBezTo>
                <a:cubicBezTo>
                  <a:pt x="579648" y="130224"/>
                  <a:pt x="575095" y="115867"/>
                  <a:pt x="575095" y="97445"/>
                </a:cubicBezTo>
                <a:cubicBezTo>
                  <a:pt x="575095" y="78605"/>
                  <a:pt x="579526" y="64283"/>
                  <a:pt x="588388" y="54479"/>
                </a:cubicBezTo>
                <a:cubicBezTo>
                  <a:pt x="597250" y="44676"/>
                  <a:pt x="608449" y="39774"/>
                  <a:pt x="621986" y="39774"/>
                </a:cubicBezTo>
                <a:cubicBezTo>
                  <a:pt x="634407" y="39774"/>
                  <a:pt x="645153" y="44937"/>
                  <a:pt x="654224" y="55264"/>
                </a:cubicBezTo>
                <a:lnTo>
                  <a:pt x="654224" y="0"/>
                </a:lnTo>
                <a:lnTo>
                  <a:pt x="683635" y="0"/>
                </a:lnTo>
                <a:lnTo>
                  <a:pt x="683635" y="153442"/>
                </a:lnTo>
                <a:moveTo>
                  <a:pt x="605135" y="95457"/>
                </a:moveTo>
                <a:cubicBezTo>
                  <a:pt x="605135" y="107319"/>
                  <a:pt x="606775" y="115902"/>
                  <a:pt x="610054" y="121205"/>
                </a:cubicBezTo>
                <a:cubicBezTo>
                  <a:pt x="614799" y="128880"/>
                  <a:pt x="621428" y="132718"/>
                  <a:pt x="629941" y="132718"/>
                </a:cubicBezTo>
                <a:cubicBezTo>
                  <a:pt x="636710" y="132718"/>
                  <a:pt x="642466" y="129840"/>
                  <a:pt x="647211" y="124083"/>
                </a:cubicBezTo>
                <a:cubicBezTo>
                  <a:pt x="651956" y="118326"/>
                  <a:pt x="654329" y="109726"/>
                  <a:pt x="654329" y="98283"/>
                </a:cubicBezTo>
                <a:cubicBezTo>
                  <a:pt x="654329" y="85513"/>
                  <a:pt x="652026" y="76320"/>
                  <a:pt x="647421" y="70703"/>
                </a:cubicBezTo>
                <a:cubicBezTo>
                  <a:pt x="642815" y="65086"/>
                  <a:pt x="636919" y="62277"/>
                  <a:pt x="629732" y="62277"/>
                </a:cubicBezTo>
                <a:cubicBezTo>
                  <a:pt x="622754" y="62277"/>
                  <a:pt x="616910" y="65051"/>
                  <a:pt x="612200" y="70598"/>
                </a:cubicBezTo>
                <a:cubicBezTo>
                  <a:pt x="607490" y="76146"/>
                  <a:pt x="605135" y="84432"/>
                  <a:pt x="605135" y="95457"/>
                </a:cubicBezTo>
                <a:close/>
                <a:moveTo>
                  <a:pt x="821447" y="153442"/>
                </a:moveTo>
                <a:lnTo>
                  <a:pt x="794128" y="153442"/>
                </a:lnTo>
                <a:lnTo>
                  <a:pt x="794128" y="137114"/>
                </a:lnTo>
                <a:cubicBezTo>
                  <a:pt x="789593" y="143464"/>
                  <a:pt x="784237" y="148192"/>
                  <a:pt x="778062" y="151297"/>
                </a:cubicBezTo>
                <a:cubicBezTo>
                  <a:pt x="771887" y="154402"/>
                  <a:pt x="765659" y="155954"/>
                  <a:pt x="759379" y="155954"/>
                </a:cubicBezTo>
                <a:cubicBezTo>
                  <a:pt x="746609" y="155954"/>
                  <a:pt x="735672" y="150808"/>
                  <a:pt x="726566" y="140516"/>
                </a:cubicBezTo>
                <a:cubicBezTo>
                  <a:pt x="717460" y="130224"/>
                  <a:pt x="712907" y="115867"/>
                  <a:pt x="712907" y="97445"/>
                </a:cubicBezTo>
                <a:cubicBezTo>
                  <a:pt x="712907" y="78605"/>
                  <a:pt x="717337" y="64283"/>
                  <a:pt x="726199" y="54479"/>
                </a:cubicBezTo>
                <a:cubicBezTo>
                  <a:pt x="735061" y="44676"/>
                  <a:pt x="746261" y="39774"/>
                  <a:pt x="759798" y="39774"/>
                </a:cubicBezTo>
                <a:cubicBezTo>
                  <a:pt x="772218" y="39774"/>
                  <a:pt x="782964" y="44937"/>
                  <a:pt x="792035" y="55264"/>
                </a:cubicBezTo>
                <a:lnTo>
                  <a:pt x="792035" y="0"/>
                </a:lnTo>
                <a:lnTo>
                  <a:pt x="821447" y="0"/>
                </a:lnTo>
                <a:lnTo>
                  <a:pt x="821447" y="153442"/>
                </a:lnTo>
                <a:moveTo>
                  <a:pt x="742946" y="95457"/>
                </a:moveTo>
                <a:cubicBezTo>
                  <a:pt x="742946" y="107319"/>
                  <a:pt x="744586" y="115902"/>
                  <a:pt x="747865" y="121205"/>
                </a:cubicBezTo>
                <a:cubicBezTo>
                  <a:pt x="752610" y="128880"/>
                  <a:pt x="759239" y="132718"/>
                  <a:pt x="767752" y="132718"/>
                </a:cubicBezTo>
                <a:cubicBezTo>
                  <a:pt x="774521" y="132718"/>
                  <a:pt x="780277" y="129840"/>
                  <a:pt x="785022" y="124083"/>
                </a:cubicBezTo>
                <a:cubicBezTo>
                  <a:pt x="789767" y="118326"/>
                  <a:pt x="792140" y="109726"/>
                  <a:pt x="792140" y="98283"/>
                </a:cubicBezTo>
                <a:cubicBezTo>
                  <a:pt x="792140" y="85513"/>
                  <a:pt x="789837" y="76320"/>
                  <a:pt x="785232" y="70703"/>
                </a:cubicBezTo>
                <a:cubicBezTo>
                  <a:pt x="780626" y="65086"/>
                  <a:pt x="774730" y="62277"/>
                  <a:pt x="767543" y="62277"/>
                </a:cubicBezTo>
                <a:cubicBezTo>
                  <a:pt x="760565" y="62277"/>
                  <a:pt x="754721" y="65051"/>
                  <a:pt x="750011" y="70598"/>
                </a:cubicBezTo>
                <a:cubicBezTo>
                  <a:pt x="745301" y="76146"/>
                  <a:pt x="742946" y="84432"/>
                  <a:pt x="742946" y="95457"/>
                </a:cubicBezTo>
                <a:close/>
                <a:moveTo>
                  <a:pt x="857312" y="27214"/>
                </a:moveTo>
                <a:lnTo>
                  <a:pt x="857312" y="0"/>
                </a:lnTo>
                <a:lnTo>
                  <a:pt x="886724" y="0"/>
                </a:lnTo>
                <a:lnTo>
                  <a:pt x="886724" y="27214"/>
                </a:lnTo>
                <a:lnTo>
                  <a:pt x="857312" y="27214"/>
                </a:lnTo>
                <a:moveTo>
                  <a:pt x="857312" y="153442"/>
                </a:moveTo>
                <a:lnTo>
                  <a:pt x="857312" y="42286"/>
                </a:lnTo>
                <a:lnTo>
                  <a:pt x="886724" y="42286"/>
                </a:lnTo>
                <a:lnTo>
                  <a:pt x="886724" y="153442"/>
                </a:lnTo>
                <a:lnTo>
                  <a:pt x="857312" y="153442"/>
                </a:lnTo>
                <a:close/>
                <a:moveTo>
                  <a:pt x="1019706" y="153442"/>
                </a:moveTo>
                <a:lnTo>
                  <a:pt x="990294" y="153442"/>
                </a:lnTo>
                <a:lnTo>
                  <a:pt x="990294" y="96713"/>
                </a:lnTo>
                <a:cubicBezTo>
                  <a:pt x="990294" y="84711"/>
                  <a:pt x="989666" y="76948"/>
                  <a:pt x="988410" y="73424"/>
                </a:cubicBezTo>
                <a:cubicBezTo>
                  <a:pt x="987154" y="69900"/>
                  <a:pt x="985113" y="67162"/>
                  <a:pt x="982287" y="65208"/>
                </a:cubicBezTo>
                <a:cubicBezTo>
                  <a:pt x="979461" y="63254"/>
                  <a:pt x="976060" y="62277"/>
                  <a:pt x="972082" y="62277"/>
                </a:cubicBezTo>
                <a:cubicBezTo>
                  <a:pt x="966988" y="62277"/>
                  <a:pt x="962418" y="63673"/>
                  <a:pt x="958371" y="66464"/>
                </a:cubicBezTo>
                <a:cubicBezTo>
                  <a:pt x="954324" y="69255"/>
                  <a:pt x="951550" y="72953"/>
                  <a:pt x="950050" y="77559"/>
                </a:cubicBezTo>
                <a:cubicBezTo>
                  <a:pt x="948550" y="82164"/>
                  <a:pt x="947799" y="90677"/>
                  <a:pt x="947799" y="103097"/>
                </a:cubicBezTo>
                <a:lnTo>
                  <a:pt x="947799" y="153442"/>
                </a:lnTo>
                <a:lnTo>
                  <a:pt x="918388" y="153442"/>
                </a:lnTo>
                <a:lnTo>
                  <a:pt x="918388" y="42286"/>
                </a:lnTo>
                <a:lnTo>
                  <a:pt x="945706" y="42286"/>
                </a:lnTo>
                <a:lnTo>
                  <a:pt x="945706" y="58614"/>
                </a:lnTo>
                <a:cubicBezTo>
                  <a:pt x="955405" y="46054"/>
                  <a:pt x="967616" y="39774"/>
                  <a:pt x="982340" y="39774"/>
                </a:cubicBezTo>
                <a:cubicBezTo>
                  <a:pt x="988829" y="39774"/>
                  <a:pt x="994760" y="40942"/>
                  <a:pt x="1000133" y="43280"/>
                </a:cubicBezTo>
                <a:cubicBezTo>
                  <a:pt x="1005506" y="45618"/>
                  <a:pt x="1009571" y="48601"/>
                  <a:pt x="1012327" y="52229"/>
                </a:cubicBezTo>
                <a:cubicBezTo>
                  <a:pt x="1015083" y="55857"/>
                  <a:pt x="1017002" y="59974"/>
                  <a:pt x="1018084" y="64580"/>
                </a:cubicBezTo>
                <a:cubicBezTo>
                  <a:pt x="1019165" y="69185"/>
                  <a:pt x="1019706" y="75779"/>
                  <a:pt x="1019706" y="84362"/>
                </a:cubicBezTo>
                <a:lnTo>
                  <a:pt x="1019706" y="153442"/>
                </a:lnTo>
                <a:close/>
                <a:moveTo>
                  <a:pt x="1053687" y="160769"/>
                </a:moveTo>
                <a:lnTo>
                  <a:pt x="1087285" y="164851"/>
                </a:lnTo>
                <a:cubicBezTo>
                  <a:pt x="1087843" y="168759"/>
                  <a:pt x="1089134" y="171445"/>
                  <a:pt x="1091158" y="172911"/>
                </a:cubicBezTo>
                <a:cubicBezTo>
                  <a:pt x="1093949" y="175004"/>
                  <a:pt x="1098345" y="176051"/>
                  <a:pt x="1104346" y="176051"/>
                </a:cubicBezTo>
                <a:cubicBezTo>
                  <a:pt x="1112021" y="176051"/>
                  <a:pt x="1117778" y="174899"/>
                  <a:pt x="1121616" y="172597"/>
                </a:cubicBezTo>
                <a:cubicBezTo>
                  <a:pt x="1124198" y="171061"/>
                  <a:pt x="1126152" y="168584"/>
                  <a:pt x="1127477" y="165165"/>
                </a:cubicBezTo>
                <a:cubicBezTo>
                  <a:pt x="1128384" y="162723"/>
                  <a:pt x="1128838" y="158222"/>
                  <a:pt x="1128838" y="151663"/>
                </a:cubicBezTo>
                <a:lnTo>
                  <a:pt x="1128838" y="135440"/>
                </a:lnTo>
                <a:cubicBezTo>
                  <a:pt x="1120046" y="147441"/>
                  <a:pt x="1108951" y="153442"/>
                  <a:pt x="1095554" y="153442"/>
                </a:cubicBezTo>
                <a:cubicBezTo>
                  <a:pt x="1080621" y="153442"/>
                  <a:pt x="1068794" y="147127"/>
                  <a:pt x="1060072" y="134498"/>
                </a:cubicBezTo>
                <a:cubicBezTo>
                  <a:pt x="1053233" y="124519"/>
                  <a:pt x="1049814" y="112099"/>
                  <a:pt x="1049814" y="97236"/>
                </a:cubicBezTo>
                <a:cubicBezTo>
                  <a:pt x="1049814" y="78605"/>
                  <a:pt x="1054297" y="64370"/>
                  <a:pt x="1063264" y="54532"/>
                </a:cubicBezTo>
                <a:cubicBezTo>
                  <a:pt x="1072230" y="44693"/>
                  <a:pt x="1083377" y="39774"/>
                  <a:pt x="1096705" y="39774"/>
                </a:cubicBezTo>
                <a:cubicBezTo>
                  <a:pt x="1110451" y="39774"/>
                  <a:pt x="1121790" y="45809"/>
                  <a:pt x="1130722" y="57881"/>
                </a:cubicBezTo>
                <a:lnTo>
                  <a:pt x="1130722" y="42286"/>
                </a:lnTo>
                <a:lnTo>
                  <a:pt x="1158250" y="42286"/>
                </a:lnTo>
                <a:lnTo>
                  <a:pt x="1158250" y="142034"/>
                </a:lnTo>
                <a:cubicBezTo>
                  <a:pt x="1158250" y="155152"/>
                  <a:pt x="1157168" y="164956"/>
                  <a:pt x="1155005" y="171445"/>
                </a:cubicBezTo>
                <a:cubicBezTo>
                  <a:pt x="1152842" y="177935"/>
                  <a:pt x="1149806" y="183028"/>
                  <a:pt x="1145899" y="186727"/>
                </a:cubicBezTo>
                <a:cubicBezTo>
                  <a:pt x="1141991" y="190425"/>
                  <a:pt x="1136775" y="193321"/>
                  <a:pt x="1130251" y="195414"/>
                </a:cubicBezTo>
                <a:cubicBezTo>
                  <a:pt x="1123727" y="197507"/>
                  <a:pt x="1115475" y="198554"/>
                  <a:pt x="1105497" y="198554"/>
                </a:cubicBezTo>
                <a:cubicBezTo>
                  <a:pt x="1086657" y="198554"/>
                  <a:pt x="1073294" y="195327"/>
                  <a:pt x="1065410" y="188872"/>
                </a:cubicBezTo>
                <a:cubicBezTo>
                  <a:pt x="1057525" y="182418"/>
                  <a:pt x="1053582" y="174236"/>
                  <a:pt x="1053582" y="164328"/>
                </a:cubicBezTo>
                <a:cubicBezTo>
                  <a:pt x="1053582" y="163351"/>
                  <a:pt x="1053617" y="162165"/>
                  <a:pt x="1053687" y="160769"/>
                </a:cubicBezTo>
                <a:moveTo>
                  <a:pt x="1079958" y="95561"/>
                </a:moveTo>
                <a:cubicBezTo>
                  <a:pt x="1079958" y="107354"/>
                  <a:pt x="1082244" y="115989"/>
                  <a:pt x="1086814" y="121466"/>
                </a:cubicBezTo>
                <a:cubicBezTo>
                  <a:pt x="1091385" y="126944"/>
                  <a:pt x="1097019" y="129683"/>
                  <a:pt x="1103718" y="129683"/>
                </a:cubicBezTo>
                <a:cubicBezTo>
                  <a:pt x="1110905" y="129683"/>
                  <a:pt x="1116976" y="126874"/>
                  <a:pt x="1121930" y="121257"/>
                </a:cubicBezTo>
                <a:cubicBezTo>
                  <a:pt x="1126884" y="115640"/>
                  <a:pt x="1129361" y="107319"/>
                  <a:pt x="1129361" y="96294"/>
                </a:cubicBezTo>
                <a:cubicBezTo>
                  <a:pt x="1129361" y="84781"/>
                  <a:pt x="1126989" y="76233"/>
                  <a:pt x="1122244" y="70650"/>
                </a:cubicBezTo>
                <a:cubicBezTo>
                  <a:pt x="1117499" y="65068"/>
                  <a:pt x="1111498" y="62277"/>
                  <a:pt x="1104241" y="62277"/>
                </a:cubicBezTo>
                <a:cubicBezTo>
                  <a:pt x="1097194" y="62277"/>
                  <a:pt x="1091385" y="65016"/>
                  <a:pt x="1086814" y="70493"/>
                </a:cubicBezTo>
                <a:cubicBezTo>
                  <a:pt x="1082244" y="75971"/>
                  <a:pt x="1079958" y="84327"/>
                  <a:pt x="1079958" y="95561"/>
                </a:cubicBezTo>
                <a:close/>
                <a:moveTo>
                  <a:pt x="1183857" y="121728"/>
                </a:moveTo>
                <a:lnTo>
                  <a:pt x="1213373" y="117227"/>
                </a:lnTo>
                <a:cubicBezTo>
                  <a:pt x="1214629" y="122949"/>
                  <a:pt x="1217176" y="127293"/>
                  <a:pt x="1221014" y="130259"/>
                </a:cubicBezTo>
                <a:cubicBezTo>
                  <a:pt x="1224852" y="133224"/>
                  <a:pt x="1230225" y="134707"/>
                  <a:pt x="1237133" y="134707"/>
                </a:cubicBezTo>
                <a:cubicBezTo>
                  <a:pt x="1244739" y="134707"/>
                  <a:pt x="1250460" y="133311"/>
                  <a:pt x="1254298" y="130520"/>
                </a:cubicBezTo>
                <a:cubicBezTo>
                  <a:pt x="1256880" y="128566"/>
                  <a:pt x="1258171" y="125950"/>
                  <a:pt x="1258171" y="122670"/>
                </a:cubicBezTo>
                <a:cubicBezTo>
                  <a:pt x="1258171" y="120437"/>
                  <a:pt x="1257473" y="118588"/>
                  <a:pt x="1256078" y="117123"/>
                </a:cubicBezTo>
                <a:cubicBezTo>
                  <a:pt x="1254612" y="115727"/>
                  <a:pt x="1251333" y="114436"/>
                  <a:pt x="1246239" y="113250"/>
                </a:cubicBezTo>
                <a:cubicBezTo>
                  <a:pt x="1222514" y="108017"/>
                  <a:pt x="1207477" y="103237"/>
                  <a:pt x="1201127" y="98911"/>
                </a:cubicBezTo>
                <a:cubicBezTo>
                  <a:pt x="1192335" y="92910"/>
                  <a:pt x="1187939" y="84571"/>
                  <a:pt x="1187939" y="73895"/>
                </a:cubicBezTo>
                <a:cubicBezTo>
                  <a:pt x="1187939" y="64266"/>
                  <a:pt x="1191742" y="56171"/>
                  <a:pt x="1199348" y="49612"/>
                </a:cubicBezTo>
                <a:cubicBezTo>
                  <a:pt x="1206954" y="43053"/>
                  <a:pt x="1218746" y="39774"/>
                  <a:pt x="1234725" y="39774"/>
                </a:cubicBezTo>
                <a:cubicBezTo>
                  <a:pt x="1249937" y="39774"/>
                  <a:pt x="1261241" y="42251"/>
                  <a:pt x="1268638" y="47205"/>
                </a:cubicBezTo>
                <a:cubicBezTo>
                  <a:pt x="1276034" y="52159"/>
                  <a:pt x="1281128" y="59486"/>
                  <a:pt x="1283919" y="69185"/>
                </a:cubicBezTo>
                <a:lnTo>
                  <a:pt x="1256182" y="74314"/>
                </a:lnTo>
                <a:cubicBezTo>
                  <a:pt x="1254996" y="69988"/>
                  <a:pt x="1252746" y="66673"/>
                  <a:pt x="1249431" y="64370"/>
                </a:cubicBezTo>
                <a:cubicBezTo>
                  <a:pt x="1246117" y="62068"/>
                  <a:pt x="1241389" y="60916"/>
                  <a:pt x="1235249" y="60916"/>
                </a:cubicBezTo>
                <a:cubicBezTo>
                  <a:pt x="1227503" y="60916"/>
                  <a:pt x="1221956" y="61998"/>
                  <a:pt x="1218607" y="64161"/>
                </a:cubicBezTo>
                <a:cubicBezTo>
                  <a:pt x="1216374" y="65696"/>
                  <a:pt x="1215257" y="67685"/>
                  <a:pt x="1215257" y="70127"/>
                </a:cubicBezTo>
                <a:cubicBezTo>
                  <a:pt x="1215257" y="72220"/>
                  <a:pt x="1216234" y="74000"/>
                  <a:pt x="1218188" y="75465"/>
                </a:cubicBezTo>
                <a:cubicBezTo>
                  <a:pt x="1220839" y="77419"/>
                  <a:pt x="1229998" y="80175"/>
                  <a:pt x="1245663" y="83734"/>
                </a:cubicBezTo>
                <a:cubicBezTo>
                  <a:pt x="1261328" y="87293"/>
                  <a:pt x="1272266" y="91654"/>
                  <a:pt x="1278476" y="96817"/>
                </a:cubicBezTo>
                <a:cubicBezTo>
                  <a:pt x="1284617" y="102051"/>
                  <a:pt x="1287687" y="109343"/>
                  <a:pt x="1287687" y="118693"/>
                </a:cubicBezTo>
                <a:cubicBezTo>
                  <a:pt x="1287687" y="128880"/>
                  <a:pt x="1283431" y="137638"/>
                  <a:pt x="1274918" y="144964"/>
                </a:cubicBezTo>
                <a:cubicBezTo>
                  <a:pt x="1266405" y="152291"/>
                  <a:pt x="1253810" y="155954"/>
                  <a:pt x="1237133" y="155954"/>
                </a:cubicBezTo>
                <a:cubicBezTo>
                  <a:pt x="1221991" y="155954"/>
                  <a:pt x="1210006" y="152884"/>
                  <a:pt x="1201179" y="146744"/>
                </a:cubicBezTo>
                <a:cubicBezTo>
                  <a:pt x="1192353" y="140603"/>
                  <a:pt x="1186578" y="132265"/>
                  <a:pt x="1183857" y="121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Attention">
            <a:extLst xmlns:a="http://schemas.openxmlformats.org/drawingml/2006/main">
              <a:ext uri="{FF2B5EF4-FFF2-40B4-BE49-F238E27FC236}">
                <a16:creationId xmlns:a16="http://schemas.microsoft.com/office/drawing/2014/main" id="{D018A6CF-319D-4976-9835-D851C260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118" y="2493339"/>
            <a:ext cx="958797" cy="155954"/>
          </a:xfrm>
          <a:custGeom xmlns:a="http://schemas.openxmlformats.org/drawingml/2006/main">
            <a:pathLst>
              <a:path w="958797" h="155954">
                <a:moveTo>
                  <a:pt x="153966" y="153442"/>
                </a:moveTo>
                <a:lnTo>
                  <a:pt x="120263" y="153442"/>
                </a:lnTo>
                <a:lnTo>
                  <a:pt x="106865" y="118588"/>
                </a:lnTo>
                <a:lnTo>
                  <a:pt x="45530" y="118588"/>
                </a:lnTo>
                <a:lnTo>
                  <a:pt x="32866" y="153442"/>
                </a:lnTo>
                <a:lnTo>
                  <a:pt x="0" y="153442"/>
                </a:lnTo>
                <a:lnTo>
                  <a:pt x="59765" y="0"/>
                </a:lnTo>
                <a:lnTo>
                  <a:pt x="92526" y="0"/>
                </a:lnTo>
                <a:lnTo>
                  <a:pt x="153966" y="153442"/>
                </a:lnTo>
                <a:moveTo>
                  <a:pt x="96922" y="92735"/>
                </a:moveTo>
                <a:lnTo>
                  <a:pt x="75779" y="35796"/>
                </a:lnTo>
                <a:lnTo>
                  <a:pt x="55055" y="92735"/>
                </a:lnTo>
                <a:lnTo>
                  <a:pt x="96922" y="92735"/>
                </a:lnTo>
                <a:close/>
                <a:moveTo>
                  <a:pt x="219476" y="42286"/>
                </a:moveTo>
                <a:lnTo>
                  <a:pt x="219476" y="65731"/>
                </a:lnTo>
                <a:lnTo>
                  <a:pt x="199380" y="65731"/>
                </a:lnTo>
                <a:lnTo>
                  <a:pt x="199380" y="110529"/>
                </a:lnTo>
                <a:cubicBezTo>
                  <a:pt x="199380" y="119600"/>
                  <a:pt x="199572" y="124886"/>
                  <a:pt x="199956" y="126386"/>
                </a:cubicBezTo>
                <a:cubicBezTo>
                  <a:pt x="200339" y="127886"/>
                  <a:pt x="201212" y="129125"/>
                  <a:pt x="202572" y="130102"/>
                </a:cubicBezTo>
                <a:cubicBezTo>
                  <a:pt x="203933" y="131078"/>
                  <a:pt x="205590" y="131567"/>
                  <a:pt x="207544" y="131567"/>
                </a:cubicBezTo>
                <a:cubicBezTo>
                  <a:pt x="210265" y="131567"/>
                  <a:pt x="214208" y="130625"/>
                  <a:pt x="219371" y="128741"/>
                </a:cubicBezTo>
                <a:lnTo>
                  <a:pt x="221883" y="151558"/>
                </a:lnTo>
                <a:cubicBezTo>
                  <a:pt x="215045" y="154489"/>
                  <a:pt x="207300" y="155954"/>
                  <a:pt x="198647" y="155954"/>
                </a:cubicBezTo>
                <a:cubicBezTo>
                  <a:pt x="193344" y="155954"/>
                  <a:pt x="188564" y="155065"/>
                  <a:pt x="184308" y="153285"/>
                </a:cubicBezTo>
                <a:cubicBezTo>
                  <a:pt x="180051" y="151506"/>
                  <a:pt x="176929" y="149203"/>
                  <a:pt x="174940" y="146377"/>
                </a:cubicBezTo>
                <a:cubicBezTo>
                  <a:pt x="172951" y="143551"/>
                  <a:pt x="171573" y="139731"/>
                  <a:pt x="170806" y="134916"/>
                </a:cubicBezTo>
                <a:cubicBezTo>
                  <a:pt x="170178" y="131497"/>
                  <a:pt x="169864" y="124589"/>
                  <a:pt x="169864" y="114192"/>
                </a:cubicBezTo>
                <a:lnTo>
                  <a:pt x="169864" y="65731"/>
                </a:lnTo>
                <a:lnTo>
                  <a:pt x="156362" y="65731"/>
                </a:lnTo>
                <a:lnTo>
                  <a:pt x="156362" y="42286"/>
                </a:lnTo>
                <a:lnTo>
                  <a:pt x="169864" y="42286"/>
                </a:lnTo>
                <a:lnTo>
                  <a:pt x="169864" y="20201"/>
                </a:lnTo>
                <a:lnTo>
                  <a:pt x="199380" y="3035"/>
                </a:lnTo>
                <a:lnTo>
                  <a:pt x="199380" y="42286"/>
                </a:lnTo>
                <a:lnTo>
                  <a:pt x="219476" y="42286"/>
                </a:lnTo>
                <a:close/>
                <a:moveTo>
                  <a:pt x="296066" y="42286"/>
                </a:moveTo>
                <a:lnTo>
                  <a:pt x="296066" y="65731"/>
                </a:lnTo>
                <a:lnTo>
                  <a:pt x="275970" y="65731"/>
                </a:lnTo>
                <a:lnTo>
                  <a:pt x="275970" y="110529"/>
                </a:lnTo>
                <a:cubicBezTo>
                  <a:pt x="275970" y="119600"/>
                  <a:pt x="276162" y="124886"/>
                  <a:pt x="276546" y="126386"/>
                </a:cubicBezTo>
                <a:cubicBezTo>
                  <a:pt x="276930" y="127886"/>
                  <a:pt x="277802" y="129125"/>
                  <a:pt x="279163" y="130102"/>
                </a:cubicBezTo>
                <a:cubicBezTo>
                  <a:pt x="280523" y="131078"/>
                  <a:pt x="282181" y="131567"/>
                  <a:pt x="284134" y="131567"/>
                </a:cubicBezTo>
                <a:cubicBezTo>
                  <a:pt x="286856" y="131567"/>
                  <a:pt x="290798" y="130625"/>
                  <a:pt x="295962" y="128741"/>
                </a:cubicBezTo>
                <a:lnTo>
                  <a:pt x="298474" y="151558"/>
                </a:lnTo>
                <a:cubicBezTo>
                  <a:pt x="291635" y="154489"/>
                  <a:pt x="283890" y="155954"/>
                  <a:pt x="275238" y="155954"/>
                </a:cubicBezTo>
                <a:cubicBezTo>
                  <a:pt x="269934" y="155954"/>
                  <a:pt x="265155" y="155065"/>
                  <a:pt x="260898" y="153285"/>
                </a:cubicBezTo>
                <a:cubicBezTo>
                  <a:pt x="256642" y="151506"/>
                  <a:pt x="253519" y="149203"/>
                  <a:pt x="251530" y="146377"/>
                </a:cubicBezTo>
                <a:cubicBezTo>
                  <a:pt x="249542" y="143551"/>
                  <a:pt x="248164" y="139731"/>
                  <a:pt x="247396" y="134916"/>
                </a:cubicBezTo>
                <a:cubicBezTo>
                  <a:pt x="246768" y="131497"/>
                  <a:pt x="246454" y="124589"/>
                  <a:pt x="246454" y="114192"/>
                </a:cubicBezTo>
                <a:lnTo>
                  <a:pt x="246454" y="65731"/>
                </a:lnTo>
                <a:lnTo>
                  <a:pt x="232952" y="65731"/>
                </a:lnTo>
                <a:lnTo>
                  <a:pt x="232952" y="42286"/>
                </a:lnTo>
                <a:lnTo>
                  <a:pt x="246454" y="42286"/>
                </a:lnTo>
                <a:lnTo>
                  <a:pt x="246454" y="20201"/>
                </a:lnTo>
                <a:lnTo>
                  <a:pt x="275970" y="3035"/>
                </a:lnTo>
                <a:lnTo>
                  <a:pt x="275970" y="42286"/>
                </a:lnTo>
                <a:lnTo>
                  <a:pt x="296066" y="42286"/>
                </a:lnTo>
                <a:close/>
                <a:moveTo>
                  <a:pt x="386054" y="118065"/>
                </a:moveTo>
                <a:lnTo>
                  <a:pt x="415361" y="122984"/>
                </a:lnTo>
                <a:cubicBezTo>
                  <a:pt x="411593" y="133730"/>
                  <a:pt x="405645" y="141912"/>
                  <a:pt x="397515" y="147529"/>
                </a:cubicBezTo>
                <a:cubicBezTo>
                  <a:pt x="389386" y="153146"/>
                  <a:pt x="379216" y="155954"/>
                  <a:pt x="367005" y="155954"/>
                </a:cubicBezTo>
                <a:cubicBezTo>
                  <a:pt x="347676" y="155954"/>
                  <a:pt x="333372" y="149639"/>
                  <a:pt x="324091" y="137010"/>
                </a:cubicBezTo>
                <a:cubicBezTo>
                  <a:pt x="316764" y="126892"/>
                  <a:pt x="313101" y="114122"/>
                  <a:pt x="313101" y="98701"/>
                </a:cubicBezTo>
                <a:cubicBezTo>
                  <a:pt x="313101" y="80280"/>
                  <a:pt x="317916" y="65853"/>
                  <a:pt x="327545" y="55421"/>
                </a:cubicBezTo>
                <a:cubicBezTo>
                  <a:pt x="337175" y="44990"/>
                  <a:pt x="349351" y="39774"/>
                  <a:pt x="364074" y="39774"/>
                </a:cubicBezTo>
                <a:cubicBezTo>
                  <a:pt x="380612" y="39774"/>
                  <a:pt x="393660" y="45234"/>
                  <a:pt x="403220" y="56154"/>
                </a:cubicBezTo>
                <a:cubicBezTo>
                  <a:pt x="412779" y="67074"/>
                  <a:pt x="417350" y="83804"/>
                  <a:pt x="416931" y="106342"/>
                </a:cubicBezTo>
                <a:lnTo>
                  <a:pt x="343245" y="106342"/>
                </a:lnTo>
                <a:cubicBezTo>
                  <a:pt x="343455" y="115064"/>
                  <a:pt x="345827" y="121850"/>
                  <a:pt x="350363" y="126700"/>
                </a:cubicBezTo>
                <a:cubicBezTo>
                  <a:pt x="354898" y="131549"/>
                  <a:pt x="360550" y="133974"/>
                  <a:pt x="367319" y="133974"/>
                </a:cubicBezTo>
                <a:cubicBezTo>
                  <a:pt x="371924" y="133974"/>
                  <a:pt x="375797" y="132718"/>
                  <a:pt x="378937" y="130206"/>
                </a:cubicBezTo>
                <a:cubicBezTo>
                  <a:pt x="382077" y="127694"/>
                  <a:pt x="384449" y="123647"/>
                  <a:pt x="386054" y="118065"/>
                </a:cubicBezTo>
                <a:moveTo>
                  <a:pt x="387729" y="88339"/>
                </a:moveTo>
                <a:cubicBezTo>
                  <a:pt x="387520" y="79826"/>
                  <a:pt x="385322" y="73354"/>
                  <a:pt x="381135" y="68923"/>
                </a:cubicBezTo>
                <a:cubicBezTo>
                  <a:pt x="376948" y="64493"/>
                  <a:pt x="371854" y="62277"/>
                  <a:pt x="365853" y="62277"/>
                </a:cubicBezTo>
                <a:cubicBezTo>
                  <a:pt x="359434" y="62277"/>
                  <a:pt x="354131" y="64615"/>
                  <a:pt x="349944" y="69290"/>
                </a:cubicBezTo>
                <a:cubicBezTo>
                  <a:pt x="345757" y="73965"/>
                  <a:pt x="343699" y="80315"/>
                  <a:pt x="343769" y="88339"/>
                </a:cubicBezTo>
                <a:lnTo>
                  <a:pt x="387729" y="88339"/>
                </a:lnTo>
                <a:close/>
                <a:moveTo>
                  <a:pt x="545256" y="153442"/>
                </a:moveTo>
                <a:lnTo>
                  <a:pt x="515844" y="153442"/>
                </a:lnTo>
                <a:lnTo>
                  <a:pt x="515844" y="96713"/>
                </a:lnTo>
                <a:cubicBezTo>
                  <a:pt x="515844" y="84711"/>
                  <a:pt x="515216" y="76948"/>
                  <a:pt x="513960" y="73424"/>
                </a:cubicBezTo>
                <a:cubicBezTo>
                  <a:pt x="512704" y="69900"/>
                  <a:pt x="510663" y="67162"/>
                  <a:pt x="507837" y="65208"/>
                </a:cubicBezTo>
                <a:cubicBezTo>
                  <a:pt x="505011" y="63254"/>
                  <a:pt x="501609" y="62277"/>
                  <a:pt x="497632" y="62277"/>
                </a:cubicBezTo>
                <a:cubicBezTo>
                  <a:pt x="492538" y="62277"/>
                  <a:pt x="487968" y="63673"/>
                  <a:pt x="483920" y="66464"/>
                </a:cubicBezTo>
                <a:cubicBezTo>
                  <a:pt x="479873" y="69255"/>
                  <a:pt x="477100" y="72953"/>
                  <a:pt x="475599" y="77559"/>
                </a:cubicBezTo>
                <a:cubicBezTo>
                  <a:pt x="474099" y="82164"/>
                  <a:pt x="473349" y="90677"/>
                  <a:pt x="473349" y="103097"/>
                </a:cubicBezTo>
                <a:lnTo>
                  <a:pt x="473349" y="153442"/>
                </a:lnTo>
                <a:lnTo>
                  <a:pt x="443938" y="153442"/>
                </a:lnTo>
                <a:lnTo>
                  <a:pt x="443938" y="42286"/>
                </a:lnTo>
                <a:lnTo>
                  <a:pt x="471256" y="42286"/>
                </a:lnTo>
                <a:lnTo>
                  <a:pt x="471256" y="58614"/>
                </a:lnTo>
                <a:cubicBezTo>
                  <a:pt x="480955" y="46054"/>
                  <a:pt x="493166" y="39774"/>
                  <a:pt x="507889" y="39774"/>
                </a:cubicBezTo>
                <a:cubicBezTo>
                  <a:pt x="514379" y="39774"/>
                  <a:pt x="520310" y="40942"/>
                  <a:pt x="525683" y="43280"/>
                </a:cubicBezTo>
                <a:cubicBezTo>
                  <a:pt x="531056" y="45618"/>
                  <a:pt x="535120" y="48601"/>
                  <a:pt x="537876" y="52229"/>
                </a:cubicBezTo>
                <a:cubicBezTo>
                  <a:pt x="540633" y="55857"/>
                  <a:pt x="542552" y="59974"/>
                  <a:pt x="543633" y="64580"/>
                </a:cubicBezTo>
                <a:cubicBezTo>
                  <a:pt x="544715" y="69185"/>
                  <a:pt x="545256" y="75779"/>
                  <a:pt x="545256" y="84362"/>
                </a:cubicBezTo>
                <a:lnTo>
                  <a:pt x="545256" y="153442"/>
                </a:lnTo>
                <a:close/>
                <a:moveTo>
                  <a:pt x="633017" y="42286"/>
                </a:moveTo>
                <a:lnTo>
                  <a:pt x="633017" y="65731"/>
                </a:lnTo>
                <a:lnTo>
                  <a:pt x="612921" y="65731"/>
                </a:lnTo>
                <a:lnTo>
                  <a:pt x="612921" y="110529"/>
                </a:lnTo>
                <a:cubicBezTo>
                  <a:pt x="612921" y="119600"/>
                  <a:pt x="613113" y="124886"/>
                  <a:pt x="613497" y="126386"/>
                </a:cubicBezTo>
                <a:cubicBezTo>
                  <a:pt x="613880" y="127886"/>
                  <a:pt x="614753" y="129125"/>
                  <a:pt x="616113" y="130102"/>
                </a:cubicBezTo>
                <a:cubicBezTo>
                  <a:pt x="617474" y="131078"/>
                  <a:pt x="619131" y="131567"/>
                  <a:pt x="621085" y="131567"/>
                </a:cubicBezTo>
                <a:cubicBezTo>
                  <a:pt x="623806" y="131567"/>
                  <a:pt x="627749" y="130625"/>
                  <a:pt x="632912" y="128741"/>
                </a:cubicBezTo>
                <a:lnTo>
                  <a:pt x="635424" y="151558"/>
                </a:lnTo>
                <a:cubicBezTo>
                  <a:pt x="628586" y="154489"/>
                  <a:pt x="620841" y="155954"/>
                  <a:pt x="612188" y="155954"/>
                </a:cubicBezTo>
                <a:cubicBezTo>
                  <a:pt x="606885" y="155954"/>
                  <a:pt x="602105" y="155065"/>
                  <a:pt x="597849" y="153285"/>
                </a:cubicBezTo>
                <a:cubicBezTo>
                  <a:pt x="593592" y="151506"/>
                  <a:pt x="590470" y="149203"/>
                  <a:pt x="588481" y="146377"/>
                </a:cubicBezTo>
                <a:cubicBezTo>
                  <a:pt x="586492" y="143551"/>
                  <a:pt x="585114" y="139731"/>
                  <a:pt x="584347" y="134916"/>
                </a:cubicBezTo>
                <a:cubicBezTo>
                  <a:pt x="583719" y="131497"/>
                  <a:pt x="583405" y="124589"/>
                  <a:pt x="583405" y="114192"/>
                </a:cubicBezTo>
                <a:lnTo>
                  <a:pt x="583405" y="65731"/>
                </a:lnTo>
                <a:lnTo>
                  <a:pt x="569903" y="65731"/>
                </a:lnTo>
                <a:lnTo>
                  <a:pt x="569903" y="42286"/>
                </a:lnTo>
                <a:lnTo>
                  <a:pt x="583405" y="42286"/>
                </a:lnTo>
                <a:lnTo>
                  <a:pt x="583405" y="20201"/>
                </a:lnTo>
                <a:lnTo>
                  <a:pt x="612921" y="3035"/>
                </a:lnTo>
                <a:lnTo>
                  <a:pt x="612921" y="42286"/>
                </a:lnTo>
                <a:lnTo>
                  <a:pt x="633017" y="42286"/>
                </a:lnTo>
                <a:close/>
                <a:moveTo>
                  <a:pt x="658635" y="27214"/>
                </a:moveTo>
                <a:lnTo>
                  <a:pt x="658635" y="0"/>
                </a:lnTo>
                <a:lnTo>
                  <a:pt x="688046" y="0"/>
                </a:lnTo>
                <a:lnTo>
                  <a:pt x="688046" y="27214"/>
                </a:lnTo>
                <a:lnTo>
                  <a:pt x="658635" y="27214"/>
                </a:lnTo>
                <a:moveTo>
                  <a:pt x="658635" y="153442"/>
                </a:moveTo>
                <a:lnTo>
                  <a:pt x="658635" y="42286"/>
                </a:lnTo>
                <a:lnTo>
                  <a:pt x="688046" y="42286"/>
                </a:lnTo>
                <a:lnTo>
                  <a:pt x="688046" y="153442"/>
                </a:lnTo>
                <a:lnTo>
                  <a:pt x="658635" y="153442"/>
                </a:lnTo>
                <a:close/>
                <a:moveTo>
                  <a:pt x="712987" y="96294"/>
                </a:moveTo>
                <a:cubicBezTo>
                  <a:pt x="712987" y="86525"/>
                  <a:pt x="715395" y="77070"/>
                  <a:pt x="720209" y="67929"/>
                </a:cubicBezTo>
                <a:cubicBezTo>
                  <a:pt x="725024" y="58788"/>
                  <a:pt x="731845" y="51810"/>
                  <a:pt x="740672" y="46996"/>
                </a:cubicBezTo>
                <a:cubicBezTo>
                  <a:pt x="749499" y="42181"/>
                  <a:pt x="759355" y="39774"/>
                  <a:pt x="770240" y="39774"/>
                </a:cubicBezTo>
                <a:cubicBezTo>
                  <a:pt x="787057" y="39774"/>
                  <a:pt x="800838" y="45234"/>
                  <a:pt x="811584" y="56154"/>
                </a:cubicBezTo>
                <a:cubicBezTo>
                  <a:pt x="822330" y="67074"/>
                  <a:pt x="827703" y="80873"/>
                  <a:pt x="827703" y="97550"/>
                </a:cubicBezTo>
                <a:cubicBezTo>
                  <a:pt x="827703" y="114367"/>
                  <a:pt x="822278" y="128305"/>
                  <a:pt x="811427" y="139365"/>
                </a:cubicBezTo>
                <a:cubicBezTo>
                  <a:pt x="800576" y="150424"/>
                  <a:pt x="786917" y="155954"/>
                  <a:pt x="770450" y="155954"/>
                </a:cubicBezTo>
                <a:cubicBezTo>
                  <a:pt x="760262" y="155954"/>
                  <a:pt x="750545" y="153652"/>
                  <a:pt x="741300" y="149046"/>
                </a:cubicBezTo>
                <a:cubicBezTo>
                  <a:pt x="732054" y="144441"/>
                  <a:pt x="725024" y="137690"/>
                  <a:pt x="720209" y="128793"/>
                </a:cubicBezTo>
                <a:cubicBezTo>
                  <a:pt x="715395" y="119896"/>
                  <a:pt x="712987" y="109063"/>
                  <a:pt x="712987" y="96294"/>
                </a:cubicBezTo>
                <a:moveTo>
                  <a:pt x="743132" y="97864"/>
                </a:moveTo>
                <a:cubicBezTo>
                  <a:pt x="743132" y="108889"/>
                  <a:pt x="745748" y="117332"/>
                  <a:pt x="750982" y="123194"/>
                </a:cubicBezTo>
                <a:cubicBezTo>
                  <a:pt x="756215" y="129055"/>
                  <a:pt x="762669" y="131986"/>
                  <a:pt x="770345" y="131986"/>
                </a:cubicBezTo>
                <a:cubicBezTo>
                  <a:pt x="778021" y="131986"/>
                  <a:pt x="784458" y="129055"/>
                  <a:pt x="789656" y="123194"/>
                </a:cubicBezTo>
                <a:cubicBezTo>
                  <a:pt x="794855" y="117332"/>
                  <a:pt x="797454" y="108819"/>
                  <a:pt x="797454" y="97655"/>
                </a:cubicBezTo>
                <a:cubicBezTo>
                  <a:pt x="797454" y="86769"/>
                  <a:pt x="794855" y="78396"/>
                  <a:pt x="789656" y="72534"/>
                </a:cubicBezTo>
                <a:cubicBezTo>
                  <a:pt x="784458" y="66673"/>
                  <a:pt x="778021" y="63742"/>
                  <a:pt x="770345" y="63742"/>
                </a:cubicBezTo>
                <a:cubicBezTo>
                  <a:pt x="762669" y="63742"/>
                  <a:pt x="756215" y="66673"/>
                  <a:pt x="750982" y="72534"/>
                </a:cubicBezTo>
                <a:cubicBezTo>
                  <a:pt x="745748" y="78396"/>
                  <a:pt x="743132" y="86839"/>
                  <a:pt x="743132" y="97864"/>
                </a:cubicBezTo>
                <a:close/>
                <a:moveTo>
                  <a:pt x="958797" y="153442"/>
                </a:moveTo>
                <a:lnTo>
                  <a:pt x="929385" y="153442"/>
                </a:lnTo>
                <a:lnTo>
                  <a:pt x="929385" y="96713"/>
                </a:lnTo>
                <a:cubicBezTo>
                  <a:pt x="929385" y="84711"/>
                  <a:pt x="928757" y="76948"/>
                  <a:pt x="927501" y="73424"/>
                </a:cubicBezTo>
                <a:cubicBezTo>
                  <a:pt x="926245" y="69900"/>
                  <a:pt x="924204" y="67162"/>
                  <a:pt x="921378" y="65208"/>
                </a:cubicBezTo>
                <a:cubicBezTo>
                  <a:pt x="918552" y="63254"/>
                  <a:pt x="915150" y="62277"/>
                  <a:pt x="911173" y="62277"/>
                </a:cubicBezTo>
                <a:cubicBezTo>
                  <a:pt x="906079" y="62277"/>
                  <a:pt x="901509" y="63673"/>
                  <a:pt x="897462" y="66464"/>
                </a:cubicBezTo>
                <a:cubicBezTo>
                  <a:pt x="893414" y="69255"/>
                  <a:pt x="890641" y="72953"/>
                  <a:pt x="889141" y="77559"/>
                </a:cubicBezTo>
                <a:cubicBezTo>
                  <a:pt x="887640" y="82164"/>
                  <a:pt x="886890" y="90677"/>
                  <a:pt x="886890" y="103097"/>
                </a:cubicBezTo>
                <a:lnTo>
                  <a:pt x="886890" y="153442"/>
                </a:lnTo>
                <a:lnTo>
                  <a:pt x="857479" y="153442"/>
                </a:lnTo>
                <a:lnTo>
                  <a:pt x="857479" y="42286"/>
                </a:lnTo>
                <a:lnTo>
                  <a:pt x="884797" y="42286"/>
                </a:lnTo>
                <a:lnTo>
                  <a:pt x="884797" y="58614"/>
                </a:lnTo>
                <a:cubicBezTo>
                  <a:pt x="894496" y="46054"/>
                  <a:pt x="906707" y="39774"/>
                  <a:pt x="921430" y="39774"/>
                </a:cubicBezTo>
                <a:cubicBezTo>
                  <a:pt x="927920" y="39774"/>
                  <a:pt x="933851" y="40942"/>
                  <a:pt x="939224" y="43280"/>
                </a:cubicBezTo>
                <a:cubicBezTo>
                  <a:pt x="944597" y="45618"/>
                  <a:pt x="948661" y="48601"/>
                  <a:pt x="951418" y="52229"/>
                </a:cubicBezTo>
                <a:cubicBezTo>
                  <a:pt x="954174" y="55857"/>
                  <a:pt x="956093" y="59974"/>
                  <a:pt x="957174" y="64580"/>
                </a:cubicBezTo>
                <a:cubicBezTo>
                  <a:pt x="958256" y="69185"/>
                  <a:pt x="958797" y="75779"/>
                  <a:pt x="958797" y="84362"/>
                </a:cubicBezTo>
                <a:lnTo>
                  <a:pt x="958797" y="1534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Layer1">
            <a:extLst xmlns:a="http://schemas.openxmlformats.org/drawingml/2006/main">
              <a:ext uri="{FF2B5EF4-FFF2-40B4-BE49-F238E27FC236}">
                <a16:creationId xmlns:a16="http://schemas.microsoft.com/office/drawing/2014/main" id="{B259AA0C-80A5-42F7-838F-FDDDA24F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730" y="2737693"/>
            <a:ext cx="649378" cy="199182"/>
          </a:xfrm>
          <a:custGeom xmlns:a="http://schemas.openxmlformats.org/drawingml/2006/main">
            <a:pathLst>
              <a:path w="649378" h="199182">
                <a:moveTo>
                  <a:pt x="0" y="154070"/>
                </a:moveTo>
                <a:lnTo>
                  <a:pt x="0" y="1884"/>
                </a:lnTo>
                <a:lnTo>
                  <a:pt x="30982" y="1884"/>
                </a:lnTo>
                <a:lnTo>
                  <a:pt x="30982" y="128218"/>
                </a:lnTo>
                <a:lnTo>
                  <a:pt x="108017" y="128218"/>
                </a:lnTo>
                <a:lnTo>
                  <a:pt x="108017" y="154070"/>
                </a:lnTo>
                <a:lnTo>
                  <a:pt x="0" y="154070"/>
                </a:lnTo>
                <a:close/>
                <a:moveTo>
                  <a:pt x="158745" y="76826"/>
                </a:moveTo>
                <a:lnTo>
                  <a:pt x="132055" y="72011"/>
                </a:lnTo>
                <a:cubicBezTo>
                  <a:pt x="135055" y="61265"/>
                  <a:pt x="140219" y="53311"/>
                  <a:pt x="147545" y="48147"/>
                </a:cubicBezTo>
                <a:cubicBezTo>
                  <a:pt x="154872" y="42983"/>
                  <a:pt x="165757" y="40402"/>
                  <a:pt x="180202" y="40402"/>
                </a:cubicBezTo>
                <a:cubicBezTo>
                  <a:pt x="193320" y="40402"/>
                  <a:pt x="203089" y="41954"/>
                  <a:pt x="209508" y="45059"/>
                </a:cubicBezTo>
                <a:cubicBezTo>
                  <a:pt x="215928" y="48164"/>
                  <a:pt x="220446" y="52107"/>
                  <a:pt x="223063" y="56887"/>
                </a:cubicBezTo>
                <a:cubicBezTo>
                  <a:pt x="225679" y="61667"/>
                  <a:pt x="226988" y="70441"/>
                  <a:pt x="226988" y="83211"/>
                </a:cubicBezTo>
                <a:lnTo>
                  <a:pt x="226674" y="117541"/>
                </a:lnTo>
                <a:cubicBezTo>
                  <a:pt x="226674" y="127310"/>
                  <a:pt x="227145" y="134515"/>
                  <a:pt x="228087" y="139155"/>
                </a:cubicBezTo>
                <a:cubicBezTo>
                  <a:pt x="229029" y="143796"/>
                  <a:pt x="230791" y="148767"/>
                  <a:pt x="233373" y="154070"/>
                </a:cubicBezTo>
                <a:lnTo>
                  <a:pt x="204275" y="154070"/>
                </a:lnTo>
                <a:cubicBezTo>
                  <a:pt x="203507" y="152117"/>
                  <a:pt x="202565" y="149221"/>
                  <a:pt x="201449" y="145383"/>
                </a:cubicBezTo>
                <a:cubicBezTo>
                  <a:pt x="200961" y="143639"/>
                  <a:pt x="200612" y="142487"/>
                  <a:pt x="200402" y="141929"/>
                </a:cubicBezTo>
                <a:cubicBezTo>
                  <a:pt x="195378" y="146813"/>
                  <a:pt x="190005" y="150477"/>
                  <a:pt x="184284" y="152919"/>
                </a:cubicBezTo>
                <a:cubicBezTo>
                  <a:pt x="178562" y="155361"/>
                  <a:pt x="172456" y="156582"/>
                  <a:pt x="165967" y="156582"/>
                </a:cubicBezTo>
                <a:cubicBezTo>
                  <a:pt x="154523" y="156582"/>
                  <a:pt x="145504" y="153477"/>
                  <a:pt x="138910" y="147267"/>
                </a:cubicBezTo>
                <a:cubicBezTo>
                  <a:pt x="132316" y="141057"/>
                  <a:pt x="129019" y="133207"/>
                  <a:pt x="129019" y="123717"/>
                </a:cubicBezTo>
                <a:cubicBezTo>
                  <a:pt x="129019" y="117437"/>
                  <a:pt x="130519" y="111837"/>
                  <a:pt x="133520" y="106918"/>
                </a:cubicBezTo>
                <a:cubicBezTo>
                  <a:pt x="136520" y="101998"/>
                  <a:pt x="140724" y="98230"/>
                  <a:pt x="146132" y="95614"/>
                </a:cubicBezTo>
                <a:cubicBezTo>
                  <a:pt x="151540" y="92997"/>
                  <a:pt x="159338" y="90712"/>
                  <a:pt x="169525" y="88758"/>
                </a:cubicBezTo>
                <a:cubicBezTo>
                  <a:pt x="183272" y="86176"/>
                  <a:pt x="192796" y="83769"/>
                  <a:pt x="198100" y="81536"/>
                </a:cubicBezTo>
                <a:lnTo>
                  <a:pt x="198100" y="78605"/>
                </a:lnTo>
                <a:cubicBezTo>
                  <a:pt x="198100" y="72953"/>
                  <a:pt x="196704" y="68923"/>
                  <a:pt x="193913" y="66516"/>
                </a:cubicBezTo>
                <a:cubicBezTo>
                  <a:pt x="191122" y="64109"/>
                  <a:pt x="185854" y="62905"/>
                  <a:pt x="178108" y="62905"/>
                </a:cubicBezTo>
                <a:cubicBezTo>
                  <a:pt x="172875" y="62905"/>
                  <a:pt x="168793" y="63934"/>
                  <a:pt x="165862" y="65993"/>
                </a:cubicBezTo>
                <a:cubicBezTo>
                  <a:pt x="162931" y="68051"/>
                  <a:pt x="160559" y="71662"/>
                  <a:pt x="158745" y="76826"/>
                </a:cubicBezTo>
                <a:moveTo>
                  <a:pt x="198100" y="100690"/>
                </a:moveTo>
                <a:cubicBezTo>
                  <a:pt x="194332" y="101946"/>
                  <a:pt x="188366" y="103446"/>
                  <a:pt x="180202" y="105191"/>
                </a:cubicBezTo>
                <a:cubicBezTo>
                  <a:pt x="172037" y="106935"/>
                  <a:pt x="166699" y="108645"/>
                  <a:pt x="164187" y="110319"/>
                </a:cubicBezTo>
                <a:cubicBezTo>
                  <a:pt x="160350" y="113041"/>
                  <a:pt x="158431" y="116495"/>
                  <a:pt x="158431" y="120681"/>
                </a:cubicBezTo>
                <a:cubicBezTo>
                  <a:pt x="158431" y="124798"/>
                  <a:pt x="159966" y="128357"/>
                  <a:pt x="163036" y="131358"/>
                </a:cubicBezTo>
                <a:cubicBezTo>
                  <a:pt x="166106" y="134358"/>
                  <a:pt x="170014" y="135858"/>
                  <a:pt x="174759" y="135858"/>
                </a:cubicBezTo>
                <a:cubicBezTo>
                  <a:pt x="180062" y="135858"/>
                  <a:pt x="185121" y="134114"/>
                  <a:pt x="189936" y="130625"/>
                </a:cubicBezTo>
                <a:cubicBezTo>
                  <a:pt x="193494" y="127973"/>
                  <a:pt x="195832" y="124729"/>
                  <a:pt x="196948" y="120891"/>
                </a:cubicBezTo>
                <a:cubicBezTo>
                  <a:pt x="197716" y="118379"/>
                  <a:pt x="198100" y="113599"/>
                  <a:pt x="198100" y="106551"/>
                </a:cubicBezTo>
                <a:lnTo>
                  <a:pt x="198100" y="100690"/>
                </a:lnTo>
                <a:close/>
                <a:moveTo>
                  <a:pt x="245221" y="42914"/>
                </a:moveTo>
                <a:lnTo>
                  <a:pt x="276517" y="42914"/>
                </a:lnTo>
                <a:lnTo>
                  <a:pt x="303102" y="121833"/>
                </a:lnTo>
                <a:lnTo>
                  <a:pt x="329060" y="42914"/>
                </a:lnTo>
                <a:lnTo>
                  <a:pt x="359518" y="42914"/>
                </a:lnTo>
                <a:lnTo>
                  <a:pt x="320268" y="149884"/>
                </a:lnTo>
                <a:lnTo>
                  <a:pt x="313255" y="169247"/>
                </a:lnTo>
                <a:cubicBezTo>
                  <a:pt x="310673" y="175737"/>
                  <a:pt x="308214" y="180691"/>
                  <a:pt x="305876" y="184110"/>
                </a:cubicBezTo>
                <a:cubicBezTo>
                  <a:pt x="303539" y="187529"/>
                  <a:pt x="300852" y="190303"/>
                  <a:pt x="297817" y="192431"/>
                </a:cubicBezTo>
                <a:cubicBezTo>
                  <a:pt x="294781" y="194559"/>
                  <a:pt x="291048" y="196216"/>
                  <a:pt x="286617" y="197403"/>
                </a:cubicBezTo>
                <a:cubicBezTo>
                  <a:pt x="282186" y="198589"/>
                  <a:pt x="277180" y="199182"/>
                  <a:pt x="271598" y="199182"/>
                </a:cubicBezTo>
                <a:cubicBezTo>
                  <a:pt x="265946" y="199182"/>
                  <a:pt x="260398" y="198589"/>
                  <a:pt x="254955" y="197403"/>
                </a:cubicBezTo>
                <a:lnTo>
                  <a:pt x="252339" y="174376"/>
                </a:lnTo>
                <a:cubicBezTo>
                  <a:pt x="256944" y="175283"/>
                  <a:pt x="261096" y="175737"/>
                  <a:pt x="264794" y="175737"/>
                </a:cubicBezTo>
                <a:cubicBezTo>
                  <a:pt x="271632" y="175737"/>
                  <a:pt x="276691" y="173730"/>
                  <a:pt x="279971" y="169718"/>
                </a:cubicBezTo>
                <a:cubicBezTo>
                  <a:pt x="283251" y="165706"/>
                  <a:pt x="285763" y="160595"/>
                  <a:pt x="287507" y="154384"/>
                </a:cubicBezTo>
                <a:lnTo>
                  <a:pt x="245221" y="42914"/>
                </a:lnTo>
                <a:close/>
                <a:moveTo>
                  <a:pt x="445890" y="118693"/>
                </a:moveTo>
                <a:lnTo>
                  <a:pt x="475197" y="123612"/>
                </a:lnTo>
                <a:cubicBezTo>
                  <a:pt x="471429" y="134358"/>
                  <a:pt x="465481" y="142540"/>
                  <a:pt x="457352" y="148157"/>
                </a:cubicBezTo>
                <a:cubicBezTo>
                  <a:pt x="449222" y="153774"/>
                  <a:pt x="439052" y="156582"/>
                  <a:pt x="426841" y="156582"/>
                </a:cubicBezTo>
                <a:cubicBezTo>
                  <a:pt x="407512" y="156582"/>
                  <a:pt x="393208" y="150267"/>
                  <a:pt x="383927" y="137638"/>
                </a:cubicBezTo>
                <a:cubicBezTo>
                  <a:pt x="376601" y="127520"/>
                  <a:pt x="372937" y="114750"/>
                  <a:pt x="372937" y="99329"/>
                </a:cubicBezTo>
                <a:cubicBezTo>
                  <a:pt x="372937" y="80908"/>
                  <a:pt x="377752" y="66481"/>
                  <a:pt x="387381" y="56049"/>
                </a:cubicBezTo>
                <a:cubicBezTo>
                  <a:pt x="397011" y="45618"/>
                  <a:pt x="409187" y="40402"/>
                  <a:pt x="423910" y="40402"/>
                </a:cubicBezTo>
                <a:cubicBezTo>
                  <a:pt x="440448" y="40402"/>
                  <a:pt x="453496" y="45862"/>
                  <a:pt x="463056" y="56782"/>
                </a:cubicBezTo>
                <a:cubicBezTo>
                  <a:pt x="472616" y="67702"/>
                  <a:pt x="477186" y="84432"/>
                  <a:pt x="476767" y="106970"/>
                </a:cubicBezTo>
                <a:lnTo>
                  <a:pt x="403081" y="106970"/>
                </a:lnTo>
                <a:cubicBezTo>
                  <a:pt x="403291" y="115692"/>
                  <a:pt x="405663" y="122478"/>
                  <a:pt x="410199" y="127328"/>
                </a:cubicBezTo>
                <a:cubicBezTo>
                  <a:pt x="414734" y="132177"/>
                  <a:pt x="420386" y="134602"/>
                  <a:pt x="427155" y="134602"/>
                </a:cubicBezTo>
                <a:cubicBezTo>
                  <a:pt x="431760" y="134602"/>
                  <a:pt x="435633" y="133346"/>
                  <a:pt x="438773" y="130834"/>
                </a:cubicBezTo>
                <a:cubicBezTo>
                  <a:pt x="441913" y="128322"/>
                  <a:pt x="444286" y="124275"/>
                  <a:pt x="445890" y="118693"/>
                </a:cubicBezTo>
                <a:moveTo>
                  <a:pt x="447565" y="88967"/>
                </a:moveTo>
                <a:cubicBezTo>
                  <a:pt x="447356" y="80454"/>
                  <a:pt x="445158" y="73982"/>
                  <a:pt x="440971" y="69551"/>
                </a:cubicBezTo>
                <a:cubicBezTo>
                  <a:pt x="436784" y="65121"/>
                  <a:pt x="431691" y="62905"/>
                  <a:pt x="425690" y="62905"/>
                </a:cubicBezTo>
                <a:cubicBezTo>
                  <a:pt x="419270" y="62905"/>
                  <a:pt x="413967" y="65243"/>
                  <a:pt x="409780" y="69918"/>
                </a:cubicBezTo>
                <a:cubicBezTo>
                  <a:pt x="405593" y="74593"/>
                  <a:pt x="403535" y="80943"/>
                  <a:pt x="403605" y="88967"/>
                </a:cubicBezTo>
                <a:lnTo>
                  <a:pt x="447565" y="88967"/>
                </a:lnTo>
                <a:close/>
                <a:moveTo>
                  <a:pt x="532053" y="154070"/>
                </a:moveTo>
                <a:lnTo>
                  <a:pt x="502641" y="154070"/>
                </a:lnTo>
                <a:lnTo>
                  <a:pt x="502641" y="42914"/>
                </a:lnTo>
                <a:lnTo>
                  <a:pt x="529959" y="42914"/>
                </a:lnTo>
                <a:lnTo>
                  <a:pt x="529959" y="58718"/>
                </a:lnTo>
                <a:cubicBezTo>
                  <a:pt x="534634" y="51252"/>
                  <a:pt x="538838" y="46333"/>
                  <a:pt x="542572" y="43960"/>
                </a:cubicBezTo>
                <a:cubicBezTo>
                  <a:pt x="546305" y="41588"/>
                  <a:pt x="550544" y="40402"/>
                  <a:pt x="555289" y="40402"/>
                </a:cubicBezTo>
                <a:cubicBezTo>
                  <a:pt x="561987" y="40402"/>
                  <a:pt x="568442" y="42251"/>
                  <a:pt x="574652" y="45949"/>
                </a:cubicBezTo>
                <a:lnTo>
                  <a:pt x="565546" y="71592"/>
                </a:lnTo>
                <a:cubicBezTo>
                  <a:pt x="560592" y="68383"/>
                  <a:pt x="555986" y="66778"/>
                  <a:pt x="551730" y="66778"/>
                </a:cubicBezTo>
                <a:cubicBezTo>
                  <a:pt x="547613" y="66778"/>
                  <a:pt x="544124" y="67912"/>
                  <a:pt x="541263" y="70179"/>
                </a:cubicBezTo>
                <a:cubicBezTo>
                  <a:pt x="538402" y="72447"/>
                  <a:pt x="536152" y="76547"/>
                  <a:pt x="534512" y="82478"/>
                </a:cubicBezTo>
                <a:cubicBezTo>
                  <a:pt x="532872" y="88409"/>
                  <a:pt x="532053" y="100830"/>
                  <a:pt x="532053" y="119739"/>
                </a:cubicBezTo>
                <a:lnTo>
                  <a:pt x="532053" y="154070"/>
                </a:lnTo>
                <a:close/>
                <a:moveTo>
                  <a:pt x="649378" y="154070"/>
                </a:moveTo>
                <a:lnTo>
                  <a:pt x="619966" y="154070"/>
                </a:lnTo>
                <a:lnTo>
                  <a:pt x="619966" y="43228"/>
                </a:lnTo>
                <a:cubicBezTo>
                  <a:pt x="609220" y="53276"/>
                  <a:pt x="596555" y="60707"/>
                  <a:pt x="581972" y="65522"/>
                </a:cubicBezTo>
                <a:lnTo>
                  <a:pt x="581972" y="38832"/>
                </a:lnTo>
                <a:cubicBezTo>
                  <a:pt x="589647" y="36320"/>
                  <a:pt x="597986" y="31557"/>
                  <a:pt x="606987" y="24544"/>
                </a:cubicBezTo>
                <a:cubicBezTo>
                  <a:pt x="615989" y="17532"/>
                  <a:pt x="622164" y="9350"/>
                  <a:pt x="625513" y="0"/>
                </a:cubicBezTo>
                <a:lnTo>
                  <a:pt x="649378" y="0"/>
                </a:lnTo>
                <a:lnTo>
                  <a:pt x="649378" y="1540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Head">
            <a:extLst xmlns:a="http://schemas.openxmlformats.org/drawingml/2006/main">
              <a:ext uri="{FF2B5EF4-FFF2-40B4-BE49-F238E27FC236}">
                <a16:creationId xmlns:a16="http://schemas.microsoft.com/office/drawing/2014/main" id="{8E74E949-9317-48B1-9B04-F08FEC3C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948" y="2493339"/>
            <a:ext cx="499675" cy="155954"/>
          </a:xfrm>
          <a:custGeom xmlns:a="http://schemas.openxmlformats.org/drawingml/2006/main">
            <a:pathLst>
              <a:path w="499675" h="155954">
                <a:moveTo>
                  <a:pt x="0" y="153442"/>
                </a:moveTo>
                <a:lnTo>
                  <a:pt x="0" y="0"/>
                </a:lnTo>
                <a:lnTo>
                  <a:pt x="30982" y="0"/>
                </a:lnTo>
                <a:lnTo>
                  <a:pt x="30982" y="60393"/>
                </a:lnTo>
                <a:lnTo>
                  <a:pt x="91689" y="60393"/>
                </a:lnTo>
                <a:lnTo>
                  <a:pt x="91689" y="0"/>
                </a:lnTo>
                <a:lnTo>
                  <a:pt x="122670" y="0"/>
                </a:lnTo>
                <a:lnTo>
                  <a:pt x="122670" y="153442"/>
                </a:lnTo>
                <a:lnTo>
                  <a:pt x="91689" y="153442"/>
                </a:lnTo>
                <a:lnTo>
                  <a:pt x="91689" y="86351"/>
                </a:lnTo>
                <a:lnTo>
                  <a:pt x="30982" y="86351"/>
                </a:lnTo>
                <a:lnTo>
                  <a:pt x="30982" y="153442"/>
                </a:lnTo>
                <a:lnTo>
                  <a:pt x="0" y="153442"/>
                </a:lnTo>
                <a:close/>
                <a:moveTo>
                  <a:pt x="217173" y="118065"/>
                </a:moveTo>
                <a:lnTo>
                  <a:pt x="246480" y="122984"/>
                </a:lnTo>
                <a:cubicBezTo>
                  <a:pt x="242712" y="133730"/>
                  <a:pt x="236763" y="141912"/>
                  <a:pt x="228634" y="147529"/>
                </a:cubicBezTo>
                <a:cubicBezTo>
                  <a:pt x="220505" y="153146"/>
                  <a:pt x="210334" y="155954"/>
                  <a:pt x="198123" y="155954"/>
                </a:cubicBezTo>
                <a:cubicBezTo>
                  <a:pt x="178795" y="155954"/>
                  <a:pt x="164490" y="149639"/>
                  <a:pt x="155210" y="137010"/>
                </a:cubicBezTo>
                <a:cubicBezTo>
                  <a:pt x="147883" y="126892"/>
                  <a:pt x="144220" y="114122"/>
                  <a:pt x="144220" y="98701"/>
                </a:cubicBezTo>
                <a:cubicBezTo>
                  <a:pt x="144220" y="80280"/>
                  <a:pt x="149034" y="65853"/>
                  <a:pt x="158664" y="55421"/>
                </a:cubicBezTo>
                <a:cubicBezTo>
                  <a:pt x="168293" y="44990"/>
                  <a:pt x="180469" y="39774"/>
                  <a:pt x="195193" y="39774"/>
                </a:cubicBezTo>
                <a:cubicBezTo>
                  <a:pt x="211730" y="39774"/>
                  <a:pt x="224779" y="45234"/>
                  <a:pt x="234338" y="56154"/>
                </a:cubicBezTo>
                <a:cubicBezTo>
                  <a:pt x="243898" y="67074"/>
                  <a:pt x="248468" y="83804"/>
                  <a:pt x="248050" y="106342"/>
                </a:cubicBezTo>
                <a:lnTo>
                  <a:pt x="174364" y="106342"/>
                </a:lnTo>
                <a:cubicBezTo>
                  <a:pt x="174573" y="115064"/>
                  <a:pt x="176946" y="121850"/>
                  <a:pt x="181481" y="126700"/>
                </a:cubicBezTo>
                <a:cubicBezTo>
                  <a:pt x="186017" y="131549"/>
                  <a:pt x="191669" y="133974"/>
                  <a:pt x="198437" y="133974"/>
                </a:cubicBezTo>
                <a:cubicBezTo>
                  <a:pt x="203043" y="133974"/>
                  <a:pt x="206915" y="132718"/>
                  <a:pt x="210055" y="130206"/>
                </a:cubicBezTo>
                <a:cubicBezTo>
                  <a:pt x="213195" y="127694"/>
                  <a:pt x="215568" y="123647"/>
                  <a:pt x="217173" y="118065"/>
                </a:cubicBezTo>
                <a:moveTo>
                  <a:pt x="218847" y="88339"/>
                </a:moveTo>
                <a:cubicBezTo>
                  <a:pt x="218638" y="79826"/>
                  <a:pt x="216440" y="73354"/>
                  <a:pt x="212253" y="68923"/>
                </a:cubicBezTo>
                <a:cubicBezTo>
                  <a:pt x="208067" y="64493"/>
                  <a:pt x="202973" y="62277"/>
                  <a:pt x="196972" y="62277"/>
                </a:cubicBezTo>
                <a:cubicBezTo>
                  <a:pt x="190552" y="62277"/>
                  <a:pt x="185249" y="64615"/>
                  <a:pt x="181062" y="69290"/>
                </a:cubicBezTo>
                <a:cubicBezTo>
                  <a:pt x="176876" y="73965"/>
                  <a:pt x="174817" y="80315"/>
                  <a:pt x="174887" y="88339"/>
                </a:cubicBezTo>
                <a:lnTo>
                  <a:pt x="218847" y="88339"/>
                </a:lnTo>
                <a:close/>
                <a:moveTo>
                  <a:pt x="297246" y="76198"/>
                </a:moveTo>
                <a:lnTo>
                  <a:pt x="270556" y="71383"/>
                </a:lnTo>
                <a:cubicBezTo>
                  <a:pt x="273556" y="60637"/>
                  <a:pt x="278720" y="52683"/>
                  <a:pt x="286046" y="47519"/>
                </a:cubicBezTo>
                <a:cubicBezTo>
                  <a:pt x="293373" y="42355"/>
                  <a:pt x="304258" y="39774"/>
                  <a:pt x="318703" y="39774"/>
                </a:cubicBezTo>
                <a:cubicBezTo>
                  <a:pt x="331821" y="39774"/>
                  <a:pt x="341590" y="41326"/>
                  <a:pt x="348009" y="44431"/>
                </a:cubicBezTo>
                <a:cubicBezTo>
                  <a:pt x="354429" y="47536"/>
                  <a:pt x="358947" y="51479"/>
                  <a:pt x="361564" y="56259"/>
                </a:cubicBezTo>
                <a:cubicBezTo>
                  <a:pt x="364181" y="61039"/>
                  <a:pt x="365489" y="69813"/>
                  <a:pt x="365489" y="82583"/>
                </a:cubicBezTo>
                <a:lnTo>
                  <a:pt x="365175" y="116913"/>
                </a:lnTo>
                <a:cubicBezTo>
                  <a:pt x="365175" y="126682"/>
                  <a:pt x="365646" y="133887"/>
                  <a:pt x="366588" y="138527"/>
                </a:cubicBezTo>
                <a:cubicBezTo>
                  <a:pt x="367530" y="143168"/>
                  <a:pt x="369292" y="148139"/>
                  <a:pt x="371874" y="153442"/>
                </a:cubicBezTo>
                <a:lnTo>
                  <a:pt x="342776" y="153442"/>
                </a:lnTo>
                <a:cubicBezTo>
                  <a:pt x="342008" y="151489"/>
                  <a:pt x="341066" y="148593"/>
                  <a:pt x="339950" y="144755"/>
                </a:cubicBezTo>
                <a:cubicBezTo>
                  <a:pt x="339462" y="143011"/>
                  <a:pt x="339113" y="141859"/>
                  <a:pt x="338903" y="141301"/>
                </a:cubicBezTo>
                <a:cubicBezTo>
                  <a:pt x="333879" y="146185"/>
                  <a:pt x="328506" y="149849"/>
                  <a:pt x="322785" y="152291"/>
                </a:cubicBezTo>
                <a:cubicBezTo>
                  <a:pt x="317063" y="154733"/>
                  <a:pt x="310957" y="155954"/>
                  <a:pt x="304468" y="155954"/>
                </a:cubicBezTo>
                <a:cubicBezTo>
                  <a:pt x="293024" y="155954"/>
                  <a:pt x="284005" y="152849"/>
                  <a:pt x="277411" y="146639"/>
                </a:cubicBezTo>
                <a:cubicBezTo>
                  <a:pt x="270817" y="140429"/>
                  <a:pt x="267520" y="132579"/>
                  <a:pt x="267520" y="123089"/>
                </a:cubicBezTo>
                <a:cubicBezTo>
                  <a:pt x="267520" y="116809"/>
                  <a:pt x="269020" y="111209"/>
                  <a:pt x="272021" y="106290"/>
                </a:cubicBezTo>
                <a:cubicBezTo>
                  <a:pt x="275021" y="101370"/>
                  <a:pt x="279225" y="97602"/>
                  <a:pt x="284633" y="94986"/>
                </a:cubicBezTo>
                <a:cubicBezTo>
                  <a:pt x="290041" y="92369"/>
                  <a:pt x="297839" y="90084"/>
                  <a:pt x="308026" y="88130"/>
                </a:cubicBezTo>
                <a:cubicBezTo>
                  <a:pt x="321773" y="85548"/>
                  <a:pt x="331298" y="83141"/>
                  <a:pt x="336601" y="80908"/>
                </a:cubicBezTo>
                <a:lnTo>
                  <a:pt x="336601" y="77977"/>
                </a:lnTo>
                <a:cubicBezTo>
                  <a:pt x="336601" y="72325"/>
                  <a:pt x="335205" y="68295"/>
                  <a:pt x="332414" y="65888"/>
                </a:cubicBezTo>
                <a:cubicBezTo>
                  <a:pt x="329623" y="63481"/>
                  <a:pt x="324355" y="62277"/>
                  <a:pt x="316609" y="62277"/>
                </a:cubicBezTo>
                <a:cubicBezTo>
                  <a:pt x="311376" y="62277"/>
                  <a:pt x="307294" y="63306"/>
                  <a:pt x="304363" y="65365"/>
                </a:cubicBezTo>
                <a:cubicBezTo>
                  <a:pt x="301432" y="67423"/>
                  <a:pt x="299060" y="71034"/>
                  <a:pt x="297246" y="76198"/>
                </a:cubicBezTo>
                <a:moveTo>
                  <a:pt x="336601" y="100062"/>
                </a:moveTo>
                <a:cubicBezTo>
                  <a:pt x="332833" y="101318"/>
                  <a:pt x="326867" y="102818"/>
                  <a:pt x="318703" y="104563"/>
                </a:cubicBezTo>
                <a:cubicBezTo>
                  <a:pt x="310538" y="106307"/>
                  <a:pt x="305200" y="108017"/>
                  <a:pt x="302688" y="109691"/>
                </a:cubicBezTo>
                <a:cubicBezTo>
                  <a:pt x="298851" y="112413"/>
                  <a:pt x="296932" y="115867"/>
                  <a:pt x="296932" y="120053"/>
                </a:cubicBezTo>
                <a:cubicBezTo>
                  <a:pt x="296932" y="124170"/>
                  <a:pt x="298467" y="127729"/>
                  <a:pt x="301537" y="130730"/>
                </a:cubicBezTo>
                <a:cubicBezTo>
                  <a:pt x="304607" y="133730"/>
                  <a:pt x="308515" y="135230"/>
                  <a:pt x="313260" y="135230"/>
                </a:cubicBezTo>
                <a:cubicBezTo>
                  <a:pt x="318563" y="135230"/>
                  <a:pt x="323622" y="133486"/>
                  <a:pt x="328437" y="129997"/>
                </a:cubicBezTo>
                <a:cubicBezTo>
                  <a:pt x="331995" y="127345"/>
                  <a:pt x="334333" y="124101"/>
                  <a:pt x="335449" y="120263"/>
                </a:cubicBezTo>
                <a:cubicBezTo>
                  <a:pt x="336217" y="117751"/>
                  <a:pt x="336601" y="112971"/>
                  <a:pt x="336601" y="105923"/>
                </a:cubicBezTo>
                <a:lnTo>
                  <a:pt x="336601" y="100062"/>
                </a:lnTo>
                <a:close/>
                <a:moveTo>
                  <a:pt x="499675" y="153442"/>
                </a:moveTo>
                <a:lnTo>
                  <a:pt x="472357" y="153442"/>
                </a:lnTo>
                <a:lnTo>
                  <a:pt x="472357" y="137114"/>
                </a:lnTo>
                <a:cubicBezTo>
                  <a:pt x="467821" y="143464"/>
                  <a:pt x="462466" y="148192"/>
                  <a:pt x="456290" y="151297"/>
                </a:cubicBezTo>
                <a:cubicBezTo>
                  <a:pt x="450115" y="154402"/>
                  <a:pt x="443887" y="155954"/>
                  <a:pt x="437607" y="155954"/>
                </a:cubicBezTo>
                <a:cubicBezTo>
                  <a:pt x="424838" y="155954"/>
                  <a:pt x="413900" y="150808"/>
                  <a:pt x="404794" y="140516"/>
                </a:cubicBezTo>
                <a:cubicBezTo>
                  <a:pt x="395688" y="130224"/>
                  <a:pt x="391135" y="115867"/>
                  <a:pt x="391135" y="97445"/>
                </a:cubicBezTo>
                <a:cubicBezTo>
                  <a:pt x="391135" y="78605"/>
                  <a:pt x="395566" y="64283"/>
                  <a:pt x="404428" y="54479"/>
                </a:cubicBezTo>
                <a:cubicBezTo>
                  <a:pt x="413289" y="44676"/>
                  <a:pt x="424489" y="39774"/>
                  <a:pt x="438026" y="39774"/>
                </a:cubicBezTo>
                <a:cubicBezTo>
                  <a:pt x="450446" y="39774"/>
                  <a:pt x="461192" y="44937"/>
                  <a:pt x="470263" y="55264"/>
                </a:cubicBezTo>
                <a:lnTo>
                  <a:pt x="470263" y="0"/>
                </a:lnTo>
                <a:lnTo>
                  <a:pt x="499675" y="0"/>
                </a:lnTo>
                <a:lnTo>
                  <a:pt x="499675" y="153442"/>
                </a:lnTo>
                <a:moveTo>
                  <a:pt x="421174" y="95457"/>
                </a:moveTo>
                <a:cubicBezTo>
                  <a:pt x="421174" y="107319"/>
                  <a:pt x="422814" y="115902"/>
                  <a:pt x="426094" y="121205"/>
                </a:cubicBezTo>
                <a:cubicBezTo>
                  <a:pt x="430839" y="128880"/>
                  <a:pt x="437468" y="132718"/>
                  <a:pt x="445981" y="132718"/>
                </a:cubicBezTo>
                <a:cubicBezTo>
                  <a:pt x="452749" y="132718"/>
                  <a:pt x="458506" y="129840"/>
                  <a:pt x="463251" y="124083"/>
                </a:cubicBezTo>
                <a:cubicBezTo>
                  <a:pt x="467996" y="118326"/>
                  <a:pt x="470368" y="109726"/>
                  <a:pt x="470368" y="98283"/>
                </a:cubicBezTo>
                <a:cubicBezTo>
                  <a:pt x="470368" y="85513"/>
                  <a:pt x="468065" y="76320"/>
                  <a:pt x="463460" y="70703"/>
                </a:cubicBezTo>
                <a:cubicBezTo>
                  <a:pt x="458855" y="65086"/>
                  <a:pt x="452958" y="62277"/>
                  <a:pt x="445771" y="62277"/>
                </a:cubicBezTo>
                <a:cubicBezTo>
                  <a:pt x="438793" y="62277"/>
                  <a:pt x="432949" y="65051"/>
                  <a:pt x="428239" y="70598"/>
                </a:cubicBezTo>
                <a:cubicBezTo>
                  <a:pt x="423529" y="76146"/>
                  <a:pt x="421174" y="84432"/>
                  <a:pt x="421174" y="954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Logit">
            <a:extLst xmlns:a="http://schemas.openxmlformats.org/drawingml/2006/main">
              <a:ext uri="{FF2B5EF4-FFF2-40B4-BE49-F238E27FC236}">
                <a16:creationId xmlns:a16="http://schemas.microsoft.com/office/drawing/2014/main" id="{1D5618EE-2BBC-40BA-8055-E863F23A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964" y="2493339"/>
            <a:ext cx="527052" cy="198554"/>
          </a:xfrm>
          <a:custGeom xmlns:a="http://schemas.openxmlformats.org/drawingml/2006/main">
            <a:pathLst>
              <a:path w="527052" h="198554">
                <a:moveTo>
                  <a:pt x="0" y="153442"/>
                </a:moveTo>
                <a:lnTo>
                  <a:pt x="0" y="1256"/>
                </a:lnTo>
                <a:lnTo>
                  <a:pt x="30982" y="1256"/>
                </a:lnTo>
                <a:lnTo>
                  <a:pt x="30982" y="127590"/>
                </a:lnTo>
                <a:lnTo>
                  <a:pt x="108017" y="127590"/>
                </a:lnTo>
                <a:lnTo>
                  <a:pt x="108017" y="153442"/>
                </a:lnTo>
                <a:lnTo>
                  <a:pt x="0" y="153442"/>
                </a:lnTo>
                <a:close/>
                <a:moveTo>
                  <a:pt x="129961" y="96294"/>
                </a:moveTo>
                <a:cubicBezTo>
                  <a:pt x="129961" y="86525"/>
                  <a:pt x="132368" y="77070"/>
                  <a:pt x="137183" y="67929"/>
                </a:cubicBezTo>
                <a:cubicBezTo>
                  <a:pt x="141997" y="58788"/>
                  <a:pt x="148818" y="51810"/>
                  <a:pt x="157645" y="46996"/>
                </a:cubicBezTo>
                <a:cubicBezTo>
                  <a:pt x="166472" y="42181"/>
                  <a:pt x="176328" y="39774"/>
                  <a:pt x="187214" y="39774"/>
                </a:cubicBezTo>
                <a:cubicBezTo>
                  <a:pt x="204030" y="39774"/>
                  <a:pt x="217811" y="45234"/>
                  <a:pt x="228557" y="56154"/>
                </a:cubicBezTo>
                <a:cubicBezTo>
                  <a:pt x="239303" y="67074"/>
                  <a:pt x="244676" y="80873"/>
                  <a:pt x="244676" y="97550"/>
                </a:cubicBezTo>
                <a:cubicBezTo>
                  <a:pt x="244676" y="114367"/>
                  <a:pt x="239251" y="128305"/>
                  <a:pt x="228400" y="139365"/>
                </a:cubicBezTo>
                <a:cubicBezTo>
                  <a:pt x="217550" y="150424"/>
                  <a:pt x="203891" y="155954"/>
                  <a:pt x="187423" y="155954"/>
                </a:cubicBezTo>
                <a:cubicBezTo>
                  <a:pt x="177235" y="155954"/>
                  <a:pt x="167519" y="153652"/>
                  <a:pt x="158273" y="149046"/>
                </a:cubicBezTo>
                <a:cubicBezTo>
                  <a:pt x="149028" y="144441"/>
                  <a:pt x="141997" y="137690"/>
                  <a:pt x="137183" y="128793"/>
                </a:cubicBezTo>
                <a:cubicBezTo>
                  <a:pt x="132368" y="119896"/>
                  <a:pt x="129961" y="109063"/>
                  <a:pt x="129961" y="96294"/>
                </a:cubicBezTo>
                <a:moveTo>
                  <a:pt x="160105" y="97864"/>
                </a:moveTo>
                <a:cubicBezTo>
                  <a:pt x="160105" y="108889"/>
                  <a:pt x="162721" y="117332"/>
                  <a:pt x="167955" y="123194"/>
                </a:cubicBezTo>
                <a:cubicBezTo>
                  <a:pt x="173188" y="129055"/>
                  <a:pt x="179643" y="131986"/>
                  <a:pt x="187318" y="131986"/>
                </a:cubicBezTo>
                <a:cubicBezTo>
                  <a:pt x="194994" y="131986"/>
                  <a:pt x="201431" y="129055"/>
                  <a:pt x="206629" y="123194"/>
                </a:cubicBezTo>
                <a:cubicBezTo>
                  <a:pt x="211828" y="117332"/>
                  <a:pt x="214427" y="108819"/>
                  <a:pt x="214427" y="97655"/>
                </a:cubicBezTo>
                <a:cubicBezTo>
                  <a:pt x="214427" y="86769"/>
                  <a:pt x="211828" y="78396"/>
                  <a:pt x="206629" y="72534"/>
                </a:cubicBezTo>
                <a:cubicBezTo>
                  <a:pt x="201431" y="66673"/>
                  <a:pt x="194994" y="63742"/>
                  <a:pt x="187318" y="63742"/>
                </a:cubicBezTo>
                <a:cubicBezTo>
                  <a:pt x="179643" y="63742"/>
                  <a:pt x="173188" y="66673"/>
                  <a:pt x="167955" y="72534"/>
                </a:cubicBezTo>
                <a:cubicBezTo>
                  <a:pt x="162721" y="78396"/>
                  <a:pt x="160105" y="86839"/>
                  <a:pt x="160105" y="97864"/>
                </a:cubicBezTo>
                <a:close/>
                <a:moveTo>
                  <a:pt x="271854" y="160769"/>
                </a:moveTo>
                <a:lnTo>
                  <a:pt x="305452" y="164851"/>
                </a:lnTo>
                <a:cubicBezTo>
                  <a:pt x="306011" y="168759"/>
                  <a:pt x="307301" y="171445"/>
                  <a:pt x="309325" y="172911"/>
                </a:cubicBezTo>
                <a:cubicBezTo>
                  <a:pt x="312116" y="175004"/>
                  <a:pt x="316512" y="176051"/>
                  <a:pt x="322513" y="176051"/>
                </a:cubicBezTo>
                <a:cubicBezTo>
                  <a:pt x="330189" y="176051"/>
                  <a:pt x="335945" y="174899"/>
                  <a:pt x="339783" y="172597"/>
                </a:cubicBezTo>
                <a:cubicBezTo>
                  <a:pt x="342365" y="171061"/>
                  <a:pt x="344319" y="168584"/>
                  <a:pt x="345645" y="165165"/>
                </a:cubicBezTo>
                <a:cubicBezTo>
                  <a:pt x="346552" y="162723"/>
                  <a:pt x="347005" y="158222"/>
                  <a:pt x="347005" y="151663"/>
                </a:cubicBezTo>
                <a:lnTo>
                  <a:pt x="347005" y="135440"/>
                </a:lnTo>
                <a:cubicBezTo>
                  <a:pt x="338213" y="147441"/>
                  <a:pt x="327119" y="153442"/>
                  <a:pt x="313721" y="153442"/>
                </a:cubicBezTo>
                <a:cubicBezTo>
                  <a:pt x="298789" y="153442"/>
                  <a:pt x="286961" y="147127"/>
                  <a:pt x="278239" y="134498"/>
                </a:cubicBezTo>
                <a:cubicBezTo>
                  <a:pt x="271401" y="124519"/>
                  <a:pt x="267981" y="112099"/>
                  <a:pt x="267981" y="97236"/>
                </a:cubicBezTo>
                <a:cubicBezTo>
                  <a:pt x="267981" y="78605"/>
                  <a:pt x="272465" y="64370"/>
                  <a:pt x="281431" y="54532"/>
                </a:cubicBezTo>
                <a:cubicBezTo>
                  <a:pt x="290398" y="44693"/>
                  <a:pt x="301545" y="39774"/>
                  <a:pt x="314872" y="39774"/>
                </a:cubicBezTo>
                <a:cubicBezTo>
                  <a:pt x="328619" y="39774"/>
                  <a:pt x="339958" y="45809"/>
                  <a:pt x="348889" y="57881"/>
                </a:cubicBezTo>
                <a:lnTo>
                  <a:pt x="348889" y="42286"/>
                </a:lnTo>
                <a:lnTo>
                  <a:pt x="376417" y="42286"/>
                </a:lnTo>
                <a:lnTo>
                  <a:pt x="376417" y="142034"/>
                </a:lnTo>
                <a:cubicBezTo>
                  <a:pt x="376417" y="155152"/>
                  <a:pt x="375335" y="164956"/>
                  <a:pt x="373172" y="171445"/>
                </a:cubicBezTo>
                <a:cubicBezTo>
                  <a:pt x="371009" y="177935"/>
                  <a:pt x="367974" y="183028"/>
                  <a:pt x="364066" y="186727"/>
                </a:cubicBezTo>
                <a:cubicBezTo>
                  <a:pt x="360159" y="190425"/>
                  <a:pt x="354943" y="193321"/>
                  <a:pt x="348418" y="195414"/>
                </a:cubicBezTo>
                <a:cubicBezTo>
                  <a:pt x="341894" y="197507"/>
                  <a:pt x="333643" y="198554"/>
                  <a:pt x="323664" y="198554"/>
                </a:cubicBezTo>
                <a:cubicBezTo>
                  <a:pt x="304824" y="198554"/>
                  <a:pt x="291462" y="195327"/>
                  <a:pt x="283577" y="188872"/>
                </a:cubicBezTo>
                <a:cubicBezTo>
                  <a:pt x="275692" y="182418"/>
                  <a:pt x="271749" y="174236"/>
                  <a:pt x="271749" y="164328"/>
                </a:cubicBezTo>
                <a:cubicBezTo>
                  <a:pt x="271749" y="163351"/>
                  <a:pt x="271784" y="162165"/>
                  <a:pt x="271854" y="160769"/>
                </a:cubicBezTo>
                <a:moveTo>
                  <a:pt x="298126" y="95561"/>
                </a:moveTo>
                <a:cubicBezTo>
                  <a:pt x="298126" y="107354"/>
                  <a:pt x="300411" y="115989"/>
                  <a:pt x="304981" y="121466"/>
                </a:cubicBezTo>
                <a:cubicBezTo>
                  <a:pt x="309552" y="126944"/>
                  <a:pt x="315186" y="129683"/>
                  <a:pt x="321885" y="129683"/>
                </a:cubicBezTo>
                <a:cubicBezTo>
                  <a:pt x="329072" y="129683"/>
                  <a:pt x="335143" y="126874"/>
                  <a:pt x="340097" y="121257"/>
                </a:cubicBezTo>
                <a:cubicBezTo>
                  <a:pt x="345052" y="115640"/>
                  <a:pt x="347529" y="107319"/>
                  <a:pt x="347529" y="96294"/>
                </a:cubicBezTo>
                <a:cubicBezTo>
                  <a:pt x="347529" y="84781"/>
                  <a:pt x="345156" y="76233"/>
                  <a:pt x="340411" y="70650"/>
                </a:cubicBezTo>
                <a:cubicBezTo>
                  <a:pt x="335666" y="65068"/>
                  <a:pt x="329665" y="62277"/>
                  <a:pt x="322408" y="62277"/>
                </a:cubicBezTo>
                <a:cubicBezTo>
                  <a:pt x="315361" y="62277"/>
                  <a:pt x="309552" y="65016"/>
                  <a:pt x="304981" y="70493"/>
                </a:cubicBezTo>
                <a:cubicBezTo>
                  <a:pt x="300411" y="75971"/>
                  <a:pt x="298126" y="84327"/>
                  <a:pt x="298126" y="95561"/>
                </a:cubicBezTo>
                <a:close/>
                <a:moveTo>
                  <a:pt x="412387" y="27214"/>
                </a:moveTo>
                <a:lnTo>
                  <a:pt x="412387" y="0"/>
                </a:lnTo>
                <a:lnTo>
                  <a:pt x="441799" y="0"/>
                </a:lnTo>
                <a:lnTo>
                  <a:pt x="441799" y="27214"/>
                </a:lnTo>
                <a:lnTo>
                  <a:pt x="412387" y="27214"/>
                </a:lnTo>
                <a:moveTo>
                  <a:pt x="412387" y="153442"/>
                </a:moveTo>
                <a:lnTo>
                  <a:pt x="412387" y="42286"/>
                </a:lnTo>
                <a:lnTo>
                  <a:pt x="441799" y="42286"/>
                </a:lnTo>
                <a:lnTo>
                  <a:pt x="441799" y="153442"/>
                </a:lnTo>
                <a:lnTo>
                  <a:pt x="412387" y="153442"/>
                </a:lnTo>
                <a:close/>
                <a:moveTo>
                  <a:pt x="524645" y="42286"/>
                </a:moveTo>
                <a:lnTo>
                  <a:pt x="524645" y="65731"/>
                </a:lnTo>
                <a:lnTo>
                  <a:pt x="504549" y="65731"/>
                </a:lnTo>
                <a:lnTo>
                  <a:pt x="504549" y="110529"/>
                </a:lnTo>
                <a:cubicBezTo>
                  <a:pt x="504549" y="119600"/>
                  <a:pt x="504741" y="124886"/>
                  <a:pt x="505124" y="126386"/>
                </a:cubicBezTo>
                <a:cubicBezTo>
                  <a:pt x="505508" y="127886"/>
                  <a:pt x="506380" y="129125"/>
                  <a:pt x="507741" y="130102"/>
                </a:cubicBezTo>
                <a:cubicBezTo>
                  <a:pt x="509102" y="131078"/>
                  <a:pt x="510759" y="131567"/>
                  <a:pt x="512713" y="131567"/>
                </a:cubicBezTo>
                <a:cubicBezTo>
                  <a:pt x="515434" y="131567"/>
                  <a:pt x="519377" y="130625"/>
                  <a:pt x="524540" y="128741"/>
                </a:cubicBezTo>
                <a:lnTo>
                  <a:pt x="527052" y="151558"/>
                </a:lnTo>
                <a:cubicBezTo>
                  <a:pt x="520214" y="154489"/>
                  <a:pt x="512469" y="155954"/>
                  <a:pt x="503816" y="155954"/>
                </a:cubicBezTo>
                <a:cubicBezTo>
                  <a:pt x="498513" y="155954"/>
                  <a:pt x="493733" y="155065"/>
                  <a:pt x="489477" y="153285"/>
                </a:cubicBezTo>
                <a:cubicBezTo>
                  <a:pt x="485220" y="151506"/>
                  <a:pt x="482098" y="149203"/>
                  <a:pt x="480109" y="146377"/>
                </a:cubicBezTo>
                <a:cubicBezTo>
                  <a:pt x="478120" y="143551"/>
                  <a:pt x="476742" y="139731"/>
                  <a:pt x="475974" y="134916"/>
                </a:cubicBezTo>
                <a:cubicBezTo>
                  <a:pt x="475346" y="131497"/>
                  <a:pt x="475032" y="124589"/>
                  <a:pt x="475032" y="114192"/>
                </a:cubicBezTo>
                <a:lnTo>
                  <a:pt x="475032" y="65731"/>
                </a:lnTo>
                <a:lnTo>
                  <a:pt x="461530" y="65731"/>
                </a:lnTo>
                <a:lnTo>
                  <a:pt x="461530" y="42286"/>
                </a:lnTo>
                <a:lnTo>
                  <a:pt x="475032" y="42286"/>
                </a:lnTo>
                <a:lnTo>
                  <a:pt x="475032" y="20201"/>
                </a:lnTo>
                <a:lnTo>
                  <a:pt x="504549" y="3035"/>
                </a:lnTo>
                <a:lnTo>
                  <a:pt x="504549" y="42286"/>
                </a:lnTo>
                <a:lnTo>
                  <a:pt x="524645" y="42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ManualPrompt">
            <a:extLst xmlns:a="http://schemas.openxmlformats.org/drawingml/2006/main">
              <a:ext uri="{FF2B5EF4-FFF2-40B4-BE49-F238E27FC236}">
                <a16:creationId xmlns:a16="http://schemas.microsoft.com/office/drawing/2014/main" id="{F51C7788-CEE7-4B3C-9DC2-1AC12FEC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67" y="166015"/>
            <a:ext cx="1538925" cy="195728"/>
          </a:xfrm>
          <a:custGeom xmlns:a="http://schemas.openxmlformats.org/drawingml/2006/main">
            <a:pathLst>
              <a:path w="1538925" h="195728">
                <a:moveTo>
                  <a:pt x="0" y="153442"/>
                </a:moveTo>
                <a:lnTo>
                  <a:pt x="0" y="0"/>
                </a:lnTo>
                <a:lnTo>
                  <a:pt x="46368" y="0"/>
                </a:lnTo>
                <a:lnTo>
                  <a:pt x="74209" y="104667"/>
                </a:lnTo>
                <a:lnTo>
                  <a:pt x="101737" y="0"/>
                </a:lnTo>
                <a:lnTo>
                  <a:pt x="148209" y="0"/>
                </a:lnTo>
                <a:lnTo>
                  <a:pt x="148209" y="153442"/>
                </a:lnTo>
                <a:lnTo>
                  <a:pt x="119425" y="153442"/>
                </a:lnTo>
                <a:lnTo>
                  <a:pt x="119425" y="32656"/>
                </a:lnTo>
                <a:lnTo>
                  <a:pt x="88967" y="153442"/>
                </a:lnTo>
                <a:lnTo>
                  <a:pt x="59137" y="153442"/>
                </a:lnTo>
                <a:lnTo>
                  <a:pt x="28784" y="32656"/>
                </a:lnTo>
                <a:lnTo>
                  <a:pt x="28784" y="153442"/>
                </a:lnTo>
                <a:lnTo>
                  <a:pt x="0" y="153442"/>
                </a:lnTo>
                <a:close/>
                <a:moveTo>
                  <a:pt x="205916" y="76198"/>
                </a:moveTo>
                <a:lnTo>
                  <a:pt x="179226" y="71383"/>
                </a:lnTo>
                <a:cubicBezTo>
                  <a:pt x="182227" y="60637"/>
                  <a:pt x="187390" y="52683"/>
                  <a:pt x="194717" y="47519"/>
                </a:cubicBezTo>
                <a:cubicBezTo>
                  <a:pt x="202044" y="42355"/>
                  <a:pt x="212929" y="39774"/>
                  <a:pt x="227373" y="39774"/>
                </a:cubicBezTo>
                <a:cubicBezTo>
                  <a:pt x="240492" y="39774"/>
                  <a:pt x="250261" y="41326"/>
                  <a:pt x="256680" y="44431"/>
                </a:cubicBezTo>
                <a:cubicBezTo>
                  <a:pt x="263100" y="47536"/>
                  <a:pt x="267618" y="51479"/>
                  <a:pt x="270235" y="56259"/>
                </a:cubicBezTo>
                <a:cubicBezTo>
                  <a:pt x="272851" y="61039"/>
                  <a:pt x="274160" y="69813"/>
                  <a:pt x="274160" y="82583"/>
                </a:cubicBezTo>
                <a:lnTo>
                  <a:pt x="273846" y="116913"/>
                </a:lnTo>
                <a:cubicBezTo>
                  <a:pt x="273846" y="126682"/>
                  <a:pt x="274317" y="133887"/>
                  <a:pt x="275259" y="138527"/>
                </a:cubicBezTo>
                <a:cubicBezTo>
                  <a:pt x="276201" y="143168"/>
                  <a:pt x="277962" y="148139"/>
                  <a:pt x="280544" y="153442"/>
                </a:cubicBezTo>
                <a:lnTo>
                  <a:pt x="251447" y="153442"/>
                </a:lnTo>
                <a:cubicBezTo>
                  <a:pt x="250679" y="151489"/>
                  <a:pt x="249737" y="148593"/>
                  <a:pt x="248621" y="144755"/>
                </a:cubicBezTo>
                <a:cubicBezTo>
                  <a:pt x="248132" y="143011"/>
                  <a:pt x="247783" y="141859"/>
                  <a:pt x="247574" y="141301"/>
                </a:cubicBezTo>
                <a:cubicBezTo>
                  <a:pt x="242550" y="146185"/>
                  <a:pt x="237177" y="149849"/>
                  <a:pt x="231455" y="152291"/>
                </a:cubicBezTo>
                <a:cubicBezTo>
                  <a:pt x="225733" y="154733"/>
                  <a:pt x="219628" y="155954"/>
                  <a:pt x="213138" y="155954"/>
                </a:cubicBezTo>
                <a:cubicBezTo>
                  <a:pt x="201695" y="155954"/>
                  <a:pt x="192676" y="152849"/>
                  <a:pt x="186082" y="146639"/>
                </a:cubicBezTo>
                <a:cubicBezTo>
                  <a:pt x="179488" y="140429"/>
                  <a:pt x="176191" y="132579"/>
                  <a:pt x="176191" y="123089"/>
                </a:cubicBezTo>
                <a:cubicBezTo>
                  <a:pt x="176191" y="116809"/>
                  <a:pt x="177691" y="111209"/>
                  <a:pt x="180692" y="106290"/>
                </a:cubicBezTo>
                <a:cubicBezTo>
                  <a:pt x="183692" y="101370"/>
                  <a:pt x="187896" y="97602"/>
                  <a:pt x="193304" y="94986"/>
                </a:cubicBezTo>
                <a:cubicBezTo>
                  <a:pt x="198712" y="92369"/>
                  <a:pt x="206510" y="90084"/>
                  <a:pt x="216697" y="88130"/>
                </a:cubicBezTo>
                <a:cubicBezTo>
                  <a:pt x="230443" y="85548"/>
                  <a:pt x="239968" y="83141"/>
                  <a:pt x="245271" y="80908"/>
                </a:cubicBezTo>
                <a:lnTo>
                  <a:pt x="245271" y="77977"/>
                </a:lnTo>
                <a:cubicBezTo>
                  <a:pt x="245271" y="72325"/>
                  <a:pt x="243876" y="68295"/>
                  <a:pt x="241085" y="65888"/>
                </a:cubicBezTo>
                <a:cubicBezTo>
                  <a:pt x="238294" y="63481"/>
                  <a:pt x="233025" y="62277"/>
                  <a:pt x="225280" y="62277"/>
                </a:cubicBezTo>
                <a:cubicBezTo>
                  <a:pt x="220047" y="62277"/>
                  <a:pt x="215964" y="63306"/>
                  <a:pt x="213034" y="65365"/>
                </a:cubicBezTo>
                <a:cubicBezTo>
                  <a:pt x="210103" y="67423"/>
                  <a:pt x="207731" y="71034"/>
                  <a:pt x="205916" y="76198"/>
                </a:cubicBezTo>
                <a:moveTo>
                  <a:pt x="245271" y="100062"/>
                </a:moveTo>
                <a:cubicBezTo>
                  <a:pt x="241503" y="101318"/>
                  <a:pt x="235537" y="102818"/>
                  <a:pt x="227373" y="104563"/>
                </a:cubicBezTo>
                <a:cubicBezTo>
                  <a:pt x="219209" y="106307"/>
                  <a:pt x="213871" y="108017"/>
                  <a:pt x="211359" y="109691"/>
                </a:cubicBezTo>
                <a:cubicBezTo>
                  <a:pt x="207521" y="112413"/>
                  <a:pt x="205602" y="115867"/>
                  <a:pt x="205602" y="120053"/>
                </a:cubicBezTo>
                <a:cubicBezTo>
                  <a:pt x="205602" y="124170"/>
                  <a:pt x="207138" y="127729"/>
                  <a:pt x="210208" y="130730"/>
                </a:cubicBezTo>
                <a:cubicBezTo>
                  <a:pt x="213278" y="133730"/>
                  <a:pt x="217186" y="135230"/>
                  <a:pt x="221931" y="135230"/>
                </a:cubicBezTo>
                <a:cubicBezTo>
                  <a:pt x="227234" y="135230"/>
                  <a:pt x="232293" y="133486"/>
                  <a:pt x="237107" y="129997"/>
                </a:cubicBezTo>
                <a:cubicBezTo>
                  <a:pt x="240666" y="127345"/>
                  <a:pt x="243004" y="124101"/>
                  <a:pt x="244120" y="120263"/>
                </a:cubicBezTo>
                <a:cubicBezTo>
                  <a:pt x="244888" y="117751"/>
                  <a:pt x="245271" y="112971"/>
                  <a:pt x="245271" y="105923"/>
                </a:cubicBezTo>
                <a:lnTo>
                  <a:pt x="245271" y="100062"/>
                </a:lnTo>
                <a:close/>
                <a:moveTo>
                  <a:pt x="407465" y="153442"/>
                </a:moveTo>
                <a:lnTo>
                  <a:pt x="378054" y="153442"/>
                </a:lnTo>
                <a:lnTo>
                  <a:pt x="378054" y="96713"/>
                </a:lnTo>
                <a:cubicBezTo>
                  <a:pt x="378054" y="84711"/>
                  <a:pt x="377426" y="76948"/>
                  <a:pt x="376170" y="73424"/>
                </a:cubicBezTo>
                <a:cubicBezTo>
                  <a:pt x="374914" y="69900"/>
                  <a:pt x="372873" y="67162"/>
                  <a:pt x="370047" y="65208"/>
                </a:cubicBezTo>
                <a:cubicBezTo>
                  <a:pt x="367221" y="63254"/>
                  <a:pt x="363819" y="62277"/>
                  <a:pt x="359842" y="62277"/>
                </a:cubicBezTo>
                <a:cubicBezTo>
                  <a:pt x="354748" y="62277"/>
                  <a:pt x="350177" y="63673"/>
                  <a:pt x="346130" y="66464"/>
                </a:cubicBezTo>
                <a:cubicBezTo>
                  <a:pt x="342083" y="69255"/>
                  <a:pt x="339309" y="72953"/>
                  <a:pt x="337809" y="77559"/>
                </a:cubicBezTo>
                <a:cubicBezTo>
                  <a:pt x="336309" y="82164"/>
                  <a:pt x="335559" y="90677"/>
                  <a:pt x="335559" y="103097"/>
                </a:cubicBezTo>
                <a:lnTo>
                  <a:pt x="335559" y="153442"/>
                </a:lnTo>
                <a:lnTo>
                  <a:pt x="306147" y="153442"/>
                </a:lnTo>
                <a:lnTo>
                  <a:pt x="306147" y="42286"/>
                </a:lnTo>
                <a:lnTo>
                  <a:pt x="333466" y="42286"/>
                </a:lnTo>
                <a:lnTo>
                  <a:pt x="333466" y="58614"/>
                </a:lnTo>
                <a:cubicBezTo>
                  <a:pt x="343165" y="46054"/>
                  <a:pt x="355376" y="39774"/>
                  <a:pt x="370099" y="39774"/>
                </a:cubicBezTo>
                <a:cubicBezTo>
                  <a:pt x="376588" y="39774"/>
                  <a:pt x="382520" y="40942"/>
                  <a:pt x="387893" y="43280"/>
                </a:cubicBezTo>
                <a:cubicBezTo>
                  <a:pt x="393265" y="45618"/>
                  <a:pt x="397330" y="48601"/>
                  <a:pt x="400086" y="52229"/>
                </a:cubicBezTo>
                <a:cubicBezTo>
                  <a:pt x="402843" y="55857"/>
                  <a:pt x="404761" y="59974"/>
                  <a:pt x="405843" y="64580"/>
                </a:cubicBezTo>
                <a:cubicBezTo>
                  <a:pt x="406925" y="69185"/>
                  <a:pt x="407465" y="75779"/>
                  <a:pt x="407465" y="84362"/>
                </a:cubicBezTo>
                <a:lnTo>
                  <a:pt x="407465" y="153442"/>
                </a:lnTo>
                <a:close/>
                <a:moveTo>
                  <a:pt x="517373" y="153442"/>
                </a:moveTo>
                <a:lnTo>
                  <a:pt x="517373" y="136800"/>
                </a:lnTo>
                <a:cubicBezTo>
                  <a:pt x="513326" y="142731"/>
                  <a:pt x="508006" y="147407"/>
                  <a:pt x="501412" y="150826"/>
                </a:cubicBezTo>
                <a:cubicBezTo>
                  <a:pt x="494817" y="154245"/>
                  <a:pt x="487857" y="155954"/>
                  <a:pt x="480530" y="155954"/>
                </a:cubicBezTo>
                <a:cubicBezTo>
                  <a:pt x="473064" y="155954"/>
                  <a:pt x="466365" y="154315"/>
                  <a:pt x="460434" y="151035"/>
                </a:cubicBezTo>
                <a:cubicBezTo>
                  <a:pt x="454503" y="147755"/>
                  <a:pt x="450212" y="143150"/>
                  <a:pt x="447560" y="137219"/>
                </a:cubicBezTo>
                <a:cubicBezTo>
                  <a:pt x="444909" y="131288"/>
                  <a:pt x="443583" y="123089"/>
                  <a:pt x="443583" y="112622"/>
                </a:cubicBezTo>
                <a:lnTo>
                  <a:pt x="443583" y="42286"/>
                </a:lnTo>
                <a:lnTo>
                  <a:pt x="472994" y="42286"/>
                </a:lnTo>
                <a:lnTo>
                  <a:pt x="472994" y="93363"/>
                </a:lnTo>
                <a:cubicBezTo>
                  <a:pt x="472994" y="108994"/>
                  <a:pt x="473535" y="118571"/>
                  <a:pt x="474617" y="122095"/>
                </a:cubicBezTo>
                <a:cubicBezTo>
                  <a:pt x="475698" y="125618"/>
                  <a:pt x="477669" y="128409"/>
                  <a:pt x="480530" y="130468"/>
                </a:cubicBezTo>
                <a:cubicBezTo>
                  <a:pt x="483391" y="132526"/>
                  <a:pt x="487020" y="133556"/>
                  <a:pt x="491416" y="133556"/>
                </a:cubicBezTo>
                <a:cubicBezTo>
                  <a:pt x="496440" y="133556"/>
                  <a:pt x="500940" y="132177"/>
                  <a:pt x="504918" y="129421"/>
                </a:cubicBezTo>
                <a:cubicBezTo>
                  <a:pt x="508895" y="126665"/>
                  <a:pt x="511617" y="123246"/>
                  <a:pt x="513082" y="119164"/>
                </a:cubicBezTo>
                <a:cubicBezTo>
                  <a:pt x="514547" y="115082"/>
                  <a:pt x="515280" y="105086"/>
                  <a:pt x="515280" y="89177"/>
                </a:cubicBezTo>
                <a:lnTo>
                  <a:pt x="515280" y="42286"/>
                </a:lnTo>
                <a:lnTo>
                  <a:pt x="544691" y="42286"/>
                </a:lnTo>
                <a:lnTo>
                  <a:pt x="544691" y="153442"/>
                </a:lnTo>
                <a:lnTo>
                  <a:pt x="517373" y="153442"/>
                </a:lnTo>
                <a:close/>
                <a:moveTo>
                  <a:pt x="604045" y="76198"/>
                </a:moveTo>
                <a:lnTo>
                  <a:pt x="577355" y="71383"/>
                </a:lnTo>
                <a:cubicBezTo>
                  <a:pt x="580355" y="60637"/>
                  <a:pt x="585519" y="52683"/>
                  <a:pt x="592846" y="47519"/>
                </a:cubicBezTo>
                <a:cubicBezTo>
                  <a:pt x="600172" y="42355"/>
                  <a:pt x="611058" y="39774"/>
                  <a:pt x="625502" y="39774"/>
                </a:cubicBezTo>
                <a:cubicBezTo>
                  <a:pt x="638620" y="39774"/>
                  <a:pt x="648389" y="41326"/>
                  <a:pt x="654809" y="44431"/>
                </a:cubicBezTo>
                <a:cubicBezTo>
                  <a:pt x="661228" y="47536"/>
                  <a:pt x="665747" y="51479"/>
                  <a:pt x="668363" y="56259"/>
                </a:cubicBezTo>
                <a:cubicBezTo>
                  <a:pt x="670980" y="61039"/>
                  <a:pt x="672288" y="69813"/>
                  <a:pt x="672288" y="82583"/>
                </a:cubicBezTo>
                <a:lnTo>
                  <a:pt x="671974" y="116913"/>
                </a:lnTo>
                <a:cubicBezTo>
                  <a:pt x="671974" y="126682"/>
                  <a:pt x="672445" y="133887"/>
                  <a:pt x="673387" y="138527"/>
                </a:cubicBezTo>
                <a:cubicBezTo>
                  <a:pt x="674329" y="143168"/>
                  <a:pt x="676091" y="148139"/>
                  <a:pt x="678673" y="153442"/>
                </a:cubicBezTo>
                <a:lnTo>
                  <a:pt x="649575" y="153442"/>
                </a:lnTo>
                <a:cubicBezTo>
                  <a:pt x="648808" y="151489"/>
                  <a:pt x="647866" y="148593"/>
                  <a:pt x="646749" y="144755"/>
                </a:cubicBezTo>
                <a:cubicBezTo>
                  <a:pt x="646261" y="143011"/>
                  <a:pt x="645912" y="141859"/>
                  <a:pt x="645703" y="141301"/>
                </a:cubicBezTo>
                <a:cubicBezTo>
                  <a:pt x="640679" y="146185"/>
                  <a:pt x="635306" y="149849"/>
                  <a:pt x="629584" y="152291"/>
                </a:cubicBezTo>
                <a:cubicBezTo>
                  <a:pt x="623862" y="154733"/>
                  <a:pt x="617757" y="155954"/>
                  <a:pt x="611267" y="155954"/>
                </a:cubicBezTo>
                <a:cubicBezTo>
                  <a:pt x="599824" y="155954"/>
                  <a:pt x="590805" y="152849"/>
                  <a:pt x="584211" y="146639"/>
                </a:cubicBezTo>
                <a:cubicBezTo>
                  <a:pt x="577617" y="140429"/>
                  <a:pt x="574320" y="132579"/>
                  <a:pt x="574320" y="123089"/>
                </a:cubicBezTo>
                <a:cubicBezTo>
                  <a:pt x="574320" y="116809"/>
                  <a:pt x="575820" y="111209"/>
                  <a:pt x="578820" y="106290"/>
                </a:cubicBezTo>
                <a:cubicBezTo>
                  <a:pt x="581821" y="101370"/>
                  <a:pt x="586025" y="97602"/>
                  <a:pt x="591433" y="94986"/>
                </a:cubicBezTo>
                <a:cubicBezTo>
                  <a:pt x="596840" y="92369"/>
                  <a:pt x="604638" y="90084"/>
                  <a:pt x="614826" y="88130"/>
                </a:cubicBezTo>
                <a:cubicBezTo>
                  <a:pt x="628572" y="85548"/>
                  <a:pt x="638097" y="83141"/>
                  <a:pt x="643400" y="80908"/>
                </a:cubicBezTo>
                <a:lnTo>
                  <a:pt x="643400" y="77977"/>
                </a:lnTo>
                <a:cubicBezTo>
                  <a:pt x="643400" y="72325"/>
                  <a:pt x="642004" y="68295"/>
                  <a:pt x="639213" y="65888"/>
                </a:cubicBezTo>
                <a:cubicBezTo>
                  <a:pt x="636422" y="63481"/>
                  <a:pt x="631154" y="62277"/>
                  <a:pt x="623409" y="62277"/>
                </a:cubicBezTo>
                <a:cubicBezTo>
                  <a:pt x="618175" y="62277"/>
                  <a:pt x="614093" y="63306"/>
                  <a:pt x="611162" y="65365"/>
                </a:cubicBezTo>
                <a:cubicBezTo>
                  <a:pt x="608232" y="67423"/>
                  <a:pt x="605859" y="71034"/>
                  <a:pt x="604045" y="76198"/>
                </a:cubicBezTo>
                <a:moveTo>
                  <a:pt x="643400" y="100062"/>
                </a:moveTo>
                <a:cubicBezTo>
                  <a:pt x="639632" y="101318"/>
                  <a:pt x="633666" y="102818"/>
                  <a:pt x="625502" y="104563"/>
                </a:cubicBezTo>
                <a:cubicBezTo>
                  <a:pt x="617338" y="106307"/>
                  <a:pt x="612000" y="108017"/>
                  <a:pt x="609488" y="109691"/>
                </a:cubicBezTo>
                <a:cubicBezTo>
                  <a:pt x="605650" y="112413"/>
                  <a:pt x="603731" y="115867"/>
                  <a:pt x="603731" y="120053"/>
                </a:cubicBezTo>
                <a:cubicBezTo>
                  <a:pt x="603731" y="124170"/>
                  <a:pt x="605266" y="127729"/>
                  <a:pt x="608336" y="130730"/>
                </a:cubicBezTo>
                <a:cubicBezTo>
                  <a:pt x="611407" y="133730"/>
                  <a:pt x="615314" y="135230"/>
                  <a:pt x="620059" y="135230"/>
                </a:cubicBezTo>
                <a:cubicBezTo>
                  <a:pt x="625362" y="135230"/>
                  <a:pt x="630421" y="133486"/>
                  <a:pt x="635236" y="129997"/>
                </a:cubicBezTo>
                <a:cubicBezTo>
                  <a:pt x="638795" y="127345"/>
                  <a:pt x="641132" y="124101"/>
                  <a:pt x="642249" y="120263"/>
                </a:cubicBezTo>
                <a:cubicBezTo>
                  <a:pt x="643016" y="117751"/>
                  <a:pt x="643400" y="112971"/>
                  <a:pt x="643400" y="105923"/>
                </a:cubicBezTo>
                <a:lnTo>
                  <a:pt x="643400" y="100062"/>
                </a:lnTo>
                <a:close/>
                <a:moveTo>
                  <a:pt x="704485" y="153442"/>
                </a:moveTo>
                <a:lnTo>
                  <a:pt x="704485" y="0"/>
                </a:lnTo>
                <a:lnTo>
                  <a:pt x="733897" y="0"/>
                </a:lnTo>
                <a:lnTo>
                  <a:pt x="733897" y="153442"/>
                </a:lnTo>
                <a:lnTo>
                  <a:pt x="704485" y="153442"/>
                </a:lnTo>
                <a:close/>
                <a:moveTo>
                  <a:pt x="811917" y="153442"/>
                </a:moveTo>
                <a:lnTo>
                  <a:pt x="811917" y="0"/>
                </a:lnTo>
                <a:lnTo>
                  <a:pt x="861634" y="0"/>
                </a:lnTo>
                <a:cubicBezTo>
                  <a:pt x="880474" y="0"/>
                  <a:pt x="892755" y="768"/>
                  <a:pt x="898477" y="2303"/>
                </a:cubicBezTo>
                <a:cubicBezTo>
                  <a:pt x="907269" y="4605"/>
                  <a:pt x="914631" y="9612"/>
                  <a:pt x="920562" y="17322"/>
                </a:cubicBezTo>
                <a:cubicBezTo>
                  <a:pt x="926493" y="25033"/>
                  <a:pt x="929458" y="34994"/>
                  <a:pt x="929458" y="47205"/>
                </a:cubicBezTo>
                <a:cubicBezTo>
                  <a:pt x="929458" y="56625"/>
                  <a:pt x="927749" y="64545"/>
                  <a:pt x="924330" y="70964"/>
                </a:cubicBezTo>
                <a:cubicBezTo>
                  <a:pt x="920911" y="77384"/>
                  <a:pt x="916567" y="82426"/>
                  <a:pt x="911299" y="86089"/>
                </a:cubicBezTo>
                <a:cubicBezTo>
                  <a:pt x="906030" y="89752"/>
                  <a:pt x="900675" y="92177"/>
                  <a:pt x="895232" y="93363"/>
                </a:cubicBezTo>
                <a:cubicBezTo>
                  <a:pt x="887836" y="94829"/>
                  <a:pt x="877125" y="95561"/>
                  <a:pt x="863099" y="95561"/>
                </a:cubicBezTo>
                <a:lnTo>
                  <a:pt x="842898" y="95561"/>
                </a:lnTo>
                <a:lnTo>
                  <a:pt x="842898" y="153442"/>
                </a:lnTo>
                <a:lnTo>
                  <a:pt x="811917" y="153442"/>
                </a:lnTo>
                <a:moveTo>
                  <a:pt x="842898" y="25958"/>
                </a:moveTo>
                <a:lnTo>
                  <a:pt x="842898" y="69499"/>
                </a:lnTo>
                <a:lnTo>
                  <a:pt x="859855" y="69499"/>
                </a:lnTo>
                <a:cubicBezTo>
                  <a:pt x="872066" y="69499"/>
                  <a:pt x="880230" y="68697"/>
                  <a:pt x="884347" y="67092"/>
                </a:cubicBezTo>
                <a:cubicBezTo>
                  <a:pt x="888464" y="65487"/>
                  <a:pt x="891691" y="62975"/>
                  <a:pt x="894028" y="59556"/>
                </a:cubicBezTo>
                <a:cubicBezTo>
                  <a:pt x="896366" y="56137"/>
                  <a:pt x="897535" y="52159"/>
                  <a:pt x="897535" y="47624"/>
                </a:cubicBezTo>
                <a:cubicBezTo>
                  <a:pt x="897535" y="42041"/>
                  <a:pt x="895895" y="37436"/>
                  <a:pt x="892615" y="33808"/>
                </a:cubicBezTo>
                <a:cubicBezTo>
                  <a:pt x="889336" y="30179"/>
                  <a:pt x="885184" y="27911"/>
                  <a:pt x="880160" y="27004"/>
                </a:cubicBezTo>
                <a:cubicBezTo>
                  <a:pt x="876462" y="26306"/>
                  <a:pt x="869030" y="25958"/>
                  <a:pt x="857866" y="25958"/>
                </a:cubicBezTo>
                <a:lnTo>
                  <a:pt x="842898" y="25958"/>
                </a:lnTo>
                <a:close/>
                <a:moveTo>
                  <a:pt x="977717" y="153442"/>
                </a:moveTo>
                <a:lnTo>
                  <a:pt x="948306" y="153442"/>
                </a:lnTo>
                <a:lnTo>
                  <a:pt x="948306" y="42286"/>
                </a:lnTo>
                <a:lnTo>
                  <a:pt x="975624" y="42286"/>
                </a:lnTo>
                <a:lnTo>
                  <a:pt x="975624" y="58090"/>
                </a:lnTo>
                <a:cubicBezTo>
                  <a:pt x="980299" y="50624"/>
                  <a:pt x="984503" y="45705"/>
                  <a:pt x="988236" y="43332"/>
                </a:cubicBezTo>
                <a:cubicBezTo>
                  <a:pt x="991969" y="40960"/>
                  <a:pt x="996209" y="39774"/>
                  <a:pt x="1000953" y="39774"/>
                </a:cubicBezTo>
                <a:cubicBezTo>
                  <a:pt x="1007652" y="39774"/>
                  <a:pt x="1014107" y="41623"/>
                  <a:pt x="1020317" y="45321"/>
                </a:cubicBezTo>
                <a:lnTo>
                  <a:pt x="1011211" y="70964"/>
                </a:lnTo>
                <a:cubicBezTo>
                  <a:pt x="1006257" y="67755"/>
                  <a:pt x="1001651" y="66150"/>
                  <a:pt x="997395" y="66150"/>
                </a:cubicBezTo>
                <a:cubicBezTo>
                  <a:pt x="993278" y="66150"/>
                  <a:pt x="989789" y="67284"/>
                  <a:pt x="986928" y="69551"/>
                </a:cubicBezTo>
                <a:cubicBezTo>
                  <a:pt x="984067" y="71819"/>
                  <a:pt x="981817" y="75919"/>
                  <a:pt x="980177" y="81850"/>
                </a:cubicBezTo>
                <a:cubicBezTo>
                  <a:pt x="978537" y="87781"/>
                  <a:pt x="977717" y="100202"/>
                  <a:pt x="977717" y="119111"/>
                </a:cubicBezTo>
                <a:lnTo>
                  <a:pt x="977717" y="153442"/>
                </a:lnTo>
                <a:close/>
                <a:moveTo>
                  <a:pt x="1019306" y="96294"/>
                </a:moveTo>
                <a:cubicBezTo>
                  <a:pt x="1019306" y="86525"/>
                  <a:pt x="1021713" y="77070"/>
                  <a:pt x="1026528" y="67929"/>
                </a:cubicBezTo>
                <a:cubicBezTo>
                  <a:pt x="1031343" y="58788"/>
                  <a:pt x="1038163" y="51810"/>
                  <a:pt x="1046990" y="46996"/>
                </a:cubicBezTo>
                <a:cubicBezTo>
                  <a:pt x="1055817" y="42181"/>
                  <a:pt x="1065674" y="39774"/>
                  <a:pt x="1076559" y="39774"/>
                </a:cubicBezTo>
                <a:cubicBezTo>
                  <a:pt x="1093376" y="39774"/>
                  <a:pt x="1107157" y="45234"/>
                  <a:pt x="1117903" y="56154"/>
                </a:cubicBezTo>
                <a:cubicBezTo>
                  <a:pt x="1128648" y="67074"/>
                  <a:pt x="1134021" y="80873"/>
                  <a:pt x="1134021" y="97550"/>
                </a:cubicBezTo>
                <a:cubicBezTo>
                  <a:pt x="1134021" y="114367"/>
                  <a:pt x="1128596" y="128305"/>
                  <a:pt x="1117746" y="139365"/>
                </a:cubicBezTo>
                <a:cubicBezTo>
                  <a:pt x="1106895" y="150424"/>
                  <a:pt x="1093236" y="155954"/>
                  <a:pt x="1076768" y="155954"/>
                </a:cubicBezTo>
                <a:cubicBezTo>
                  <a:pt x="1066581" y="155954"/>
                  <a:pt x="1056864" y="153652"/>
                  <a:pt x="1047618" y="149046"/>
                </a:cubicBezTo>
                <a:cubicBezTo>
                  <a:pt x="1038373" y="144441"/>
                  <a:pt x="1031343" y="137690"/>
                  <a:pt x="1026528" y="128793"/>
                </a:cubicBezTo>
                <a:cubicBezTo>
                  <a:pt x="1021713" y="119896"/>
                  <a:pt x="1019306" y="109063"/>
                  <a:pt x="1019306" y="96294"/>
                </a:cubicBezTo>
                <a:moveTo>
                  <a:pt x="1049450" y="97864"/>
                </a:moveTo>
                <a:cubicBezTo>
                  <a:pt x="1049450" y="108889"/>
                  <a:pt x="1052067" y="117332"/>
                  <a:pt x="1057300" y="123194"/>
                </a:cubicBezTo>
                <a:cubicBezTo>
                  <a:pt x="1062534" y="129055"/>
                  <a:pt x="1068988" y="131986"/>
                  <a:pt x="1076664" y="131986"/>
                </a:cubicBezTo>
                <a:cubicBezTo>
                  <a:pt x="1084339" y="131986"/>
                  <a:pt x="1090776" y="129055"/>
                  <a:pt x="1095975" y="123194"/>
                </a:cubicBezTo>
                <a:cubicBezTo>
                  <a:pt x="1101173" y="117332"/>
                  <a:pt x="1103772" y="108819"/>
                  <a:pt x="1103772" y="97655"/>
                </a:cubicBezTo>
                <a:cubicBezTo>
                  <a:pt x="1103772" y="86769"/>
                  <a:pt x="1101173" y="78396"/>
                  <a:pt x="1095975" y="72534"/>
                </a:cubicBezTo>
                <a:cubicBezTo>
                  <a:pt x="1090776" y="66673"/>
                  <a:pt x="1084339" y="63742"/>
                  <a:pt x="1076664" y="63742"/>
                </a:cubicBezTo>
                <a:cubicBezTo>
                  <a:pt x="1068988" y="63742"/>
                  <a:pt x="1062534" y="66673"/>
                  <a:pt x="1057300" y="72534"/>
                </a:cubicBezTo>
                <a:cubicBezTo>
                  <a:pt x="1052067" y="78396"/>
                  <a:pt x="1049450" y="86839"/>
                  <a:pt x="1049450" y="97864"/>
                </a:cubicBezTo>
                <a:close/>
                <a:moveTo>
                  <a:pt x="1161765" y="42286"/>
                </a:moveTo>
                <a:lnTo>
                  <a:pt x="1188874" y="42286"/>
                </a:lnTo>
                <a:lnTo>
                  <a:pt x="1188874" y="57462"/>
                </a:lnTo>
                <a:cubicBezTo>
                  <a:pt x="1198573" y="45670"/>
                  <a:pt x="1210122" y="39774"/>
                  <a:pt x="1223519" y="39774"/>
                </a:cubicBezTo>
                <a:cubicBezTo>
                  <a:pt x="1230637" y="39774"/>
                  <a:pt x="1236812" y="41239"/>
                  <a:pt x="1242045" y="44170"/>
                </a:cubicBezTo>
                <a:cubicBezTo>
                  <a:pt x="1247279" y="47100"/>
                  <a:pt x="1251570" y="51531"/>
                  <a:pt x="1254919" y="57462"/>
                </a:cubicBezTo>
                <a:cubicBezTo>
                  <a:pt x="1259804" y="51531"/>
                  <a:pt x="1265072" y="47100"/>
                  <a:pt x="1270724" y="44170"/>
                </a:cubicBezTo>
                <a:cubicBezTo>
                  <a:pt x="1276376" y="41239"/>
                  <a:pt x="1282412" y="39774"/>
                  <a:pt x="1288832" y="39774"/>
                </a:cubicBezTo>
                <a:cubicBezTo>
                  <a:pt x="1296996" y="39774"/>
                  <a:pt x="1303904" y="41431"/>
                  <a:pt x="1309556" y="44745"/>
                </a:cubicBezTo>
                <a:cubicBezTo>
                  <a:pt x="1315208" y="48060"/>
                  <a:pt x="1319429" y="52927"/>
                  <a:pt x="1322221" y="59346"/>
                </a:cubicBezTo>
                <a:cubicBezTo>
                  <a:pt x="1324244" y="64091"/>
                  <a:pt x="1325256" y="71767"/>
                  <a:pt x="1325256" y="82373"/>
                </a:cubicBezTo>
                <a:lnTo>
                  <a:pt x="1325256" y="153442"/>
                </a:lnTo>
                <a:lnTo>
                  <a:pt x="1295844" y="153442"/>
                </a:lnTo>
                <a:lnTo>
                  <a:pt x="1295844" y="89909"/>
                </a:lnTo>
                <a:cubicBezTo>
                  <a:pt x="1295844" y="78884"/>
                  <a:pt x="1294833" y="71767"/>
                  <a:pt x="1292809" y="68557"/>
                </a:cubicBezTo>
                <a:cubicBezTo>
                  <a:pt x="1290088" y="64370"/>
                  <a:pt x="1285901" y="62277"/>
                  <a:pt x="1280249" y="62277"/>
                </a:cubicBezTo>
                <a:cubicBezTo>
                  <a:pt x="1276132" y="62277"/>
                  <a:pt x="1272259" y="63533"/>
                  <a:pt x="1268631" y="66045"/>
                </a:cubicBezTo>
                <a:cubicBezTo>
                  <a:pt x="1265002" y="68557"/>
                  <a:pt x="1262386" y="72238"/>
                  <a:pt x="1260781" y="77088"/>
                </a:cubicBezTo>
                <a:cubicBezTo>
                  <a:pt x="1259176" y="81937"/>
                  <a:pt x="1258373" y="89595"/>
                  <a:pt x="1258373" y="100062"/>
                </a:cubicBezTo>
                <a:lnTo>
                  <a:pt x="1258373" y="153442"/>
                </a:lnTo>
                <a:lnTo>
                  <a:pt x="1228962" y="153442"/>
                </a:lnTo>
                <a:lnTo>
                  <a:pt x="1228962" y="92526"/>
                </a:lnTo>
                <a:cubicBezTo>
                  <a:pt x="1228962" y="81710"/>
                  <a:pt x="1228439" y="74733"/>
                  <a:pt x="1227392" y="71592"/>
                </a:cubicBezTo>
                <a:cubicBezTo>
                  <a:pt x="1226345" y="68452"/>
                  <a:pt x="1224723" y="66115"/>
                  <a:pt x="1222525" y="64580"/>
                </a:cubicBezTo>
                <a:cubicBezTo>
                  <a:pt x="1220327" y="63045"/>
                  <a:pt x="1217344" y="62277"/>
                  <a:pt x="1213576" y="62277"/>
                </a:cubicBezTo>
                <a:cubicBezTo>
                  <a:pt x="1209040" y="62277"/>
                  <a:pt x="1204958" y="63498"/>
                  <a:pt x="1201330" y="65940"/>
                </a:cubicBezTo>
                <a:cubicBezTo>
                  <a:pt x="1197701" y="68383"/>
                  <a:pt x="1195102" y="71906"/>
                  <a:pt x="1193532" y="76512"/>
                </a:cubicBezTo>
                <a:cubicBezTo>
                  <a:pt x="1191962" y="81117"/>
                  <a:pt x="1191177" y="88758"/>
                  <a:pt x="1191177" y="99434"/>
                </a:cubicBezTo>
                <a:lnTo>
                  <a:pt x="1191177" y="153442"/>
                </a:lnTo>
                <a:lnTo>
                  <a:pt x="1161765" y="153442"/>
                </a:lnTo>
                <a:lnTo>
                  <a:pt x="1161765" y="42286"/>
                </a:lnTo>
                <a:close/>
                <a:moveTo>
                  <a:pt x="1346853" y="42286"/>
                </a:moveTo>
                <a:lnTo>
                  <a:pt x="1374276" y="42286"/>
                </a:lnTo>
                <a:lnTo>
                  <a:pt x="1374276" y="58614"/>
                </a:lnTo>
                <a:cubicBezTo>
                  <a:pt x="1377835" y="53031"/>
                  <a:pt x="1382649" y="48496"/>
                  <a:pt x="1388720" y="45007"/>
                </a:cubicBezTo>
                <a:cubicBezTo>
                  <a:pt x="1394791" y="41518"/>
                  <a:pt x="1401524" y="39774"/>
                  <a:pt x="1408921" y="39774"/>
                </a:cubicBezTo>
                <a:cubicBezTo>
                  <a:pt x="1421830" y="39774"/>
                  <a:pt x="1432785" y="44833"/>
                  <a:pt x="1441787" y="54950"/>
                </a:cubicBezTo>
                <a:cubicBezTo>
                  <a:pt x="1450788" y="65068"/>
                  <a:pt x="1455289" y="79163"/>
                  <a:pt x="1455289" y="97236"/>
                </a:cubicBezTo>
                <a:cubicBezTo>
                  <a:pt x="1455289" y="115797"/>
                  <a:pt x="1450753" y="130224"/>
                  <a:pt x="1441682" y="140516"/>
                </a:cubicBezTo>
                <a:cubicBezTo>
                  <a:pt x="1432611" y="150808"/>
                  <a:pt x="1421621" y="155954"/>
                  <a:pt x="1408712" y="155954"/>
                </a:cubicBezTo>
                <a:cubicBezTo>
                  <a:pt x="1402571" y="155954"/>
                  <a:pt x="1397006" y="154733"/>
                  <a:pt x="1392017" y="152291"/>
                </a:cubicBezTo>
                <a:cubicBezTo>
                  <a:pt x="1387028" y="149849"/>
                  <a:pt x="1381777" y="145662"/>
                  <a:pt x="1376265" y="139731"/>
                </a:cubicBezTo>
                <a:lnTo>
                  <a:pt x="1376265" y="195728"/>
                </a:lnTo>
                <a:lnTo>
                  <a:pt x="1346853" y="195728"/>
                </a:lnTo>
                <a:lnTo>
                  <a:pt x="1346853" y="42286"/>
                </a:lnTo>
                <a:moveTo>
                  <a:pt x="1375951" y="95980"/>
                </a:moveTo>
                <a:cubicBezTo>
                  <a:pt x="1375951" y="108470"/>
                  <a:pt x="1378428" y="117698"/>
                  <a:pt x="1383382" y="123665"/>
                </a:cubicBezTo>
                <a:cubicBezTo>
                  <a:pt x="1388336" y="129631"/>
                  <a:pt x="1394372" y="132614"/>
                  <a:pt x="1401490" y="132614"/>
                </a:cubicBezTo>
                <a:cubicBezTo>
                  <a:pt x="1408328" y="132614"/>
                  <a:pt x="1414015" y="129875"/>
                  <a:pt x="1418550" y="124397"/>
                </a:cubicBezTo>
                <a:cubicBezTo>
                  <a:pt x="1423086" y="118920"/>
                  <a:pt x="1425354" y="109936"/>
                  <a:pt x="1425354" y="97445"/>
                </a:cubicBezTo>
                <a:cubicBezTo>
                  <a:pt x="1425354" y="85792"/>
                  <a:pt x="1423016" y="77140"/>
                  <a:pt x="1418341" y="71488"/>
                </a:cubicBezTo>
                <a:cubicBezTo>
                  <a:pt x="1413666" y="65836"/>
                  <a:pt x="1407874" y="63010"/>
                  <a:pt x="1400966" y="63010"/>
                </a:cubicBezTo>
                <a:cubicBezTo>
                  <a:pt x="1393779" y="63010"/>
                  <a:pt x="1387813" y="65783"/>
                  <a:pt x="1383068" y="71331"/>
                </a:cubicBezTo>
                <a:cubicBezTo>
                  <a:pt x="1378323" y="76878"/>
                  <a:pt x="1375951" y="85095"/>
                  <a:pt x="1375951" y="95980"/>
                </a:cubicBezTo>
                <a:close/>
                <a:moveTo>
                  <a:pt x="1536518" y="42286"/>
                </a:moveTo>
                <a:lnTo>
                  <a:pt x="1536518" y="65731"/>
                </a:lnTo>
                <a:lnTo>
                  <a:pt x="1516422" y="65731"/>
                </a:lnTo>
                <a:lnTo>
                  <a:pt x="1516422" y="110529"/>
                </a:lnTo>
                <a:cubicBezTo>
                  <a:pt x="1516422" y="119600"/>
                  <a:pt x="1516613" y="124886"/>
                  <a:pt x="1516997" y="126386"/>
                </a:cubicBezTo>
                <a:cubicBezTo>
                  <a:pt x="1517381" y="127886"/>
                  <a:pt x="1518253" y="129125"/>
                  <a:pt x="1519614" y="130102"/>
                </a:cubicBezTo>
                <a:cubicBezTo>
                  <a:pt x="1520975" y="131078"/>
                  <a:pt x="1522632" y="131567"/>
                  <a:pt x="1524586" y="131567"/>
                </a:cubicBezTo>
                <a:cubicBezTo>
                  <a:pt x="1527307" y="131567"/>
                  <a:pt x="1531249" y="130625"/>
                  <a:pt x="1536413" y="128741"/>
                </a:cubicBezTo>
                <a:lnTo>
                  <a:pt x="1538925" y="151558"/>
                </a:lnTo>
                <a:cubicBezTo>
                  <a:pt x="1532087" y="154489"/>
                  <a:pt x="1524341" y="155954"/>
                  <a:pt x="1515689" y="155954"/>
                </a:cubicBezTo>
                <a:cubicBezTo>
                  <a:pt x="1510386" y="155954"/>
                  <a:pt x="1505606" y="155065"/>
                  <a:pt x="1501349" y="153285"/>
                </a:cubicBezTo>
                <a:cubicBezTo>
                  <a:pt x="1497093" y="151506"/>
                  <a:pt x="1493970" y="149203"/>
                  <a:pt x="1491982" y="146377"/>
                </a:cubicBezTo>
                <a:cubicBezTo>
                  <a:pt x="1489993" y="143551"/>
                  <a:pt x="1488615" y="139731"/>
                  <a:pt x="1487847" y="134916"/>
                </a:cubicBezTo>
                <a:cubicBezTo>
                  <a:pt x="1487219" y="131497"/>
                  <a:pt x="1486905" y="124589"/>
                  <a:pt x="1486905" y="114192"/>
                </a:cubicBezTo>
                <a:lnTo>
                  <a:pt x="1486905" y="65731"/>
                </a:lnTo>
                <a:lnTo>
                  <a:pt x="1473403" y="65731"/>
                </a:lnTo>
                <a:lnTo>
                  <a:pt x="1473403" y="42286"/>
                </a:lnTo>
                <a:lnTo>
                  <a:pt x="1486905" y="42286"/>
                </a:lnTo>
                <a:lnTo>
                  <a:pt x="1486905" y="20201"/>
                </a:lnTo>
                <a:lnTo>
                  <a:pt x="1516422" y="3035"/>
                </a:lnTo>
                <a:lnTo>
                  <a:pt x="1516422" y="42286"/>
                </a:lnTo>
                <a:lnTo>
                  <a:pt x="1536518" y="42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TransformerModel">
            <a:extLst xmlns:a="http://schemas.openxmlformats.org/drawingml/2006/main">
              <a:ext uri="{FF2B5EF4-FFF2-40B4-BE49-F238E27FC236}">
                <a16:creationId xmlns:a16="http://schemas.microsoft.com/office/drawing/2014/main" id="{C626BBF8-FE71-4C47-B75C-A4B2E58B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848" y="2199807"/>
            <a:ext cx="1937997" cy="158571"/>
          </a:xfrm>
          <a:custGeom xmlns:a="http://schemas.openxmlformats.org/drawingml/2006/main">
            <a:pathLst>
              <a:path w="1937997" h="158571">
                <a:moveTo>
                  <a:pt x="45530" y="156059"/>
                </a:moveTo>
                <a:lnTo>
                  <a:pt x="45530" y="28574"/>
                </a:lnTo>
                <a:lnTo>
                  <a:pt x="0" y="28574"/>
                </a:lnTo>
                <a:lnTo>
                  <a:pt x="0" y="2617"/>
                </a:lnTo>
                <a:lnTo>
                  <a:pt x="121938" y="2617"/>
                </a:lnTo>
                <a:lnTo>
                  <a:pt x="121938" y="28574"/>
                </a:lnTo>
                <a:lnTo>
                  <a:pt x="76512" y="28574"/>
                </a:lnTo>
                <a:lnTo>
                  <a:pt x="76512" y="156059"/>
                </a:lnTo>
                <a:lnTo>
                  <a:pt x="45530" y="156059"/>
                </a:lnTo>
                <a:close/>
                <a:moveTo>
                  <a:pt x="176747" y="156059"/>
                </a:moveTo>
                <a:lnTo>
                  <a:pt x="147336" y="156059"/>
                </a:lnTo>
                <a:lnTo>
                  <a:pt x="147336" y="44902"/>
                </a:lnTo>
                <a:lnTo>
                  <a:pt x="174654" y="44902"/>
                </a:lnTo>
                <a:lnTo>
                  <a:pt x="174654" y="60707"/>
                </a:lnTo>
                <a:cubicBezTo>
                  <a:pt x="179329" y="53241"/>
                  <a:pt x="183533" y="48321"/>
                  <a:pt x="187266" y="45949"/>
                </a:cubicBezTo>
                <a:cubicBezTo>
                  <a:pt x="190999" y="43577"/>
                  <a:pt x="195238" y="42390"/>
                  <a:pt x="199983" y="42390"/>
                </a:cubicBezTo>
                <a:cubicBezTo>
                  <a:pt x="206682" y="42390"/>
                  <a:pt x="213137" y="44239"/>
                  <a:pt x="219347" y="47938"/>
                </a:cubicBezTo>
                <a:lnTo>
                  <a:pt x="210241" y="73581"/>
                </a:lnTo>
                <a:cubicBezTo>
                  <a:pt x="205287" y="70371"/>
                  <a:pt x="200681" y="68766"/>
                  <a:pt x="196425" y="68766"/>
                </a:cubicBezTo>
                <a:cubicBezTo>
                  <a:pt x="192308" y="68766"/>
                  <a:pt x="188819" y="69900"/>
                  <a:pt x="185958" y="72168"/>
                </a:cubicBezTo>
                <a:cubicBezTo>
                  <a:pt x="183097" y="74436"/>
                  <a:pt x="180847" y="78535"/>
                  <a:pt x="179207" y="84467"/>
                </a:cubicBezTo>
                <a:cubicBezTo>
                  <a:pt x="177567" y="90398"/>
                  <a:pt x="176747" y="102818"/>
                  <a:pt x="176747" y="121728"/>
                </a:cubicBezTo>
                <a:lnTo>
                  <a:pt x="176747" y="156059"/>
                </a:lnTo>
                <a:close/>
                <a:moveTo>
                  <a:pt x="247077" y="78815"/>
                </a:moveTo>
                <a:lnTo>
                  <a:pt x="220387" y="74000"/>
                </a:lnTo>
                <a:cubicBezTo>
                  <a:pt x="223387" y="63254"/>
                  <a:pt x="228551" y="55299"/>
                  <a:pt x="235877" y="50136"/>
                </a:cubicBezTo>
                <a:cubicBezTo>
                  <a:pt x="243204" y="44972"/>
                  <a:pt x="254090" y="42390"/>
                  <a:pt x="268534" y="42390"/>
                </a:cubicBezTo>
                <a:cubicBezTo>
                  <a:pt x="281652" y="42390"/>
                  <a:pt x="291421" y="43943"/>
                  <a:pt x="297841" y="47048"/>
                </a:cubicBezTo>
                <a:cubicBezTo>
                  <a:pt x="304260" y="50153"/>
                  <a:pt x="308778" y="54096"/>
                  <a:pt x="311395" y="58875"/>
                </a:cubicBezTo>
                <a:cubicBezTo>
                  <a:pt x="314012" y="63655"/>
                  <a:pt x="315320" y="72430"/>
                  <a:pt x="315320" y="85199"/>
                </a:cubicBezTo>
                <a:lnTo>
                  <a:pt x="315006" y="119530"/>
                </a:lnTo>
                <a:cubicBezTo>
                  <a:pt x="315006" y="129299"/>
                  <a:pt x="315477" y="136504"/>
                  <a:pt x="316419" y="141144"/>
                </a:cubicBezTo>
                <a:cubicBezTo>
                  <a:pt x="317361" y="145784"/>
                  <a:pt x="319123" y="150756"/>
                  <a:pt x="321705" y="156059"/>
                </a:cubicBezTo>
                <a:lnTo>
                  <a:pt x="292607" y="156059"/>
                </a:lnTo>
                <a:cubicBezTo>
                  <a:pt x="291840" y="154105"/>
                  <a:pt x="290898" y="151209"/>
                  <a:pt x="289781" y="147372"/>
                </a:cubicBezTo>
                <a:cubicBezTo>
                  <a:pt x="289293" y="145627"/>
                  <a:pt x="288944" y="144476"/>
                  <a:pt x="288734" y="143918"/>
                </a:cubicBezTo>
                <a:cubicBezTo>
                  <a:pt x="283710" y="148802"/>
                  <a:pt x="278337" y="152465"/>
                  <a:pt x="272616" y="154908"/>
                </a:cubicBezTo>
                <a:cubicBezTo>
                  <a:pt x="266894" y="157350"/>
                  <a:pt x="260788" y="158571"/>
                  <a:pt x="254299" y="158571"/>
                </a:cubicBezTo>
                <a:cubicBezTo>
                  <a:pt x="242855" y="158571"/>
                  <a:pt x="233836" y="155466"/>
                  <a:pt x="227242" y="149256"/>
                </a:cubicBezTo>
                <a:cubicBezTo>
                  <a:pt x="220648" y="143045"/>
                  <a:pt x="217351" y="135195"/>
                  <a:pt x="217351" y="125706"/>
                </a:cubicBezTo>
                <a:cubicBezTo>
                  <a:pt x="217351" y="119425"/>
                  <a:pt x="218852" y="113826"/>
                  <a:pt x="221852" y="108906"/>
                </a:cubicBezTo>
                <a:cubicBezTo>
                  <a:pt x="224852" y="103987"/>
                  <a:pt x="229057" y="100219"/>
                  <a:pt x="234464" y="97602"/>
                </a:cubicBezTo>
                <a:cubicBezTo>
                  <a:pt x="239872" y="94986"/>
                  <a:pt x="247670" y="92700"/>
                  <a:pt x="257858" y="90747"/>
                </a:cubicBezTo>
                <a:cubicBezTo>
                  <a:pt x="271604" y="88165"/>
                  <a:pt x="281129" y="85757"/>
                  <a:pt x="286432" y="83525"/>
                </a:cubicBezTo>
                <a:lnTo>
                  <a:pt x="286432" y="80594"/>
                </a:lnTo>
                <a:cubicBezTo>
                  <a:pt x="286432" y="74942"/>
                  <a:pt x="285036" y="70912"/>
                  <a:pt x="282245" y="68505"/>
                </a:cubicBezTo>
                <a:cubicBezTo>
                  <a:pt x="279454" y="66097"/>
                  <a:pt x="274186" y="64894"/>
                  <a:pt x="266440" y="64894"/>
                </a:cubicBezTo>
                <a:cubicBezTo>
                  <a:pt x="261207" y="64894"/>
                  <a:pt x="257125" y="65923"/>
                  <a:pt x="254194" y="67981"/>
                </a:cubicBezTo>
                <a:cubicBezTo>
                  <a:pt x="251264" y="70040"/>
                  <a:pt x="248891" y="73651"/>
                  <a:pt x="247077" y="78815"/>
                </a:cubicBezTo>
                <a:moveTo>
                  <a:pt x="286432" y="102679"/>
                </a:moveTo>
                <a:cubicBezTo>
                  <a:pt x="282664" y="103935"/>
                  <a:pt x="276698" y="105435"/>
                  <a:pt x="268534" y="107179"/>
                </a:cubicBezTo>
                <a:cubicBezTo>
                  <a:pt x="260370" y="108924"/>
                  <a:pt x="255032" y="110633"/>
                  <a:pt x="252520" y="112308"/>
                </a:cubicBezTo>
                <a:cubicBezTo>
                  <a:pt x="248682" y="115029"/>
                  <a:pt x="246763" y="118483"/>
                  <a:pt x="246763" y="122670"/>
                </a:cubicBezTo>
                <a:cubicBezTo>
                  <a:pt x="246763" y="126787"/>
                  <a:pt x="248298" y="130346"/>
                  <a:pt x="251368" y="133346"/>
                </a:cubicBezTo>
                <a:cubicBezTo>
                  <a:pt x="254438" y="136347"/>
                  <a:pt x="258346" y="137847"/>
                  <a:pt x="263091" y="137847"/>
                </a:cubicBezTo>
                <a:cubicBezTo>
                  <a:pt x="268394" y="137847"/>
                  <a:pt x="273453" y="136102"/>
                  <a:pt x="278268" y="132614"/>
                </a:cubicBezTo>
                <a:cubicBezTo>
                  <a:pt x="281826" y="129962"/>
                  <a:pt x="284164" y="126717"/>
                  <a:pt x="285280" y="122880"/>
                </a:cubicBezTo>
                <a:cubicBezTo>
                  <a:pt x="286048" y="120368"/>
                  <a:pt x="286432" y="115588"/>
                  <a:pt x="286432" y="108540"/>
                </a:cubicBezTo>
                <a:lnTo>
                  <a:pt x="286432" y="102679"/>
                </a:lnTo>
                <a:close/>
                <a:moveTo>
                  <a:pt x="448583" y="156059"/>
                </a:moveTo>
                <a:lnTo>
                  <a:pt x="419171" y="156059"/>
                </a:lnTo>
                <a:lnTo>
                  <a:pt x="419171" y="99329"/>
                </a:lnTo>
                <a:cubicBezTo>
                  <a:pt x="419171" y="87327"/>
                  <a:pt x="418543" y="79565"/>
                  <a:pt x="417287" y="76041"/>
                </a:cubicBezTo>
                <a:cubicBezTo>
                  <a:pt x="416031" y="72517"/>
                  <a:pt x="413990" y="69778"/>
                  <a:pt x="411164" y="67824"/>
                </a:cubicBezTo>
                <a:cubicBezTo>
                  <a:pt x="408338" y="65871"/>
                  <a:pt x="404936" y="64894"/>
                  <a:pt x="400959" y="64894"/>
                </a:cubicBezTo>
                <a:cubicBezTo>
                  <a:pt x="395865" y="64894"/>
                  <a:pt x="391295" y="66289"/>
                  <a:pt x="387248" y="69080"/>
                </a:cubicBezTo>
                <a:cubicBezTo>
                  <a:pt x="383200" y="71872"/>
                  <a:pt x="380427" y="75570"/>
                  <a:pt x="378927" y="80175"/>
                </a:cubicBezTo>
                <a:cubicBezTo>
                  <a:pt x="377426" y="84781"/>
                  <a:pt x="376676" y="93294"/>
                  <a:pt x="376676" y="105714"/>
                </a:cubicBezTo>
                <a:lnTo>
                  <a:pt x="376676" y="156059"/>
                </a:lnTo>
                <a:lnTo>
                  <a:pt x="347265" y="156059"/>
                </a:lnTo>
                <a:lnTo>
                  <a:pt x="347265" y="44902"/>
                </a:lnTo>
                <a:lnTo>
                  <a:pt x="374583" y="44902"/>
                </a:lnTo>
                <a:lnTo>
                  <a:pt x="374583" y="61230"/>
                </a:lnTo>
                <a:cubicBezTo>
                  <a:pt x="384282" y="48670"/>
                  <a:pt x="396493" y="42390"/>
                  <a:pt x="411216" y="42390"/>
                </a:cubicBezTo>
                <a:cubicBezTo>
                  <a:pt x="417706" y="42390"/>
                  <a:pt x="423637" y="43559"/>
                  <a:pt x="429010" y="45897"/>
                </a:cubicBezTo>
                <a:cubicBezTo>
                  <a:pt x="434383" y="48234"/>
                  <a:pt x="438447" y="51217"/>
                  <a:pt x="441204" y="54846"/>
                </a:cubicBezTo>
                <a:cubicBezTo>
                  <a:pt x="443960" y="58474"/>
                  <a:pt x="445879" y="62591"/>
                  <a:pt x="446960" y="67196"/>
                </a:cubicBezTo>
                <a:cubicBezTo>
                  <a:pt x="448042" y="71802"/>
                  <a:pt x="448583" y="78396"/>
                  <a:pt x="448583" y="86979"/>
                </a:cubicBezTo>
                <a:lnTo>
                  <a:pt x="448583" y="156059"/>
                </a:lnTo>
                <a:close/>
                <a:moveTo>
                  <a:pt x="474923" y="124345"/>
                </a:moveTo>
                <a:lnTo>
                  <a:pt x="504440" y="119844"/>
                </a:lnTo>
                <a:cubicBezTo>
                  <a:pt x="505696" y="125566"/>
                  <a:pt x="508243" y="129910"/>
                  <a:pt x="512080" y="132875"/>
                </a:cubicBezTo>
                <a:cubicBezTo>
                  <a:pt x="515918" y="135841"/>
                  <a:pt x="521291" y="137324"/>
                  <a:pt x="528199" y="137324"/>
                </a:cubicBezTo>
                <a:cubicBezTo>
                  <a:pt x="535805" y="137324"/>
                  <a:pt x="541527" y="135928"/>
                  <a:pt x="545365" y="133137"/>
                </a:cubicBezTo>
                <a:cubicBezTo>
                  <a:pt x="547946" y="131183"/>
                  <a:pt x="549237" y="128566"/>
                  <a:pt x="549237" y="125287"/>
                </a:cubicBezTo>
                <a:cubicBezTo>
                  <a:pt x="549237" y="123054"/>
                  <a:pt x="548539" y="121205"/>
                  <a:pt x="547144" y="119739"/>
                </a:cubicBezTo>
                <a:cubicBezTo>
                  <a:pt x="545679" y="118344"/>
                  <a:pt x="542399" y="117053"/>
                  <a:pt x="537305" y="115867"/>
                </a:cubicBezTo>
                <a:cubicBezTo>
                  <a:pt x="513581" y="110633"/>
                  <a:pt x="498543" y="105854"/>
                  <a:pt x="492194" y="101527"/>
                </a:cubicBezTo>
                <a:cubicBezTo>
                  <a:pt x="483401" y="95526"/>
                  <a:pt x="479005" y="87188"/>
                  <a:pt x="479005" y="76512"/>
                </a:cubicBezTo>
                <a:cubicBezTo>
                  <a:pt x="479005" y="66882"/>
                  <a:pt x="482808" y="58788"/>
                  <a:pt x="490414" y="52229"/>
                </a:cubicBezTo>
                <a:cubicBezTo>
                  <a:pt x="498020" y="45670"/>
                  <a:pt x="509813" y="42390"/>
                  <a:pt x="525792" y="42390"/>
                </a:cubicBezTo>
                <a:cubicBezTo>
                  <a:pt x="541003" y="42390"/>
                  <a:pt x="552307" y="44867"/>
                  <a:pt x="559704" y="49822"/>
                </a:cubicBezTo>
                <a:cubicBezTo>
                  <a:pt x="567100" y="54776"/>
                  <a:pt x="572194" y="62103"/>
                  <a:pt x="574985" y="71802"/>
                </a:cubicBezTo>
                <a:lnTo>
                  <a:pt x="547249" y="76931"/>
                </a:lnTo>
                <a:cubicBezTo>
                  <a:pt x="546062" y="72604"/>
                  <a:pt x="543812" y="69290"/>
                  <a:pt x="540498" y="66987"/>
                </a:cubicBezTo>
                <a:cubicBezTo>
                  <a:pt x="537183" y="64684"/>
                  <a:pt x="532456" y="63533"/>
                  <a:pt x="526315" y="63533"/>
                </a:cubicBezTo>
                <a:cubicBezTo>
                  <a:pt x="518570" y="63533"/>
                  <a:pt x="513022" y="64615"/>
                  <a:pt x="509673" y="66778"/>
                </a:cubicBezTo>
                <a:cubicBezTo>
                  <a:pt x="507440" y="68313"/>
                  <a:pt x="506324" y="70302"/>
                  <a:pt x="506324" y="72744"/>
                </a:cubicBezTo>
                <a:cubicBezTo>
                  <a:pt x="506324" y="74837"/>
                  <a:pt x="507301" y="76617"/>
                  <a:pt x="509254" y="78082"/>
                </a:cubicBezTo>
                <a:cubicBezTo>
                  <a:pt x="511906" y="80036"/>
                  <a:pt x="521064" y="82792"/>
                  <a:pt x="536729" y="86351"/>
                </a:cubicBezTo>
                <a:cubicBezTo>
                  <a:pt x="552395" y="89909"/>
                  <a:pt x="563332" y="94270"/>
                  <a:pt x="569543" y="99434"/>
                </a:cubicBezTo>
                <a:cubicBezTo>
                  <a:pt x="575683" y="104667"/>
                  <a:pt x="578753" y="111959"/>
                  <a:pt x="578753" y="121310"/>
                </a:cubicBezTo>
                <a:cubicBezTo>
                  <a:pt x="578753" y="131497"/>
                  <a:pt x="574497" y="140254"/>
                  <a:pt x="565984" y="147581"/>
                </a:cubicBezTo>
                <a:cubicBezTo>
                  <a:pt x="557471" y="154908"/>
                  <a:pt x="544876" y="158571"/>
                  <a:pt x="528199" y="158571"/>
                </a:cubicBezTo>
                <a:cubicBezTo>
                  <a:pt x="513057" y="158571"/>
                  <a:pt x="501073" y="155501"/>
                  <a:pt x="492246" y="149360"/>
                </a:cubicBezTo>
                <a:cubicBezTo>
                  <a:pt x="483419" y="143220"/>
                  <a:pt x="477645" y="134881"/>
                  <a:pt x="474923" y="124345"/>
                </a:cubicBezTo>
                <a:close/>
                <a:moveTo>
                  <a:pt x="594788" y="44902"/>
                </a:moveTo>
                <a:lnTo>
                  <a:pt x="611117" y="44902"/>
                </a:lnTo>
                <a:lnTo>
                  <a:pt x="611117" y="36529"/>
                </a:lnTo>
                <a:cubicBezTo>
                  <a:pt x="611117" y="27179"/>
                  <a:pt x="612111" y="20201"/>
                  <a:pt x="614100" y="15595"/>
                </a:cubicBezTo>
                <a:cubicBezTo>
                  <a:pt x="616088" y="10990"/>
                  <a:pt x="619752" y="7239"/>
                  <a:pt x="625090" y="4344"/>
                </a:cubicBezTo>
                <a:cubicBezTo>
                  <a:pt x="630428" y="1448"/>
                  <a:pt x="637179" y="0"/>
                  <a:pt x="645343" y="0"/>
                </a:cubicBezTo>
                <a:cubicBezTo>
                  <a:pt x="653716" y="0"/>
                  <a:pt x="661915" y="1256"/>
                  <a:pt x="669940" y="3768"/>
                </a:cubicBezTo>
                <a:lnTo>
                  <a:pt x="665962" y="24283"/>
                </a:lnTo>
                <a:cubicBezTo>
                  <a:pt x="661287" y="23166"/>
                  <a:pt x="656786" y="22608"/>
                  <a:pt x="652460" y="22608"/>
                </a:cubicBezTo>
                <a:cubicBezTo>
                  <a:pt x="648204" y="22608"/>
                  <a:pt x="645151" y="23603"/>
                  <a:pt x="643302" y="25591"/>
                </a:cubicBezTo>
                <a:cubicBezTo>
                  <a:pt x="641453" y="27580"/>
                  <a:pt x="640528" y="31400"/>
                  <a:pt x="640528" y="37052"/>
                </a:cubicBezTo>
                <a:lnTo>
                  <a:pt x="640528" y="44902"/>
                </a:lnTo>
                <a:lnTo>
                  <a:pt x="662508" y="44902"/>
                </a:lnTo>
                <a:lnTo>
                  <a:pt x="662508" y="68034"/>
                </a:lnTo>
                <a:lnTo>
                  <a:pt x="640528" y="68034"/>
                </a:lnTo>
                <a:lnTo>
                  <a:pt x="640528" y="156059"/>
                </a:lnTo>
                <a:lnTo>
                  <a:pt x="611117" y="156059"/>
                </a:lnTo>
                <a:lnTo>
                  <a:pt x="611117" y="68034"/>
                </a:lnTo>
                <a:lnTo>
                  <a:pt x="594788" y="68034"/>
                </a:lnTo>
                <a:lnTo>
                  <a:pt x="594788" y="44902"/>
                </a:lnTo>
                <a:close/>
                <a:moveTo>
                  <a:pt x="677364" y="98911"/>
                </a:moveTo>
                <a:cubicBezTo>
                  <a:pt x="677364" y="89142"/>
                  <a:pt x="679771" y="79687"/>
                  <a:pt x="684586" y="70546"/>
                </a:cubicBezTo>
                <a:cubicBezTo>
                  <a:pt x="689401" y="61405"/>
                  <a:pt x="696222" y="54427"/>
                  <a:pt x="705049" y="49612"/>
                </a:cubicBezTo>
                <a:cubicBezTo>
                  <a:pt x="713876" y="44798"/>
                  <a:pt x="723732" y="42390"/>
                  <a:pt x="734617" y="42390"/>
                </a:cubicBezTo>
                <a:cubicBezTo>
                  <a:pt x="751434" y="42390"/>
                  <a:pt x="765215" y="47850"/>
                  <a:pt x="775961" y="58771"/>
                </a:cubicBezTo>
                <a:cubicBezTo>
                  <a:pt x="786707" y="69691"/>
                  <a:pt x="792080" y="83490"/>
                  <a:pt x="792080" y="100167"/>
                </a:cubicBezTo>
                <a:cubicBezTo>
                  <a:pt x="792080" y="116983"/>
                  <a:pt x="786654" y="130921"/>
                  <a:pt x="775804" y="141981"/>
                </a:cubicBezTo>
                <a:cubicBezTo>
                  <a:pt x="764953" y="153041"/>
                  <a:pt x="751294" y="158571"/>
                  <a:pt x="734826" y="158571"/>
                </a:cubicBezTo>
                <a:cubicBezTo>
                  <a:pt x="724639" y="158571"/>
                  <a:pt x="714922" y="156268"/>
                  <a:pt x="705677" y="151663"/>
                </a:cubicBezTo>
                <a:cubicBezTo>
                  <a:pt x="696431" y="147058"/>
                  <a:pt x="689401" y="140307"/>
                  <a:pt x="684586" y="131410"/>
                </a:cubicBezTo>
                <a:cubicBezTo>
                  <a:pt x="679771" y="122513"/>
                  <a:pt x="677364" y="111680"/>
                  <a:pt x="677364" y="98911"/>
                </a:cubicBezTo>
                <a:moveTo>
                  <a:pt x="707508" y="100481"/>
                </a:moveTo>
                <a:cubicBezTo>
                  <a:pt x="707508" y="111506"/>
                  <a:pt x="710125" y="119949"/>
                  <a:pt x="715358" y="125810"/>
                </a:cubicBezTo>
                <a:cubicBezTo>
                  <a:pt x="720592" y="131672"/>
                  <a:pt x="727046" y="134602"/>
                  <a:pt x="734722" y="134602"/>
                </a:cubicBezTo>
                <a:cubicBezTo>
                  <a:pt x="742397" y="134602"/>
                  <a:pt x="748834" y="131672"/>
                  <a:pt x="754033" y="125810"/>
                </a:cubicBezTo>
                <a:cubicBezTo>
                  <a:pt x="759231" y="119949"/>
                  <a:pt x="761831" y="111436"/>
                  <a:pt x="761831" y="100271"/>
                </a:cubicBezTo>
                <a:cubicBezTo>
                  <a:pt x="761831" y="89386"/>
                  <a:pt x="759231" y="81013"/>
                  <a:pt x="754033" y="75151"/>
                </a:cubicBezTo>
                <a:cubicBezTo>
                  <a:pt x="748834" y="69290"/>
                  <a:pt x="742397" y="66359"/>
                  <a:pt x="734722" y="66359"/>
                </a:cubicBezTo>
                <a:cubicBezTo>
                  <a:pt x="727046" y="66359"/>
                  <a:pt x="720592" y="69290"/>
                  <a:pt x="715358" y="75151"/>
                </a:cubicBezTo>
                <a:cubicBezTo>
                  <a:pt x="710125" y="81013"/>
                  <a:pt x="707508" y="89456"/>
                  <a:pt x="707508" y="100481"/>
                </a:cubicBezTo>
                <a:close/>
                <a:moveTo>
                  <a:pt x="850134" y="156059"/>
                </a:moveTo>
                <a:lnTo>
                  <a:pt x="820723" y="156059"/>
                </a:lnTo>
                <a:lnTo>
                  <a:pt x="820723" y="44902"/>
                </a:lnTo>
                <a:lnTo>
                  <a:pt x="848041" y="44902"/>
                </a:lnTo>
                <a:lnTo>
                  <a:pt x="848041" y="60707"/>
                </a:lnTo>
                <a:cubicBezTo>
                  <a:pt x="852716" y="53241"/>
                  <a:pt x="856920" y="48321"/>
                  <a:pt x="860653" y="45949"/>
                </a:cubicBezTo>
                <a:cubicBezTo>
                  <a:pt x="864386" y="43577"/>
                  <a:pt x="868625" y="42390"/>
                  <a:pt x="873370" y="42390"/>
                </a:cubicBezTo>
                <a:cubicBezTo>
                  <a:pt x="880069" y="42390"/>
                  <a:pt x="886524" y="44239"/>
                  <a:pt x="892734" y="47938"/>
                </a:cubicBezTo>
                <a:lnTo>
                  <a:pt x="883628" y="73581"/>
                </a:lnTo>
                <a:cubicBezTo>
                  <a:pt x="878674" y="70371"/>
                  <a:pt x="874068" y="68766"/>
                  <a:pt x="869812" y="68766"/>
                </a:cubicBezTo>
                <a:cubicBezTo>
                  <a:pt x="865695" y="68766"/>
                  <a:pt x="862206" y="69900"/>
                  <a:pt x="859345" y="72168"/>
                </a:cubicBezTo>
                <a:cubicBezTo>
                  <a:pt x="856484" y="74436"/>
                  <a:pt x="854234" y="78535"/>
                  <a:pt x="852594" y="84467"/>
                </a:cubicBezTo>
                <a:cubicBezTo>
                  <a:pt x="850954" y="90398"/>
                  <a:pt x="850134" y="102818"/>
                  <a:pt x="850134" y="121728"/>
                </a:cubicBezTo>
                <a:lnTo>
                  <a:pt x="850134" y="156059"/>
                </a:lnTo>
                <a:close/>
                <a:moveTo>
                  <a:pt x="896285" y="44902"/>
                </a:moveTo>
                <a:lnTo>
                  <a:pt x="923394" y="44902"/>
                </a:lnTo>
                <a:lnTo>
                  <a:pt x="923394" y="60079"/>
                </a:lnTo>
                <a:cubicBezTo>
                  <a:pt x="933093" y="48287"/>
                  <a:pt x="944641" y="42390"/>
                  <a:pt x="958039" y="42390"/>
                </a:cubicBezTo>
                <a:cubicBezTo>
                  <a:pt x="965156" y="42390"/>
                  <a:pt x="971332" y="43856"/>
                  <a:pt x="976565" y="46786"/>
                </a:cubicBezTo>
                <a:cubicBezTo>
                  <a:pt x="981798" y="49717"/>
                  <a:pt x="986090" y="54148"/>
                  <a:pt x="989439" y="60079"/>
                </a:cubicBezTo>
                <a:cubicBezTo>
                  <a:pt x="994324" y="54148"/>
                  <a:pt x="999592" y="49717"/>
                  <a:pt x="1005244" y="46786"/>
                </a:cubicBezTo>
                <a:cubicBezTo>
                  <a:pt x="1010896" y="43856"/>
                  <a:pt x="1016932" y="42390"/>
                  <a:pt x="1023351" y="42390"/>
                </a:cubicBezTo>
                <a:cubicBezTo>
                  <a:pt x="1031515" y="42390"/>
                  <a:pt x="1038423" y="44048"/>
                  <a:pt x="1044075" y="47362"/>
                </a:cubicBezTo>
                <a:cubicBezTo>
                  <a:pt x="1049727" y="50676"/>
                  <a:pt x="1053949" y="55543"/>
                  <a:pt x="1056740" y="61963"/>
                </a:cubicBezTo>
                <a:cubicBezTo>
                  <a:pt x="1058764" y="66708"/>
                  <a:pt x="1059776" y="74384"/>
                  <a:pt x="1059776" y="84990"/>
                </a:cubicBezTo>
                <a:lnTo>
                  <a:pt x="1059776" y="156059"/>
                </a:lnTo>
                <a:lnTo>
                  <a:pt x="1030364" y="156059"/>
                </a:lnTo>
                <a:lnTo>
                  <a:pt x="1030364" y="92526"/>
                </a:lnTo>
                <a:cubicBezTo>
                  <a:pt x="1030364" y="81501"/>
                  <a:pt x="1029352" y="74384"/>
                  <a:pt x="1027329" y="71174"/>
                </a:cubicBezTo>
                <a:cubicBezTo>
                  <a:pt x="1024607" y="66987"/>
                  <a:pt x="1020421" y="64894"/>
                  <a:pt x="1014769" y="64894"/>
                </a:cubicBezTo>
                <a:cubicBezTo>
                  <a:pt x="1010652" y="64894"/>
                  <a:pt x="1006779" y="66150"/>
                  <a:pt x="1003151" y="68662"/>
                </a:cubicBezTo>
                <a:cubicBezTo>
                  <a:pt x="999522" y="71174"/>
                  <a:pt x="996905" y="74855"/>
                  <a:pt x="995300" y="79704"/>
                </a:cubicBezTo>
                <a:cubicBezTo>
                  <a:pt x="993696" y="84554"/>
                  <a:pt x="992893" y="92212"/>
                  <a:pt x="992893" y="102679"/>
                </a:cubicBezTo>
                <a:lnTo>
                  <a:pt x="992893" y="156059"/>
                </a:lnTo>
                <a:lnTo>
                  <a:pt x="963482" y="156059"/>
                </a:lnTo>
                <a:lnTo>
                  <a:pt x="963482" y="95143"/>
                </a:lnTo>
                <a:cubicBezTo>
                  <a:pt x="963482" y="84327"/>
                  <a:pt x="962958" y="77349"/>
                  <a:pt x="961912" y="74209"/>
                </a:cubicBezTo>
                <a:cubicBezTo>
                  <a:pt x="960865" y="71069"/>
                  <a:pt x="959243" y="68732"/>
                  <a:pt x="957045" y="67196"/>
                </a:cubicBezTo>
                <a:cubicBezTo>
                  <a:pt x="954847" y="65661"/>
                  <a:pt x="951863" y="64894"/>
                  <a:pt x="948095" y="64894"/>
                </a:cubicBezTo>
                <a:cubicBezTo>
                  <a:pt x="943560" y="64894"/>
                  <a:pt x="939478" y="66115"/>
                  <a:pt x="935849" y="68557"/>
                </a:cubicBezTo>
                <a:cubicBezTo>
                  <a:pt x="932221" y="70999"/>
                  <a:pt x="929622" y="74523"/>
                  <a:pt x="928052" y="79129"/>
                </a:cubicBezTo>
                <a:cubicBezTo>
                  <a:pt x="926482" y="83734"/>
                  <a:pt x="925697" y="91375"/>
                  <a:pt x="925697" y="102051"/>
                </a:cubicBezTo>
                <a:lnTo>
                  <a:pt x="925697" y="156059"/>
                </a:lnTo>
                <a:lnTo>
                  <a:pt x="896285" y="156059"/>
                </a:lnTo>
                <a:lnTo>
                  <a:pt x="896285" y="44902"/>
                </a:lnTo>
                <a:close/>
                <a:moveTo>
                  <a:pt x="1146538" y="120682"/>
                </a:moveTo>
                <a:lnTo>
                  <a:pt x="1175845" y="125601"/>
                </a:lnTo>
                <a:cubicBezTo>
                  <a:pt x="1172077" y="136347"/>
                  <a:pt x="1166128" y="144528"/>
                  <a:pt x="1157999" y="150145"/>
                </a:cubicBezTo>
                <a:cubicBezTo>
                  <a:pt x="1149870" y="155763"/>
                  <a:pt x="1139699" y="158571"/>
                  <a:pt x="1127488" y="158571"/>
                </a:cubicBezTo>
                <a:cubicBezTo>
                  <a:pt x="1108160" y="158571"/>
                  <a:pt x="1093855" y="152256"/>
                  <a:pt x="1084575" y="139626"/>
                </a:cubicBezTo>
                <a:cubicBezTo>
                  <a:pt x="1077248" y="129508"/>
                  <a:pt x="1073584" y="116739"/>
                  <a:pt x="1073584" y="101318"/>
                </a:cubicBezTo>
                <a:cubicBezTo>
                  <a:pt x="1073584" y="82897"/>
                  <a:pt x="1078399" y="68470"/>
                  <a:pt x="1088029" y="58038"/>
                </a:cubicBezTo>
                <a:cubicBezTo>
                  <a:pt x="1097658" y="47606"/>
                  <a:pt x="1109834" y="42390"/>
                  <a:pt x="1124558" y="42390"/>
                </a:cubicBezTo>
                <a:cubicBezTo>
                  <a:pt x="1141095" y="42390"/>
                  <a:pt x="1154143" y="47850"/>
                  <a:pt x="1163703" y="58771"/>
                </a:cubicBezTo>
                <a:cubicBezTo>
                  <a:pt x="1173263" y="69691"/>
                  <a:pt x="1177833" y="86420"/>
                  <a:pt x="1177415" y="108959"/>
                </a:cubicBezTo>
                <a:lnTo>
                  <a:pt x="1103729" y="108959"/>
                </a:lnTo>
                <a:cubicBezTo>
                  <a:pt x="1103938" y="117681"/>
                  <a:pt x="1106310" y="124467"/>
                  <a:pt x="1110846" y="129317"/>
                </a:cubicBezTo>
                <a:cubicBezTo>
                  <a:pt x="1115382" y="134166"/>
                  <a:pt x="1121034" y="136591"/>
                  <a:pt x="1127802" y="136591"/>
                </a:cubicBezTo>
                <a:cubicBezTo>
                  <a:pt x="1132408" y="136591"/>
                  <a:pt x="1136280" y="135335"/>
                  <a:pt x="1139420" y="132823"/>
                </a:cubicBezTo>
                <a:cubicBezTo>
                  <a:pt x="1142560" y="130311"/>
                  <a:pt x="1144933" y="126264"/>
                  <a:pt x="1146538" y="120682"/>
                </a:cubicBezTo>
                <a:moveTo>
                  <a:pt x="1148212" y="90956"/>
                </a:moveTo>
                <a:cubicBezTo>
                  <a:pt x="1148003" y="82443"/>
                  <a:pt x="1145805" y="75971"/>
                  <a:pt x="1141618" y="71540"/>
                </a:cubicBezTo>
                <a:cubicBezTo>
                  <a:pt x="1137432" y="67109"/>
                  <a:pt x="1132338" y="64894"/>
                  <a:pt x="1126337" y="64894"/>
                </a:cubicBezTo>
                <a:cubicBezTo>
                  <a:pt x="1119917" y="64894"/>
                  <a:pt x="1114614" y="67231"/>
                  <a:pt x="1110427" y="71906"/>
                </a:cubicBezTo>
                <a:cubicBezTo>
                  <a:pt x="1106241" y="76582"/>
                  <a:pt x="1104182" y="82931"/>
                  <a:pt x="1104252" y="90956"/>
                </a:cubicBezTo>
                <a:lnTo>
                  <a:pt x="1148212" y="90956"/>
                </a:lnTo>
                <a:close/>
                <a:moveTo>
                  <a:pt x="1232700" y="156059"/>
                </a:moveTo>
                <a:lnTo>
                  <a:pt x="1203289" y="156059"/>
                </a:lnTo>
                <a:lnTo>
                  <a:pt x="1203289" y="44902"/>
                </a:lnTo>
                <a:lnTo>
                  <a:pt x="1230607" y="44902"/>
                </a:lnTo>
                <a:lnTo>
                  <a:pt x="1230607" y="60707"/>
                </a:lnTo>
                <a:cubicBezTo>
                  <a:pt x="1235282" y="53241"/>
                  <a:pt x="1239486" y="48321"/>
                  <a:pt x="1243219" y="45949"/>
                </a:cubicBezTo>
                <a:cubicBezTo>
                  <a:pt x="1246953" y="43577"/>
                  <a:pt x="1251192" y="42390"/>
                  <a:pt x="1255936" y="42390"/>
                </a:cubicBezTo>
                <a:cubicBezTo>
                  <a:pt x="1262635" y="42390"/>
                  <a:pt x="1269090" y="44239"/>
                  <a:pt x="1275300" y="47938"/>
                </a:cubicBezTo>
                <a:lnTo>
                  <a:pt x="1266194" y="73581"/>
                </a:lnTo>
                <a:cubicBezTo>
                  <a:pt x="1261240" y="70371"/>
                  <a:pt x="1256634" y="68766"/>
                  <a:pt x="1252378" y="68766"/>
                </a:cubicBezTo>
                <a:cubicBezTo>
                  <a:pt x="1248261" y="68766"/>
                  <a:pt x="1244772" y="69900"/>
                  <a:pt x="1241911" y="72168"/>
                </a:cubicBezTo>
                <a:cubicBezTo>
                  <a:pt x="1239050" y="74436"/>
                  <a:pt x="1236800" y="78535"/>
                  <a:pt x="1235160" y="84467"/>
                </a:cubicBezTo>
                <a:cubicBezTo>
                  <a:pt x="1233520" y="90398"/>
                  <a:pt x="1232700" y="102818"/>
                  <a:pt x="1232700" y="121728"/>
                </a:cubicBezTo>
                <a:lnTo>
                  <a:pt x="1232700" y="156059"/>
                </a:lnTo>
                <a:close/>
                <a:moveTo>
                  <a:pt x="1326691" y="156059"/>
                </a:moveTo>
                <a:lnTo>
                  <a:pt x="1326691" y="2617"/>
                </a:lnTo>
                <a:lnTo>
                  <a:pt x="1373059" y="2617"/>
                </a:lnTo>
                <a:lnTo>
                  <a:pt x="1400901" y="107284"/>
                </a:lnTo>
                <a:lnTo>
                  <a:pt x="1428428" y="2617"/>
                </a:lnTo>
                <a:lnTo>
                  <a:pt x="1474900" y="2617"/>
                </a:lnTo>
                <a:lnTo>
                  <a:pt x="1474900" y="156059"/>
                </a:lnTo>
                <a:lnTo>
                  <a:pt x="1446117" y="156059"/>
                </a:lnTo>
                <a:lnTo>
                  <a:pt x="1446117" y="35273"/>
                </a:lnTo>
                <a:lnTo>
                  <a:pt x="1415659" y="156059"/>
                </a:lnTo>
                <a:lnTo>
                  <a:pt x="1385828" y="156059"/>
                </a:lnTo>
                <a:lnTo>
                  <a:pt x="1355475" y="35273"/>
                </a:lnTo>
                <a:lnTo>
                  <a:pt x="1355475" y="156059"/>
                </a:lnTo>
                <a:lnTo>
                  <a:pt x="1326691" y="156059"/>
                </a:lnTo>
                <a:close/>
                <a:moveTo>
                  <a:pt x="1503781" y="98911"/>
                </a:moveTo>
                <a:cubicBezTo>
                  <a:pt x="1503781" y="89142"/>
                  <a:pt x="1506188" y="79687"/>
                  <a:pt x="1511003" y="70546"/>
                </a:cubicBezTo>
                <a:cubicBezTo>
                  <a:pt x="1515817" y="61405"/>
                  <a:pt x="1522638" y="54427"/>
                  <a:pt x="1531465" y="49612"/>
                </a:cubicBezTo>
                <a:cubicBezTo>
                  <a:pt x="1540292" y="44798"/>
                  <a:pt x="1550148" y="42390"/>
                  <a:pt x="1561034" y="42390"/>
                </a:cubicBezTo>
                <a:cubicBezTo>
                  <a:pt x="1577850" y="42390"/>
                  <a:pt x="1591631" y="47850"/>
                  <a:pt x="1602377" y="58771"/>
                </a:cubicBezTo>
                <a:cubicBezTo>
                  <a:pt x="1613123" y="69691"/>
                  <a:pt x="1618496" y="83490"/>
                  <a:pt x="1618496" y="100167"/>
                </a:cubicBezTo>
                <a:cubicBezTo>
                  <a:pt x="1618496" y="116983"/>
                  <a:pt x="1613071" y="130921"/>
                  <a:pt x="1602220" y="141981"/>
                </a:cubicBezTo>
                <a:cubicBezTo>
                  <a:pt x="1591370" y="153041"/>
                  <a:pt x="1577711" y="158571"/>
                  <a:pt x="1561243" y="158571"/>
                </a:cubicBezTo>
                <a:cubicBezTo>
                  <a:pt x="1551055" y="158571"/>
                  <a:pt x="1541339" y="156268"/>
                  <a:pt x="1532093" y="151663"/>
                </a:cubicBezTo>
                <a:cubicBezTo>
                  <a:pt x="1522847" y="147058"/>
                  <a:pt x="1515817" y="140307"/>
                  <a:pt x="1511003" y="131410"/>
                </a:cubicBezTo>
                <a:cubicBezTo>
                  <a:pt x="1506188" y="122513"/>
                  <a:pt x="1503781" y="111680"/>
                  <a:pt x="1503781" y="98911"/>
                </a:cubicBezTo>
                <a:moveTo>
                  <a:pt x="1533925" y="100481"/>
                </a:moveTo>
                <a:cubicBezTo>
                  <a:pt x="1533925" y="111506"/>
                  <a:pt x="1536541" y="119949"/>
                  <a:pt x="1541775" y="125810"/>
                </a:cubicBezTo>
                <a:cubicBezTo>
                  <a:pt x="1547008" y="131672"/>
                  <a:pt x="1553463" y="134602"/>
                  <a:pt x="1561138" y="134602"/>
                </a:cubicBezTo>
                <a:cubicBezTo>
                  <a:pt x="1568814" y="134602"/>
                  <a:pt x="1575251" y="131672"/>
                  <a:pt x="1580449" y="125810"/>
                </a:cubicBezTo>
                <a:cubicBezTo>
                  <a:pt x="1585648" y="119949"/>
                  <a:pt x="1588247" y="111436"/>
                  <a:pt x="1588247" y="100271"/>
                </a:cubicBezTo>
                <a:cubicBezTo>
                  <a:pt x="1588247" y="89386"/>
                  <a:pt x="1585648" y="81013"/>
                  <a:pt x="1580449" y="75151"/>
                </a:cubicBezTo>
                <a:cubicBezTo>
                  <a:pt x="1575251" y="69290"/>
                  <a:pt x="1568814" y="66359"/>
                  <a:pt x="1561138" y="66359"/>
                </a:cubicBezTo>
                <a:cubicBezTo>
                  <a:pt x="1553463" y="66359"/>
                  <a:pt x="1547008" y="69290"/>
                  <a:pt x="1541775" y="75151"/>
                </a:cubicBezTo>
                <a:cubicBezTo>
                  <a:pt x="1536541" y="81013"/>
                  <a:pt x="1533925" y="89456"/>
                  <a:pt x="1533925" y="100481"/>
                </a:cubicBezTo>
                <a:close/>
                <a:moveTo>
                  <a:pt x="1750343" y="156059"/>
                </a:moveTo>
                <a:lnTo>
                  <a:pt x="1723024" y="156059"/>
                </a:lnTo>
                <a:lnTo>
                  <a:pt x="1723024" y="139731"/>
                </a:lnTo>
                <a:cubicBezTo>
                  <a:pt x="1718489" y="146081"/>
                  <a:pt x="1713133" y="150808"/>
                  <a:pt x="1706958" y="153913"/>
                </a:cubicBezTo>
                <a:cubicBezTo>
                  <a:pt x="1700783" y="157019"/>
                  <a:pt x="1694555" y="158571"/>
                  <a:pt x="1688275" y="158571"/>
                </a:cubicBezTo>
                <a:cubicBezTo>
                  <a:pt x="1675505" y="158571"/>
                  <a:pt x="1664568" y="153425"/>
                  <a:pt x="1655462" y="143133"/>
                </a:cubicBezTo>
                <a:cubicBezTo>
                  <a:pt x="1646356" y="132840"/>
                  <a:pt x="1641803" y="118483"/>
                  <a:pt x="1641803" y="100062"/>
                </a:cubicBezTo>
                <a:cubicBezTo>
                  <a:pt x="1641803" y="81222"/>
                  <a:pt x="1646233" y="66900"/>
                  <a:pt x="1655095" y="57096"/>
                </a:cubicBezTo>
                <a:cubicBezTo>
                  <a:pt x="1663957" y="47292"/>
                  <a:pt x="1675157" y="42390"/>
                  <a:pt x="1688694" y="42390"/>
                </a:cubicBezTo>
                <a:cubicBezTo>
                  <a:pt x="1701114" y="42390"/>
                  <a:pt x="1711860" y="47554"/>
                  <a:pt x="1720931" y="57881"/>
                </a:cubicBezTo>
                <a:lnTo>
                  <a:pt x="1720931" y="2617"/>
                </a:lnTo>
                <a:lnTo>
                  <a:pt x="1750343" y="2617"/>
                </a:lnTo>
                <a:lnTo>
                  <a:pt x="1750343" y="156059"/>
                </a:lnTo>
                <a:moveTo>
                  <a:pt x="1671842" y="98073"/>
                </a:moveTo>
                <a:cubicBezTo>
                  <a:pt x="1671842" y="109936"/>
                  <a:pt x="1673482" y="118518"/>
                  <a:pt x="1676761" y="123822"/>
                </a:cubicBezTo>
                <a:cubicBezTo>
                  <a:pt x="1681506" y="131497"/>
                  <a:pt x="1688135" y="135335"/>
                  <a:pt x="1696648" y="135335"/>
                </a:cubicBezTo>
                <a:cubicBezTo>
                  <a:pt x="1703417" y="135335"/>
                  <a:pt x="1709173" y="132457"/>
                  <a:pt x="1713918" y="126700"/>
                </a:cubicBezTo>
                <a:cubicBezTo>
                  <a:pt x="1718663" y="120943"/>
                  <a:pt x="1721036" y="112343"/>
                  <a:pt x="1721036" y="100899"/>
                </a:cubicBezTo>
                <a:cubicBezTo>
                  <a:pt x="1721036" y="88130"/>
                  <a:pt x="1718733" y="78937"/>
                  <a:pt x="1714128" y="73320"/>
                </a:cubicBezTo>
                <a:cubicBezTo>
                  <a:pt x="1709522" y="67702"/>
                  <a:pt x="1703626" y="64894"/>
                  <a:pt x="1696439" y="64894"/>
                </a:cubicBezTo>
                <a:cubicBezTo>
                  <a:pt x="1689461" y="64894"/>
                  <a:pt x="1683617" y="67667"/>
                  <a:pt x="1678907" y="73215"/>
                </a:cubicBezTo>
                <a:cubicBezTo>
                  <a:pt x="1674197" y="78762"/>
                  <a:pt x="1671842" y="87048"/>
                  <a:pt x="1671842" y="98073"/>
                </a:cubicBezTo>
                <a:close/>
                <a:moveTo>
                  <a:pt x="1850577" y="120682"/>
                </a:moveTo>
                <a:lnTo>
                  <a:pt x="1879884" y="125601"/>
                </a:lnTo>
                <a:cubicBezTo>
                  <a:pt x="1876116" y="136347"/>
                  <a:pt x="1870168" y="144528"/>
                  <a:pt x="1862038" y="150145"/>
                </a:cubicBezTo>
                <a:cubicBezTo>
                  <a:pt x="1853909" y="155763"/>
                  <a:pt x="1843739" y="158571"/>
                  <a:pt x="1831528" y="158571"/>
                </a:cubicBezTo>
                <a:cubicBezTo>
                  <a:pt x="1812199" y="158571"/>
                  <a:pt x="1797895" y="152256"/>
                  <a:pt x="1788614" y="139626"/>
                </a:cubicBezTo>
                <a:cubicBezTo>
                  <a:pt x="1781288" y="129508"/>
                  <a:pt x="1777624" y="116739"/>
                  <a:pt x="1777624" y="101318"/>
                </a:cubicBezTo>
                <a:cubicBezTo>
                  <a:pt x="1777624" y="82897"/>
                  <a:pt x="1782439" y="68470"/>
                  <a:pt x="1792068" y="58038"/>
                </a:cubicBezTo>
                <a:cubicBezTo>
                  <a:pt x="1801698" y="47606"/>
                  <a:pt x="1813874" y="42390"/>
                  <a:pt x="1828597" y="42390"/>
                </a:cubicBezTo>
                <a:cubicBezTo>
                  <a:pt x="1845135" y="42390"/>
                  <a:pt x="1858183" y="47850"/>
                  <a:pt x="1867743" y="58771"/>
                </a:cubicBezTo>
                <a:cubicBezTo>
                  <a:pt x="1877302" y="69691"/>
                  <a:pt x="1881873" y="86420"/>
                  <a:pt x="1881454" y="108959"/>
                </a:cubicBezTo>
                <a:lnTo>
                  <a:pt x="1807768" y="108959"/>
                </a:lnTo>
                <a:cubicBezTo>
                  <a:pt x="1807978" y="117681"/>
                  <a:pt x="1810350" y="124467"/>
                  <a:pt x="1814886" y="129317"/>
                </a:cubicBezTo>
                <a:cubicBezTo>
                  <a:pt x="1819421" y="134166"/>
                  <a:pt x="1825073" y="136591"/>
                  <a:pt x="1831842" y="136591"/>
                </a:cubicBezTo>
                <a:cubicBezTo>
                  <a:pt x="1836447" y="136591"/>
                  <a:pt x="1840320" y="135335"/>
                  <a:pt x="1843460" y="132823"/>
                </a:cubicBezTo>
                <a:cubicBezTo>
                  <a:pt x="1846600" y="130311"/>
                  <a:pt x="1848972" y="126264"/>
                  <a:pt x="1850577" y="120682"/>
                </a:cubicBezTo>
                <a:moveTo>
                  <a:pt x="1852252" y="90956"/>
                </a:moveTo>
                <a:cubicBezTo>
                  <a:pt x="1852043" y="82443"/>
                  <a:pt x="1849845" y="75971"/>
                  <a:pt x="1845658" y="71540"/>
                </a:cubicBezTo>
                <a:cubicBezTo>
                  <a:pt x="1841471" y="67109"/>
                  <a:pt x="1836377" y="64894"/>
                  <a:pt x="1830377" y="64894"/>
                </a:cubicBezTo>
                <a:cubicBezTo>
                  <a:pt x="1823957" y="64894"/>
                  <a:pt x="1818654" y="67231"/>
                  <a:pt x="1814467" y="71906"/>
                </a:cubicBezTo>
                <a:cubicBezTo>
                  <a:pt x="1810280" y="76582"/>
                  <a:pt x="1808222" y="82931"/>
                  <a:pt x="1808292" y="90956"/>
                </a:cubicBezTo>
                <a:lnTo>
                  <a:pt x="1852252" y="90956"/>
                </a:lnTo>
                <a:close/>
                <a:moveTo>
                  <a:pt x="1908585" y="156059"/>
                </a:moveTo>
                <a:lnTo>
                  <a:pt x="1908585" y="2617"/>
                </a:lnTo>
                <a:lnTo>
                  <a:pt x="1937997" y="2617"/>
                </a:lnTo>
                <a:lnTo>
                  <a:pt x="1937997" y="156059"/>
                </a:lnTo>
                <a:lnTo>
                  <a:pt x="1908585" y="156059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Attention">
            <a:extLst xmlns:a="http://schemas.openxmlformats.org/drawingml/2006/main">
              <a:ext uri="{FF2B5EF4-FFF2-40B4-BE49-F238E27FC236}">
                <a16:creationId xmlns:a16="http://schemas.microsoft.com/office/drawing/2014/main" id="{20810FC4-4DF1-4CAA-A848-BAA9B3E5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090" y="2493339"/>
            <a:ext cx="958796" cy="155954"/>
          </a:xfrm>
          <a:custGeom xmlns:a="http://schemas.openxmlformats.org/drawingml/2006/main">
            <a:pathLst>
              <a:path w="958796" h="155954">
                <a:moveTo>
                  <a:pt x="153966" y="153442"/>
                </a:moveTo>
                <a:lnTo>
                  <a:pt x="120263" y="153442"/>
                </a:lnTo>
                <a:lnTo>
                  <a:pt x="106865" y="118588"/>
                </a:lnTo>
                <a:lnTo>
                  <a:pt x="45530" y="118588"/>
                </a:lnTo>
                <a:lnTo>
                  <a:pt x="32866" y="153442"/>
                </a:lnTo>
                <a:lnTo>
                  <a:pt x="0" y="153442"/>
                </a:lnTo>
                <a:lnTo>
                  <a:pt x="59765" y="0"/>
                </a:lnTo>
                <a:lnTo>
                  <a:pt x="92526" y="0"/>
                </a:lnTo>
                <a:lnTo>
                  <a:pt x="153966" y="153442"/>
                </a:lnTo>
                <a:moveTo>
                  <a:pt x="96922" y="92735"/>
                </a:moveTo>
                <a:lnTo>
                  <a:pt x="75779" y="35796"/>
                </a:lnTo>
                <a:lnTo>
                  <a:pt x="55055" y="92735"/>
                </a:lnTo>
                <a:lnTo>
                  <a:pt x="96922" y="92735"/>
                </a:lnTo>
                <a:close/>
                <a:moveTo>
                  <a:pt x="219475" y="42286"/>
                </a:moveTo>
                <a:lnTo>
                  <a:pt x="219475" y="65731"/>
                </a:lnTo>
                <a:lnTo>
                  <a:pt x="199379" y="65731"/>
                </a:lnTo>
                <a:lnTo>
                  <a:pt x="199379" y="110529"/>
                </a:lnTo>
                <a:cubicBezTo>
                  <a:pt x="199379" y="119600"/>
                  <a:pt x="199571" y="124886"/>
                  <a:pt x="199955" y="126386"/>
                </a:cubicBezTo>
                <a:cubicBezTo>
                  <a:pt x="200339" y="127886"/>
                  <a:pt x="201211" y="129125"/>
                  <a:pt x="202572" y="130102"/>
                </a:cubicBezTo>
                <a:cubicBezTo>
                  <a:pt x="203932" y="131078"/>
                  <a:pt x="205590" y="131567"/>
                  <a:pt x="207543" y="131567"/>
                </a:cubicBezTo>
                <a:cubicBezTo>
                  <a:pt x="210265" y="131567"/>
                  <a:pt x="214207" y="130625"/>
                  <a:pt x="219371" y="128741"/>
                </a:cubicBezTo>
                <a:lnTo>
                  <a:pt x="221883" y="151558"/>
                </a:lnTo>
                <a:cubicBezTo>
                  <a:pt x="215044" y="154489"/>
                  <a:pt x="207299" y="155954"/>
                  <a:pt x="198647" y="155954"/>
                </a:cubicBezTo>
                <a:cubicBezTo>
                  <a:pt x="193343" y="155954"/>
                  <a:pt x="188564" y="155065"/>
                  <a:pt x="184307" y="153285"/>
                </a:cubicBezTo>
                <a:cubicBezTo>
                  <a:pt x="180051" y="151506"/>
                  <a:pt x="176928" y="149203"/>
                  <a:pt x="174939" y="146377"/>
                </a:cubicBezTo>
                <a:cubicBezTo>
                  <a:pt x="172951" y="143551"/>
                  <a:pt x="171573" y="139731"/>
                  <a:pt x="170805" y="134916"/>
                </a:cubicBezTo>
                <a:cubicBezTo>
                  <a:pt x="170177" y="131497"/>
                  <a:pt x="169863" y="124589"/>
                  <a:pt x="169863" y="114192"/>
                </a:cubicBezTo>
                <a:lnTo>
                  <a:pt x="169863" y="65731"/>
                </a:lnTo>
                <a:lnTo>
                  <a:pt x="156361" y="65731"/>
                </a:lnTo>
                <a:lnTo>
                  <a:pt x="156361" y="42286"/>
                </a:lnTo>
                <a:lnTo>
                  <a:pt x="169863" y="42286"/>
                </a:lnTo>
                <a:lnTo>
                  <a:pt x="169863" y="20201"/>
                </a:lnTo>
                <a:lnTo>
                  <a:pt x="199379" y="3035"/>
                </a:lnTo>
                <a:lnTo>
                  <a:pt x="199379" y="42286"/>
                </a:lnTo>
                <a:lnTo>
                  <a:pt x="219475" y="42286"/>
                </a:lnTo>
                <a:close/>
                <a:moveTo>
                  <a:pt x="296066" y="42286"/>
                </a:moveTo>
                <a:lnTo>
                  <a:pt x="296066" y="65731"/>
                </a:lnTo>
                <a:lnTo>
                  <a:pt x="275970" y="65731"/>
                </a:lnTo>
                <a:lnTo>
                  <a:pt x="275970" y="110529"/>
                </a:lnTo>
                <a:cubicBezTo>
                  <a:pt x="275970" y="119600"/>
                  <a:pt x="276162" y="124886"/>
                  <a:pt x="276545" y="126386"/>
                </a:cubicBezTo>
                <a:cubicBezTo>
                  <a:pt x="276929" y="127886"/>
                  <a:pt x="277801" y="129125"/>
                  <a:pt x="279162" y="130102"/>
                </a:cubicBezTo>
                <a:cubicBezTo>
                  <a:pt x="280523" y="131078"/>
                  <a:pt x="282180" y="131567"/>
                  <a:pt x="284134" y="131567"/>
                </a:cubicBezTo>
                <a:cubicBezTo>
                  <a:pt x="286855" y="131567"/>
                  <a:pt x="290798" y="130625"/>
                  <a:pt x="295961" y="128741"/>
                </a:cubicBezTo>
                <a:lnTo>
                  <a:pt x="298473" y="151558"/>
                </a:lnTo>
                <a:cubicBezTo>
                  <a:pt x="291635" y="154489"/>
                  <a:pt x="283890" y="155954"/>
                  <a:pt x="275237" y="155954"/>
                </a:cubicBezTo>
                <a:cubicBezTo>
                  <a:pt x="269934" y="155954"/>
                  <a:pt x="265154" y="155065"/>
                  <a:pt x="260898" y="153285"/>
                </a:cubicBezTo>
                <a:cubicBezTo>
                  <a:pt x="256641" y="151506"/>
                  <a:pt x="253519" y="149203"/>
                  <a:pt x="251530" y="146377"/>
                </a:cubicBezTo>
                <a:cubicBezTo>
                  <a:pt x="249541" y="143551"/>
                  <a:pt x="248163" y="139731"/>
                  <a:pt x="247395" y="134916"/>
                </a:cubicBezTo>
                <a:cubicBezTo>
                  <a:pt x="246767" y="131497"/>
                  <a:pt x="246453" y="124589"/>
                  <a:pt x="246453" y="114192"/>
                </a:cubicBezTo>
                <a:lnTo>
                  <a:pt x="246453" y="65731"/>
                </a:lnTo>
                <a:lnTo>
                  <a:pt x="232951" y="65731"/>
                </a:lnTo>
                <a:lnTo>
                  <a:pt x="232951" y="42286"/>
                </a:lnTo>
                <a:lnTo>
                  <a:pt x="246453" y="42286"/>
                </a:lnTo>
                <a:lnTo>
                  <a:pt x="246453" y="20201"/>
                </a:lnTo>
                <a:lnTo>
                  <a:pt x="275970" y="3035"/>
                </a:lnTo>
                <a:lnTo>
                  <a:pt x="275970" y="42286"/>
                </a:lnTo>
                <a:lnTo>
                  <a:pt x="296066" y="42286"/>
                </a:lnTo>
                <a:close/>
                <a:moveTo>
                  <a:pt x="386054" y="118065"/>
                </a:moveTo>
                <a:lnTo>
                  <a:pt x="415361" y="122984"/>
                </a:lnTo>
                <a:cubicBezTo>
                  <a:pt x="411593" y="133730"/>
                  <a:pt x="405644" y="141912"/>
                  <a:pt x="397515" y="147529"/>
                </a:cubicBezTo>
                <a:cubicBezTo>
                  <a:pt x="389386" y="153146"/>
                  <a:pt x="379215" y="155954"/>
                  <a:pt x="367004" y="155954"/>
                </a:cubicBezTo>
                <a:cubicBezTo>
                  <a:pt x="347676" y="155954"/>
                  <a:pt x="333371" y="149639"/>
                  <a:pt x="324091" y="137010"/>
                </a:cubicBezTo>
                <a:cubicBezTo>
                  <a:pt x="316764" y="126892"/>
                  <a:pt x="313101" y="114122"/>
                  <a:pt x="313101" y="98701"/>
                </a:cubicBezTo>
                <a:cubicBezTo>
                  <a:pt x="313101" y="80280"/>
                  <a:pt x="317915" y="65853"/>
                  <a:pt x="327545" y="55421"/>
                </a:cubicBezTo>
                <a:cubicBezTo>
                  <a:pt x="337174" y="44990"/>
                  <a:pt x="349350" y="39774"/>
                  <a:pt x="364074" y="39774"/>
                </a:cubicBezTo>
                <a:cubicBezTo>
                  <a:pt x="380611" y="39774"/>
                  <a:pt x="393660" y="45234"/>
                  <a:pt x="403219" y="56154"/>
                </a:cubicBezTo>
                <a:cubicBezTo>
                  <a:pt x="412779" y="67074"/>
                  <a:pt x="417349" y="83804"/>
                  <a:pt x="416931" y="106342"/>
                </a:cubicBezTo>
                <a:lnTo>
                  <a:pt x="343245" y="106342"/>
                </a:lnTo>
                <a:cubicBezTo>
                  <a:pt x="343454" y="115064"/>
                  <a:pt x="345827" y="121850"/>
                  <a:pt x="350362" y="126700"/>
                </a:cubicBezTo>
                <a:cubicBezTo>
                  <a:pt x="354898" y="131549"/>
                  <a:pt x="360550" y="133974"/>
                  <a:pt x="367318" y="133974"/>
                </a:cubicBezTo>
                <a:cubicBezTo>
                  <a:pt x="371924" y="133974"/>
                  <a:pt x="375796" y="132718"/>
                  <a:pt x="378936" y="130206"/>
                </a:cubicBezTo>
                <a:cubicBezTo>
                  <a:pt x="382076" y="127694"/>
                  <a:pt x="384449" y="123647"/>
                  <a:pt x="386054" y="118065"/>
                </a:cubicBezTo>
                <a:moveTo>
                  <a:pt x="387728" y="88339"/>
                </a:moveTo>
                <a:cubicBezTo>
                  <a:pt x="387519" y="79826"/>
                  <a:pt x="385321" y="73354"/>
                  <a:pt x="381134" y="68923"/>
                </a:cubicBezTo>
                <a:cubicBezTo>
                  <a:pt x="376948" y="64493"/>
                  <a:pt x="371854" y="62277"/>
                  <a:pt x="365853" y="62277"/>
                </a:cubicBezTo>
                <a:cubicBezTo>
                  <a:pt x="359433" y="62277"/>
                  <a:pt x="354130" y="64615"/>
                  <a:pt x="349943" y="69290"/>
                </a:cubicBezTo>
                <a:cubicBezTo>
                  <a:pt x="345757" y="73965"/>
                  <a:pt x="343698" y="80315"/>
                  <a:pt x="343768" y="88339"/>
                </a:cubicBezTo>
                <a:lnTo>
                  <a:pt x="387728" y="88339"/>
                </a:lnTo>
                <a:close/>
                <a:moveTo>
                  <a:pt x="545255" y="153442"/>
                </a:moveTo>
                <a:lnTo>
                  <a:pt x="515843" y="153442"/>
                </a:lnTo>
                <a:lnTo>
                  <a:pt x="515843" y="96713"/>
                </a:lnTo>
                <a:cubicBezTo>
                  <a:pt x="515843" y="84711"/>
                  <a:pt x="515215" y="76948"/>
                  <a:pt x="513959" y="73424"/>
                </a:cubicBezTo>
                <a:cubicBezTo>
                  <a:pt x="512703" y="69900"/>
                  <a:pt x="510662" y="67162"/>
                  <a:pt x="507836" y="65208"/>
                </a:cubicBezTo>
                <a:cubicBezTo>
                  <a:pt x="505010" y="63254"/>
                  <a:pt x="501609" y="62277"/>
                  <a:pt x="497631" y="62277"/>
                </a:cubicBezTo>
                <a:cubicBezTo>
                  <a:pt x="492537" y="62277"/>
                  <a:pt x="487967" y="63673"/>
                  <a:pt x="483920" y="66464"/>
                </a:cubicBezTo>
                <a:cubicBezTo>
                  <a:pt x="479873" y="69255"/>
                  <a:pt x="477099" y="72953"/>
                  <a:pt x="475599" y="77559"/>
                </a:cubicBezTo>
                <a:cubicBezTo>
                  <a:pt x="474099" y="82164"/>
                  <a:pt x="473348" y="90677"/>
                  <a:pt x="473348" y="103097"/>
                </a:cubicBezTo>
                <a:lnTo>
                  <a:pt x="473348" y="153442"/>
                </a:lnTo>
                <a:lnTo>
                  <a:pt x="443937" y="153442"/>
                </a:lnTo>
                <a:lnTo>
                  <a:pt x="443937" y="42286"/>
                </a:lnTo>
                <a:lnTo>
                  <a:pt x="471255" y="42286"/>
                </a:lnTo>
                <a:lnTo>
                  <a:pt x="471255" y="58614"/>
                </a:lnTo>
                <a:cubicBezTo>
                  <a:pt x="480954" y="46054"/>
                  <a:pt x="493165" y="39774"/>
                  <a:pt x="507889" y="39774"/>
                </a:cubicBezTo>
                <a:cubicBezTo>
                  <a:pt x="514378" y="39774"/>
                  <a:pt x="520309" y="40942"/>
                  <a:pt x="525682" y="43280"/>
                </a:cubicBezTo>
                <a:cubicBezTo>
                  <a:pt x="531055" y="45618"/>
                  <a:pt x="535120" y="48601"/>
                  <a:pt x="537876" y="52229"/>
                </a:cubicBezTo>
                <a:cubicBezTo>
                  <a:pt x="540632" y="55857"/>
                  <a:pt x="542551" y="59974"/>
                  <a:pt x="543633" y="64580"/>
                </a:cubicBezTo>
                <a:cubicBezTo>
                  <a:pt x="544714" y="69185"/>
                  <a:pt x="545255" y="75779"/>
                  <a:pt x="545255" y="84362"/>
                </a:cubicBezTo>
                <a:lnTo>
                  <a:pt x="545255" y="153442"/>
                </a:lnTo>
                <a:close/>
                <a:moveTo>
                  <a:pt x="633017" y="42286"/>
                </a:moveTo>
                <a:lnTo>
                  <a:pt x="633017" y="65731"/>
                </a:lnTo>
                <a:lnTo>
                  <a:pt x="612921" y="65731"/>
                </a:lnTo>
                <a:lnTo>
                  <a:pt x="612921" y="110529"/>
                </a:lnTo>
                <a:cubicBezTo>
                  <a:pt x="612921" y="119600"/>
                  <a:pt x="613113" y="124886"/>
                  <a:pt x="613496" y="126386"/>
                </a:cubicBezTo>
                <a:cubicBezTo>
                  <a:pt x="613880" y="127886"/>
                  <a:pt x="614752" y="129125"/>
                  <a:pt x="616113" y="130102"/>
                </a:cubicBezTo>
                <a:cubicBezTo>
                  <a:pt x="617474" y="131078"/>
                  <a:pt x="619131" y="131567"/>
                  <a:pt x="621085" y="131567"/>
                </a:cubicBezTo>
                <a:cubicBezTo>
                  <a:pt x="623806" y="131567"/>
                  <a:pt x="627749" y="130625"/>
                  <a:pt x="632912" y="128741"/>
                </a:cubicBezTo>
                <a:lnTo>
                  <a:pt x="635424" y="151558"/>
                </a:lnTo>
                <a:cubicBezTo>
                  <a:pt x="628586" y="154489"/>
                  <a:pt x="620841" y="155954"/>
                  <a:pt x="612188" y="155954"/>
                </a:cubicBezTo>
                <a:cubicBezTo>
                  <a:pt x="606885" y="155954"/>
                  <a:pt x="602105" y="155065"/>
                  <a:pt x="597849" y="153285"/>
                </a:cubicBezTo>
                <a:cubicBezTo>
                  <a:pt x="593592" y="151506"/>
                  <a:pt x="590470" y="149203"/>
                  <a:pt x="588481" y="146377"/>
                </a:cubicBezTo>
                <a:cubicBezTo>
                  <a:pt x="586492" y="143551"/>
                  <a:pt x="585114" y="139731"/>
                  <a:pt x="584346" y="134916"/>
                </a:cubicBezTo>
                <a:cubicBezTo>
                  <a:pt x="583718" y="131497"/>
                  <a:pt x="583404" y="124589"/>
                  <a:pt x="583404" y="114192"/>
                </a:cubicBezTo>
                <a:lnTo>
                  <a:pt x="583404" y="65731"/>
                </a:lnTo>
                <a:lnTo>
                  <a:pt x="569902" y="65731"/>
                </a:lnTo>
                <a:lnTo>
                  <a:pt x="569902" y="42286"/>
                </a:lnTo>
                <a:lnTo>
                  <a:pt x="583404" y="42286"/>
                </a:lnTo>
                <a:lnTo>
                  <a:pt x="583404" y="20201"/>
                </a:lnTo>
                <a:lnTo>
                  <a:pt x="612921" y="3035"/>
                </a:lnTo>
                <a:lnTo>
                  <a:pt x="612921" y="42286"/>
                </a:lnTo>
                <a:lnTo>
                  <a:pt x="633017" y="42286"/>
                </a:lnTo>
                <a:close/>
                <a:moveTo>
                  <a:pt x="658634" y="27214"/>
                </a:moveTo>
                <a:lnTo>
                  <a:pt x="658634" y="0"/>
                </a:lnTo>
                <a:lnTo>
                  <a:pt x="688046" y="0"/>
                </a:lnTo>
                <a:lnTo>
                  <a:pt x="688046" y="27214"/>
                </a:lnTo>
                <a:lnTo>
                  <a:pt x="658634" y="27214"/>
                </a:lnTo>
                <a:moveTo>
                  <a:pt x="658634" y="153442"/>
                </a:moveTo>
                <a:lnTo>
                  <a:pt x="658634" y="42286"/>
                </a:lnTo>
                <a:lnTo>
                  <a:pt x="688046" y="42286"/>
                </a:lnTo>
                <a:lnTo>
                  <a:pt x="688046" y="153442"/>
                </a:lnTo>
                <a:lnTo>
                  <a:pt x="658634" y="153442"/>
                </a:lnTo>
                <a:close/>
                <a:moveTo>
                  <a:pt x="712987" y="96294"/>
                </a:moveTo>
                <a:cubicBezTo>
                  <a:pt x="712987" y="86525"/>
                  <a:pt x="715394" y="77070"/>
                  <a:pt x="720209" y="67929"/>
                </a:cubicBezTo>
                <a:cubicBezTo>
                  <a:pt x="725024" y="58788"/>
                  <a:pt x="731845" y="51810"/>
                  <a:pt x="740672" y="46996"/>
                </a:cubicBezTo>
                <a:cubicBezTo>
                  <a:pt x="749499" y="42181"/>
                  <a:pt x="759355" y="39774"/>
                  <a:pt x="770240" y="39774"/>
                </a:cubicBezTo>
                <a:cubicBezTo>
                  <a:pt x="787057" y="39774"/>
                  <a:pt x="800838" y="45234"/>
                  <a:pt x="811584" y="56154"/>
                </a:cubicBezTo>
                <a:cubicBezTo>
                  <a:pt x="822330" y="67074"/>
                  <a:pt x="827703" y="80873"/>
                  <a:pt x="827703" y="97550"/>
                </a:cubicBezTo>
                <a:cubicBezTo>
                  <a:pt x="827703" y="114367"/>
                  <a:pt x="822277" y="128305"/>
                  <a:pt x="811427" y="139365"/>
                </a:cubicBezTo>
                <a:cubicBezTo>
                  <a:pt x="800576" y="150424"/>
                  <a:pt x="786917" y="155954"/>
                  <a:pt x="770449" y="155954"/>
                </a:cubicBezTo>
                <a:cubicBezTo>
                  <a:pt x="760262" y="155954"/>
                  <a:pt x="750545" y="153652"/>
                  <a:pt x="741300" y="149046"/>
                </a:cubicBezTo>
                <a:cubicBezTo>
                  <a:pt x="732054" y="144441"/>
                  <a:pt x="725024" y="137690"/>
                  <a:pt x="720209" y="128793"/>
                </a:cubicBezTo>
                <a:cubicBezTo>
                  <a:pt x="715394" y="119896"/>
                  <a:pt x="712987" y="109063"/>
                  <a:pt x="712987" y="96294"/>
                </a:cubicBezTo>
                <a:moveTo>
                  <a:pt x="743131" y="97864"/>
                </a:moveTo>
                <a:cubicBezTo>
                  <a:pt x="743131" y="108889"/>
                  <a:pt x="745748" y="117332"/>
                  <a:pt x="750981" y="123194"/>
                </a:cubicBezTo>
                <a:cubicBezTo>
                  <a:pt x="756215" y="129055"/>
                  <a:pt x="762669" y="131986"/>
                  <a:pt x="770345" y="131986"/>
                </a:cubicBezTo>
                <a:cubicBezTo>
                  <a:pt x="778020" y="131986"/>
                  <a:pt x="784457" y="129055"/>
                  <a:pt x="789656" y="123194"/>
                </a:cubicBezTo>
                <a:cubicBezTo>
                  <a:pt x="794854" y="117332"/>
                  <a:pt x="797454" y="108819"/>
                  <a:pt x="797454" y="97655"/>
                </a:cubicBezTo>
                <a:cubicBezTo>
                  <a:pt x="797454" y="86769"/>
                  <a:pt x="794854" y="78396"/>
                  <a:pt x="789656" y="72534"/>
                </a:cubicBezTo>
                <a:cubicBezTo>
                  <a:pt x="784457" y="66673"/>
                  <a:pt x="778020" y="63742"/>
                  <a:pt x="770345" y="63742"/>
                </a:cubicBezTo>
                <a:cubicBezTo>
                  <a:pt x="762669" y="63742"/>
                  <a:pt x="756215" y="66673"/>
                  <a:pt x="750981" y="72534"/>
                </a:cubicBezTo>
                <a:cubicBezTo>
                  <a:pt x="745748" y="78396"/>
                  <a:pt x="743131" y="86839"/>
                  <a:pt x="743131" y="97864"/>
                </a:cubicBezTo>
                <a:close/>
                <a:moveTo>
                  <a:pt x="958796" y="153442"/>
                </a:moveTo>
                <a:lnTo>
                  <a:pt x="929385" y="153442"/>
                </a:lnTo>
                <a:lnTo>
                  <a:pt x="929385" y="96713"/>
                </a:lnTo>
                <a:cubicBezTo>
                  <a:pt x="929385" y="84711"/>
                  <a:pt x="928757" y="76948"/>
                  <a:pt x="927501" y="73424"/>
                </a:cubicBezTo>
                <a:cubicBezTo>
                  <a:pt x="926245" y="69900"/>
                  <a:pt x="924204" y="67162"/>
                  <a:pt x="921378" y="65208"/>
                </a:cubicBezTo>
                <a:cubicBezTo>
                  <a:pt x="918552" y="63254"/>
                  <a:pt x="915150" y="62277"/>
                  <a:pt x="911173" y="62277"/>
                </a:cubicBezTo>
                <a:cubicBezTo>
                  <a:pt x="906079" y="62277"/>
                  <a:pt x="901508" y="63673"/>
                  <a:pt x="897461" y="66464"/>
                </a:cubicBezTo>
                <a:cubicBezTo>
                  <a:pt x="893414" y="69255"/>
                  <a:pt x="890640" y="72953"/>
                  <a:pt x="889140" y="77559"/>
                </a:cubicBezTo>
                <a:cubicBezTo>
                  <a:pt x="887640" y="82164"/>
                  <a:pt x="886890" y="90677"/>
                  <a:pt x="886890" y="103097"/>
                </a:cubicBezTo>
                <a:lnTo>
                  <a:pt x="886890" y="153442"/>
                </a:lnTo>
                <a:lnTo>
                  <a:pt x="857478" y="153442"/>
                </a:lnTo>
                <a:lnTo>
                  <a:pt x="857478" y="42286"/>
                </a:lnTo>
                <a:lnTo>
                  <a:pt x="884797" y="42286"/>
                </a:lnTo>
                <a:lnTo>
                  <a:pt x="884797" y="58614"/>
                </a:lnTo>
                <a:cubicBezTo>
                  <a:pt x="894496" y="46054"/>
                  <a:pt x="906707" y="39774"/>
                  <a:pt x="921430" y="39774"/>
                </a:cubicBezTo>
                <a:cubicBezTo>
                  <a:pt x="927919" y="39774"/>
                  <a:pt x="933851" y="40942"/>
                  <a:pt x="939224" y="43280"/>
                </a:cubicBezTo>
                <a:cubicBezTo>
                  <a:pt x="944596" y="45618"/>
                  <a:pt x="948661" y="48601"/>
                  <a:pt x="951417" y="52229"/>
                </a:cubicBezTo>
                <a:cubicBezTo>
                  <a:pt x="954174" y="55857"/>
                  <a:pt x="956092" y="59974"/>
                  <a:pt x="957174" y="64580"/>
                </a:cubicBezTo>
                <a:cubicBezTo>
                  <a:pt x="958256" y="69185"/>
                  <a:pt x="958796" y="75779"/>
                  <a:pt x="958796" y="84362"/>
                </a:cubicBezTo>
                <a:lnTo>
                  <a:pt x="958796" y="1534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LayerN">
            <a:extLst xmlns:a="http://schemas.openxmlformats.org/drawingml/2006/main">
              <a:ext uri="{FF2B5EF4-FFF2-40B4-BE49-F238E27FC236}">
                <a16:creationId xmlns:a16="http://schemas.microsoft.com/office/drawing/2014/main" id="{0BCD5C4E-BD35-4DC6-B6E9-6EC725FC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325" y="2738321"/>
            <a:ext cx="702653" cy="198554"/>
          </a:xfrm>
          <a:custGeom xmlns:a="http://schemas.openxmlformats.org/drawingml/2006/main">
            <a:pathLst>
              <a:path w="702653" h="198554">
                <a:moveTo>
                  <a:pt x="0" y="153442"/>
                </a:moveTo>
                <a:lnTo>
                  <a:pt x="0" y="1256"/>
                </a:lnTo>
                <a:lnTo>
                  <a:pt x="30982" y="1256"/>
                </a:lnTo>
                <a:lnTo>
                  <a:pt x="30982" y="127590"/>
                </a:lnTo>
                <a:lnTo>
                  <a:pt x="108017" y="127590"/>
                </a:lnTo>
                <a:lnTo>
                  <a:pt x="108017" y="153442"/>
                </a:lnTo>
                <a:lnTo>
                  <a:pt x="0" y="153442"/>
                </a:lnTo>
                <a:close/>
                <a:moveTo>
                  <a:pt x="158745" y="76198"/>
                </a:moveTo>
                <a:lnTo>
                  <a:pt x="132055" y="71383"/>
                </a:lnTo>
                <a:cubicBezTo>
                  <a:pt x="135055" y="60637"/>
                  <a:pt x="140219" y="52683"/>
                  <a:pt x="147545" y="47519"/>
                </a:cubicBezTo>
                <a:cubicBezTo>
                  <a:pt x="154872" y="42355"/>
                  <a:pt x="165757" y="39774"/>
                  <a:pt x="180202" y="39774"/>
                </a:cubicBezTo>
                <a:cubicBezTo>
                  <a:pt x="193320" y="39774"/>
                  <a:pt x="203089" y="41326"/>
                  <a:pt x="209508" y="44431"/>
                </a:cubicBezTo>
                <a:cubicBezTo>
                  <a:pt x="215928" y="47536"/>
                  <a:pt x="220446" y="51479"/>
                  <a:pt x="223063" y="56259"/>
                </a:cubicBezTo>
                <a:cubicBezTo>
                  <a:pt x="225679" y="61039"/>
                  <a:pt x="226988" y="69813"/>
                  <a:pt x="226988" y="82583"/>
                </a:cubicBezTo>
                <a:lnTo>
                  <a:pt x="226674" y="116913"/>
                </a:lnTo>
                <a:cubicBezTo>
                  <a:pt x="226674" y="126682"/>
                  <a:pt x="227145" y="133887"/>
                  <a:pt x="228087" y="138527"/>
                </a:cubicBezTo>
                <a:cubicBezTo>
                  <a:pt x="229029" y="143168"/>
                  <a:pt x="230791" y="148139"/>
                  <a:pt x="233373" y="153442"/>
                </a:cubicBezTo>
                <a:lnTo>
                  <a:pt x="204275" y="153442"/>
                </a:lnTo>
                <a:cubicBezTo>
                  <a:pt x="203507" y="151489"/>
                  <a:pt x="202565" y="148593"/>
                  <a:pt x="201449" y="144755"/>
                </a:cubicBezTo>
                <a:cubicBezTo>
                  <a:pt x="200961" y="143011"/>
                  <a:pt x="200612" y="141859"/>
                  <a:pt x="200402" y="141301"/>
                </a:cubicBezTo>
                <a:cubicBezTo>
                  <a:pt x="195378" y="146185"/>
                  <a:pt x="190005" y="149849"/>
                  <a:pt x="184284" y="152291"/>
                </a:cubicBezTo>
                <a:cubicBezTo>
                  <a:pt x="178562" y="154733"/>
                  <a:pt x="172456" y="155954"/>
                  <a:pt x="165967" y="155954"/>
                </a:cubicBezTo>
                <a:cubicBezTo>
                  <a:pt x="154523" y="155954"/>
                  <a:pt x="145504" y="152849"/>
                  <a:pt x="138910" y="146639"/>
                </a:cubicBezTo>
                <a:cubicBezTo>
                  <a:pt x="132316" y="140429"/>
                  <a:pt x="129019" y="132579"/>
                  <a:pt x="129019" y="123089"/>
                </a:cubicBezTo>
                <a:cubicBezTo>
                  <a:pt x="129019" y="116809"/>
                  <a:pt x="130519" y="111209"/>
                  <a:pt x="133520" y="106290"/>
                </a:cubicBezTo>
                <a:cubicBezTo>
                  <a:pt x="136520" y="101370"/>
                  <a:pt x="140724" y="97602"/>
                  <a:pt x="146132" y="94986"/>
                </a:cubicBezTo>
                <a:cubicBezTo>
                  <a:pt x="151540" y="92369"/>
                  <a:pt x="159338" y="90084"/>
                  <a:pt x="169525" y="88130"/>
                </a:cubicBezTo>
                <a:cubicBezTo>
                  <a:pt x="183272" y="85548"/>
                  <a:pt x="192796" y="83141"/>
                  <a:pt x="198100" y="80908"/>
                </a:cubicBezTo>
                <a:lnTo>
                  <a:pt x="198100" y="77977"/>
                </a:lnTo>
                <a:cubicBezTo>
                  <a:pt x="198100" y="72325"/>
                  <a:pt x="196704" y="68295"/>
                  <a:pt x="193913" y="65888"/>
                </a:cubicBezTo>
                <a:cubicBezTo>
                  <a:pt x="191122" y="63481"/>
                  <a:pt x="185854" y="62277"/>
                  <a:pt x="178108" y="62277"/>
                </a:cubicBezTo>
                <a:cubicBezTo>
                  <a:pt x="172875" y="62277"/>
                  <a:pt x="168793" y="63306"/>
                  <a:pt x="165862" y="65365"/>
                </a:cubicBezTo>
                <a:cubicBezTo>
                  <a:pt x="162931" y="67423"/>
                  <a:pt x="160559" y="71034"/>
                  <a:pt x="158745" y="76198"/>
                </a:cubicBezTo>
                <a:moveTo>
                  <a:pt x="198100" y="100062"/>
                </a:moveTo>
                <a:cubicBezTo>
                  <a:pt x="194332" y="101318"/>
                  <a:pt x="188366" y="102818"/>
                  <a:pt x="180202" y="104563"/>
                </a:cubicBezTo>
                <a:cubicBezTo>
                  <a:pt x="172037" y="106307"/>
                  <a:pt x="166699" y="108017"/>
                  <a:pt x="164187" y="109691"/>
                </a:cubicBezTo>
                <a:cubicBezTo>
                  <a:pt x="160350" y="112413"/>
                  <a:pt x="158431" y="115867"/>
                  <a:pt x="158431" y="120053"/>
                </a:cubicBezTo>
                <a:cubicBezTo>
                  <a:pt x="158431" y="124170"/>
                  <a:pt x="159966" y="127729"/>
                  <a:pt x="163036" y="130730"/>
                </a:cubicBezTo>
                <a:cubicBezTo>
                  <a:pt x="166106" y="133730"/>
                  <a:pt x="170014" y="135230"/>
                  <a:pt x="174759" y="135230"/>
                </a:cubicBezTo>
                <a:cubicBezTo>
                  <a:pt x="180062" y="135230"/>
                  <a:pt x="185121" y="133486"/>
                  <a:pt x="189936" y="129997"/>
                </a:cubicBezTo>
                <a:cubicBezTo>
                  <a:pt x="193494" y="127345"/>
                  <a:pt x="195832" y="124101"/>
                  <a:pt x="196948" y="120263"/>
                </a:cubicBezTo>
                <a:cubicBezTo>
                  <a:pt x="197716" y="117751"/>
                  <a:pt x="198100" y="112971"/>
                  <a:pt x="198100" y="105923"/>
                </a:cubicBezTo>
                <a:lnTo>
                  <a:pt x="198100" y="100062"/>
                </a:lnTo>
                <a:close/>
                <a:moveTo>
                  <a:pt x="245221" y="42286"/>
                </a:moveTo>
                <a:lnTo>
                  <a:pt x="276517" y="42286"/>
                </a:lnTo>
                <a:lnTo>
                  <a:pt x="303102" y="121205"/>
                </a:lnTo>
                <a:lnTo>
                  <a:pt x="329060" y="42286"/>
                </a:lnTo>
                <a:lnTo>
                  <a:pt x="359518" y="42286"/>
                </a:lnTo>
                <a:lnTo>
                  <a:pt x="320268" y="149256"/>
                </a:lnTo>
                <a:lnTo>
                  <a:pt x="313255" y="168619"/>
                </a:lnTo>
                <a:cubicBezTo>
                  <a:pt x="310673" y="175109"/>
                  <a:pt x="308214" y="180063"/>
                  <a:pt x="305876" y="183482"/>
                </a:cubicBezTo>
                <a:cubicBezTo>
                  <a:pt x="303539" y="186901"/>
                  <a:pt x="300852" y="189675"/>
                  <a:pt x="297817" y="191803"/>
                </a:cubicBezTo>
                <a:cubicBezTo>
                  <a:pt x="294781" y="193931"/>
                  <a:pt x="291048" y="195588"/>
                  <a:pt x="286617" y="196775"/>
                </a:cubicBezTo>
                <a:cubicBezTo>
                  <a:pt x="282186" y="197961"/>
                  <a:pt x="277180" y="198554"/>
                  <a:pt x="271598" y="198554"/>
                </a:cubicBezTo>
                <a:cubicBezTo>
                  <a:pt x="265946" y="198554"/>
                  <a:pt x="260398" y="197961"/>
                  <a:pt x="254955" y="196775"/>
                </a:cubicBezTo>
                <a:lnTo>
                  <a:pt x="252339" y="173748"/>
                </a:lnTo>
                <a:cubicBezTo>
                  <a:pt x="256944" y="174655"/>
                  <a:pt x="261096" y="175109"/>
                  <a:pt x="264794" y="175109"/>
                </a:cubicBezTo>
                <a:cubicBezTo>
                  <a:pt x="271632" y="175109"/>
                  <a:pt x="276691" y="173102"/>
                  <a:pt x="279971" y="169090"/>
                </a:cubicBezTo>
                <a:cubicBezTo>
                  <a:pt x="283251" y="165078"/>
                  <a:pt x="285763" y="159967"/>
                  <a:pt x="287507" y="153756"/>
                </a:cubicBezTo>
                <a:lnTo>
                  <a:pt x="245221" y="42286"/>
                </a:lnTo>
                <a:close/>
                <a:moveTo>
                  <a:pt x="445890" y="118065"/>
                </a:moveTo>
                <a:lnTo>
                  <a:pt x="475197" y="122984"/>
                </a:lnTo>
                <a:cubicBezTo>
                  <a:pt x="471429" y="133730"/>
                  <a:pt x="465481" y="141912"/>
                  <a:pt x="457352" y="147529"/>
                </a:cubicBezTo>
                <a:cubicBezTo>
                  <a:pt x="449222" y="153146"/>
                  <a:pt x="439052" y="155954"/>
                  <a:pt x="426841" y="155954"/>
                </a:cubicBezTo>
                <a:cubicBezTo>
                  <a:pt x="407512" y="155954"/>
                  <a:pt x="393208" y="149639"/>
                  <a:pt x="383927" y="137010"/>
                </a:cubicBezTo>
                <a:cubicBezTo>
                  <a:pt x="376601" y="126892"/>
                  <a:pt x="372937" y="114122"/>
                  <a:pt x="372937" y="98701"/>
                </a:cubicBezTo>
                <a:cubicBezTo>
                  <a:pt x="372937" y="80280"/>
                  <a:pt x="377752" y="65853"/>
                  <a:pt x="387381" y="55421"/>
                </a:cubicBezTo>
                <a:cubicBezTo>
                  <a:pt x="397011" y="44990"/>
                  <a:pt x="409187" y="39774"/>
                  <a:pt x="423910" y="39774"/>
                </a:cubicBezTo>
                <a:cubicBezTo>
                  <a:pt x="440448" y="39774"/>
                  <a:pt x="453496" y="45234"/>
                  <a:pt x="463056" y="56154"/>
                </a:cubicBezTo>
                <a:cubicBezTo>
                  <a:pt x="472616" y="67074"/>
                  <a:pt x="477186" y="83804"/>
                  <a:pt x="476767" y="106342"/>
                </a:cubicBezTo>
                <a:lnTo>
                  <a:pt x="403081" y="106342"/>
                </a:lnTo>
                <a:cubicBezTo>
                  <a:pt x="403291" y="115064"/>
                  <a:pt x="405663" y="121850"/>
                  <a:pt x="410199" y="126700"/>
                </a:cubicBezTo>
                <a:cubicBezTo>
                  <a:pt x="414734" y="131549"/>
                  <a:pt x="420386" y="133974"/>
                  <a:pt x="427155" y="133974"/>
                </a:cubicBezTo>
                <a:cubicBezTo>
                  <a:pt x="431760" y="133974"/>
                  <a:pt x="435633" y="132718"/>
                  <a:pt x="438773" y="130206"/>
                </a:cubicBezTo>
                <a:cubicBezTo>
                  <a:pt x="441913" y="127694"/>
                  <a:pt x="444286" y="123647"/>
                  <a:pt x="445890" y="118065"/>
                </a:cubicBezTo>
                <a:moveTo>
                  <a:pt x="447565" y="88339"/>
                </a:moveTo>
                <a:cubicBezTo>
                  <a:pt x="447356" y="79826"/>
                  <a:pt x="445158" y="73354"/>
                  <a:pt x="440971" y="68923"/>
                </a:cubicBezTo>
                <a:cubicBezTo>
                  <a:pt x="436784" y="64493"/>
                  <a:pt x="431691" y="62277"/>
                  <a:pt x="425690" y="62277"/>
                </a:cubicBezTo>
                <a:cubicBezTo>
                  <a:pt x="419270" y="62277"/>
                  <a:pt x="413967" y="64615"/>
                  <a:pt x="409780" y="69290"/>
                </a:cubicBezTo>
                <a:cubicBezTo>
                  <a:pt x="405593" y="73965"/>
                  <a:pt x="403535" y="80315"/>
                  <a:pt x="403605" y="88339"/>
                </a:cubicBezTo>
                <a:lnTo>
                  <a:pt x="447565" y="88339"/>
                </a:lnTo>
                <a:close/>
                <a:moveTo>
                  <a:pt x="532052" y="153442"/>
                </a:moveTo>
                <a:lnTo>
                  <a:pt x="502641" y="153442"/>
                </a:lnTo>
                <a:lnTo>
                  <a:pt x="502641" y="42286"/>
                </a:lnTo>
                <a:lnTo>
                  <a:pt x="529959" y="42286"/>
                </a:lnTo>
                <a:lnTo>
                  <a:pt x="529959" y="58090"/>
                </a:lnTo>
                <a:cubicBezTo>
                  <a:pt x="534634" y="50624"/>
                  <a:pt x="538838" y="45705"/>
                  <a:pt x="542571" y="43332"/>
                </a:cubicBezTo>
                <a:cubicBezTo>
                  <a:pt x="546304" y="40960"/>
                  <a:pt x="550543" y="39774"/>
                  <a:pt x="555288" y="39774"/>
                </a:cubicBezTo>
                <a:cubicBezTo>
                  <a:pt x="561987" y="39774"/>
                  <a:pt x="568442" y="41623"/>
                  <a:pt x="574652" y="45321"/>
                </a:cubicBezTo>
                <a:lnTo>
                  <a:pt x="565546" y="70964"/>
                </a:lnTo>
                <a:cubicBezTo>
                  <a:pt x="560592" y="67755"/>
                  <a:pt x="555986" y="66150"/>
                  <a:pt x="551730" y="66150"/>
                </a:cubicBezTo>
                <a:cubicBezTo>
                  <a:pt x="547613" y="66150"/>
                  <a:pt x="544124" y="67284"/>
                  <a:pt x="541263" y="69551"/>
                </a:cubicBezTo>
                <a:cubicBezTo>
                  <a:pt x="538402" y="71819"/>
                  <a:pt x="536152" y="75919"/>
                  <a:pt x="534512" y="81850"/>
                </a:cubicBezTo>
                <a:cubicBezTo>
                  <a:pt x="532872" y="87781"/>
                  <a:pt x="532052" y="100202"/>
                  <a:pt x="532052" y="119111"/>
                </a:cubicBezTo>
                <a:lnTo>
                  <a:pt x="532052" y="153442"/>
                </a:lnTo>
                <a:close/>
                <a:moveTo>
                  <a:pt x="580925" y="153442"/>
                </a:moveTo>
                <a:lnTo>
                  <a:pt x="580925" y="0"/>
                </a:lnTo>
                <a:lnTo>
                  <a:pt x="611069" y="0"/>
                </a:lnTo>
                <a:lnTo>
                  <a:pt x="673870" y="102469"/>
                </a:lnTo>
                <a:lnTo>
                  <a:pt x="673870" y="0"/>
                </a:lnTo>
                <a:lnTo>
                  <a:pt x="702653" y="0"/>
                </a:lnTo>
                <a:lnTo>
                  <a:pt x="702653" y="153442"/>
                </a:lnTo>
                <a:lnTo>
                  <a:pt x="671567" y="153442"/>
                </a:lnTo>
                <a:lnTo>
                  <a:pt x="609709" y="53380"/>
                </a:lnTo>
                <a:lnTo>
                  <a:pt x="609709" y="153442"/>
                </a:lnTo>
                <a:lnTo>
                  <a:pt x="580925" y="1534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…">
            <a:extLst xmlns:a="http://schemas.openxmlformats.org/drawingml/2006/main">
              <a:ext uri="{FF2B5EF4-FFF2-40B4-BE49-F238E27FC236}">
                <a16:creationId xmlns:a16="http://schemas.microsoft.com/office/drawing/2014/main" id="{7742C516-0DF8-479E-B0F6-3A958562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977" y="1402077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…">
            <a:extLst xmlns:a="http://schemas.openxmlformats.org/drawingml/2006/main">
              <a:ext uri="{FF2B5EF4-FFF2-40B4-BE49-F238E27FC236}">
                <a16:creationId xmlns:a16="http://schemas.microsoft.com/office/drawing/2014/main" id="{C82CD837-E8FE-4F55-95FE-CBA93316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08" y="1692993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0D261-3C7F-4E36-AD8E-3C1EE64B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933" y="43854"/>
            <a:ext cx="4179996" cy="1224907"/>
          </a:xfrm>
          <a:custGeom xmlns:a="http://schemas.openxmlformats.org/drawingml/2006/main">
            <a:pathLst>
              <a:path w="4179996" h="1224907">
                <a:moveTo>
                  <a:pt x="0" y="45201"/>
                </a:moveTo>
                <a:cubicBezTo>
                  <a:pt x="0" y="20237"/>
                  <a:pt x="20237" y="0"/>
                  <a:pt x="45201" y="0"/>
                </a:cubicBezTo>
                <a:lnTo>
                  <a:pt x="4134796" y="0"/>
                </a:lnTo>
                <a:cubicBezTo>
                  <a:pt x="4159759" y="0"/>
                  <a:pt x="4179996" y="20237"/>
                  <a:pt x="4179996" y="45201"/>
                </a:cubicBezTo>
                <a:lnTo>
                  <a:pt x="4179996" y="1179707"/>
                </a:lnTo>
                <a:cubicBezTo>
                  <a:pt x="4179996" y="1204670"/>
                  <a:pt x="4159759" y="1224907"/>
                  <a:pt x="4134796" y="1224907"/>
                </a:cubicBezTo>
                <a:lnTo>
                  <a:pt x="45201" y="1224907"/>
                </a:lnTo>
                <a:cubicBezTo>
                  <a:pt x="20237" y="1224907"/>
                  <a:pt x="0" y="1204670"/>
                  <a:pt x="0" y="1179707"/>
                </a:cubicBezTo>
                <a:lnTo>
                  <a:pt x="0" y="45201"/>
                </a:lnTo>
                <a:close/>
              </a:path>
            </a:pathLst>
          </a:custGeom>
          <a:solidFill xmlns:a="http://schemas.openxmlformats.org/drawingml/2006/main">
            <a:srgbClr val="E7D9E5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0CBF9-01FE-4D95-A5EB-29392A83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14" y="43854"/>
            <a:ext cx="1561757" cy="1623002"/>
          </a:xfrm>
          <a:custGeom xmlns:a="http://schemas.openxmlformats.org/drawingml/2006/main">
            <a:pathLst>
              <a:path w="1561757" h="1623002">
                <a:moveTo>
                  <a:pt x="0" y="57629"/>
                </a:moveTo>
                <a:cubicBezTo>
                  <a:pt x="0" y="25801"/>
                  <a:pt x="25801" y="0"/>
                  <a:pt x="57629" y="0"/>
                </a:cubicBezTo>
                <a:lnTo>
                  <a:pt x="1504128" y="0"/>
                </a:lnTo>
                <a:cubicBezTo>
                  <a:pt x="1535956" y="0"/>
                  <a:pt x="1561757" y="25801"/>
                  <a:pt x="1561757" y="57629"/>
                </a:cubicBezTo>
                <a:lnTo>
                  <a:pt x="1561757" y="1565374"/>
                </a:lnTo>
                <a:cubicBezTo>
                  <a:pt x="1561757" y="1597201"/>
                  <a:pt x="1535956" y="1623002"/>
                  <a:pt x="1504128" y="1623002"/>
                </a:cubicBezTo>
                <a:lnTo>
                  <a:pt x="57629" y="1623002"/>
                </a:lnTo>
                <a:cubicBezTo>
                  <a:pt x="25801" y="1623002"/>
                  <a:pt x="0" y="1597201"/>
                  <a:pt x="0" y="1565374"/>
                </a:cubicBezTo>
                <a:lnTo>
                  <a:pt x="0" y="57629"/>
                </a:lnTo>
                <a:close/>
              </a:path>
            </a:pathLst>
          </a:custGeom>
          <a:solidFill xmlns:a="http://schemas.openxmlformats.org/drawingml/2006/main">
            <a:srgbClr val="F4CEAF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C6125-DD8C-4761-BD8A-9B5E5A14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709" y="51509"/>
            <a:ext cx="566520" cy="168425"/>
          </a:xfrm>
          <a:custGeom xmlns:a="http://schemas.openxmlformats.org/drawingml/2006/main">
            <a:pathLst>
              <a:path w="566520" h="168425">
                <a:moveTo>
                  <a:pt x="0" y="0"/>
                </a:moveTo>
                <a:lnTo>
                  <a:pt x="566520" y="0"/>
                </a:lnTo>
                <a:lnTo>
                  <a:pt x="566520" y="168425"/>
                </a:lnTo>
                <a:lnTo>
                  <a:pt x="0" y="1684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CBEA5-FB3A-4B4F-8691-63E38DE2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710" y="51509"/>
            <a:ext cx="566520" cy="168425"/>
          </a:xfrm>
          <a:custGeom xmlns:a="http://schemas.openxmlformats.org/drawingml/2006/main">
            <a:pathLst>
              <a:path w="566520" h="168425" fill="none">
                <a:moveTo>
                  <a:pt x="0" y="0"/>
                </a:moveTo>
                <a:lnTo>
                  <a:pt x="566520" y="0"/>
                </a:lnTo>
                <a:lnTo>
                  <a:pt x="566520" y="168425"/>
                </a:lnTo>
                <a:lnTo>
                  <a:pt x="0" y="1684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39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7CE2F-BE1E-4BD5-8629-3B3125D0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3365" y="288835"/>
            <a:ext cx="551208" cy="183736"/>
          </a:xfrm>
          <a:custGeom xmlns:a="http://schemas.openxmlformats.org/drawingml/2006/main">
            <a:pathLst>
              <a:path w="551208" h="183736">
                <a:moveTo>
                  <a:pt x="0" y="0"/>
                </a:moveTo>
                <a:lnTo>
                  <a:pt x="551208" y="0"/>
                </a:lnTo>
                <a:lnTo>
                  <a:pt x="551208" y="183736"/>
                </a:lnTo>
                <a:lnTo>
                  <a:pt x="0" y="1837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Layer">
            <a:extLst xmlns:a="http://schemas.openxmlformats.org/drawingml/2006/main">
              <a:ext uri="{FF2B5EF4-FFF2-40B4-BE49-F238E27FC236}">
                <a16:creationId xmlns:a16="http://schemas.microsoft.com/office/drawing/2014/main" id="{C163CA8C-16FE-4E6E-AC0E-276FA905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007" y="322373"/>
            <a:ext cx="437533" cy="155020"/>
          </a:xfrm>
          <a:custGeom xmlns:a="http://schemas.openxmlformats.org/drawingml/2006/main">
            <a:pathLst>
              <a:path w="437533" h="155020">
                <a:moveTo>
                  <a:pt x="0" y="119575"/>
                </a:moveTo>
                <a:lnTo>
                  <a:pt x="0" y="0"/>
                </a:lnTo>
                <a:lnTo>
                  <a:pt x="24343" y="0"/>
                </a:lnTo>
                <a:lnTo>
                  <a:pt x="24343" y="99262"/>
                </a:lnTo>
                <a:lnTo>
                  <a:pt x="84870" y="99262"/>
                </a:lnTo>
                <a:lnTo>
                  <a:pt x="84870" y="119575"/>
                </a:lnTo>
                <a:lnTo>
                  <a:pt x="0" y="119575"/>
                </a:lnTo>
                <a:close/>
                <a:moveTo>
                  <a:pt x="123633" y="58883"/>
                </a:moveTo>
                <a:lnTo>
                  <a:pt x="102662" y="55100"/>
                </a:lnTo>
                <a:cubicBezTo>
                  <a:pt x="105019" y="46657"/>
                  <a:pt x="109077" y="40407"/>
                  <a:pt x="114833" y="36349"/>
                </a:cubicBezTo>
                <a:cubicBezTo>
                  <a:pt x="120590" y="32292"/>
                  <a:pt x="129143" y="30264"/>
                  <a:pt x="140492" y="30264"/>
                </a:cubicBezTo>
                <a:cubicBezTo>
                  <a:pt x="150799" y="30264"/>
                  <a:pt x="158475" y="31484"/>
                  <a:pt x="163519" y="33923"/>
                </a:cubicBezTo>
                <a:cubicBezTo>
                  <a:pt x="168563" y="36363"/>
                  <a:pt x="172113" y="39461"/>
                  <a:pt x="174168" y="43216"/>
                </a:cubicBezTo>
                <a:cubicBezTo>
                  <a:pt x="176224" y="46972"/>
                  <a:pt x="177252" y="53866"/>
                  <a:pt x="177252" y="63899"/>
                </a:cubicBezTo>
                <a:lnTo>
                  <a:pt x="177006" y="90874"/>
                </a:lnTo>
                <a:cubicBezTo>
                  <a:pt x="177006" y="98549"/>
                  <a:pt x="177376" y="104210"/>
                  <a:pt x="178116" y="107856"/>
                </a:cubicBezTo>
                <a:cubicBezTo>
                  <a:pt x="178856" y="111502"/>
                  <a:pt x="180240" y="115408"/>
                  <a:pt x="182269" y="119575"/>
                </a:cubicBezTo>
                <a:lnTo>
                  <a:pt x="159407" y="119575"/>
                </a:lnTo>
                <a:cubicBezTo>
                  <a:pt x="158804" y="118040"/>
                  <a:pt x="158063" y="115765"/>
                  <a:pt x="157186" y="112749"/>
                </a:cubicBezTo>
                <a:cubicBezTo>
                  <a:pt x="156802" y="111379"/>
                  <a:pt x="156528" y="110474"/>
                  <a:pt x="156364" y="110035"/>
                </a:cubicBezTo>
                <a:cubicBezTo>
                  <a:pt x="152416" y="113873"/>
                  <a:pt x="148195" y="116751"/>
                  <a:pt x="143699" y="118670"/>
                </a:cubicBezTo>
                <a:cubicBezTo>
                  <a:pt x="139203" y="120589"/>
                  <a:pt x="134406" y="121549"/>
                  <a:pt x="129307" y="121549"/>
                </a:cubicBezTo>
                <a:cubicBezTo>
                  <a:pt x="120316" y="121549"/>
                  <a:pt x="113230" y="119109"/>
                  <a:pt x="108049" y="114229"/>
                </a:cubicBezTo>
                <a:cubicBezTo>
                  <a:pt x="102868" y="109350"/>
                  <a:pt x="100277" y="103182"/>
                  <a:pt x="100277" y="95726"/>
                </a:cubicBezTo>
                <a:cubicBezTo>
                  <a:pt x="100277" y="90791"/>
                  <a:pt x="101456" y="86392"/>
                  <a:pt x="103813" y="82526"/>
                </a:cubicBezTo>
                <a:cubicBezTo>
                  <a:pt x="106171" y="78661"/>
                  <a:pt x="109474" y="75701"/>
                  <a:pt x="113723" y="73645"/>
                </a:cubicBezTo>
                <a:cubicBezTo>
                  <a:pt x="117972" y="71589"/>
                  <a:pt x="124099" y="69793"/>
                  <a:pt x="132103" y="68258"/>
                </a:cubicBezTo>
                <a:cubicBezTo>
                  <a:pt x="142904" y="66230"/>
                  <a:pt x="150388" y="64338"/>
                  <a:pt x="154555" y="62584"/>
                </a:cubicBezTo>
                <a:lnTo>
                  <a:pt x="154555" y="60281"/>
                </a:lnTo>
                <a:cubicBezTo>
                  <a:pt x="154555" y="55840"/>
                  <a:pt x="153458" y="52674"/>
                  <a:pt x="151265" y="50782"/>
                </a:cubicBezTo>
                <a:cubicBezTo>
                  <a:pt x="149072" y="48891"/>
                  <a:pt x="144933" y="47945"/>
                  <a:pt x="138847" y="47945"/>
                </a:cubicBezTo>
                <a:cubicBezTo>
                  <a:pt x="134735" y="47945"/>
                  <a:pt x="131528" y="48754"/>
                  <a:pt x="129225" y="50371"/>
                </a:cubicBezTo>
                <a:cubicBezTo>
                  <a:pt x="126922" y="51989"/>
                  <a:pt x="125058" y="54826"/>
                  <a:pt x="123633" y="58883"/>
                </a:cubicBezTo>
                <a:moveTo>
                  <a:pt x="154555" y="77633"/>
                </a:moveTo>
                <a:cubicBezTo>
                  <a:pt x="151594" y="78620"/>
                  <a:pt x="146906" y="79799"/>
                  <a:pt x="140492" y="81170"/>
                </a:cubicBezTo>
                <a:cubicBezTo>
                  <a:pt x="134077" y="82540"/>
                  <a:pt x="129883" y="83883"/>
                  <a:pt x="127909" y="85199"/>
                </a:cubicBezTo>
                <a:cubicBezTo>
                  <a:pt x="124894" y="87337"/>
                  <a:pt x="123386" y="90051"/>
                  <a:pt x="123386" y="93341"/>
                </a:cubicBezTo>
                <a:cubicBezTo>
                  <a:pt x="123386" y="96576"/>
                  <a:pt x="124592" y="99372"/>
                  <a:pt x="127005" y="101729"/>
                </a:cubicBezTo>
                <a:cubicBezTo>
                  <a:pt x="129417" y="104087"/>
                  <a:pt x="132487" y="105265"/>
                  <a:pt x="136215" y="105265"/>
                </a:cubicBezTo>
                <a:cubicBezTo>
                  <a:pt x="140382" y="105265"/>
                  <a:pt x="144357" y="103895"/>
                  <a:pt x="148140" y="101154"/>
                </a:cubicBezTo>
                <a:cubicBezTo>
                  <a:pt x="150936" y="99070"/>
                  <a:pt x="152773" y="96521"/>
                  <a:pt x="153650" y="93505"/>
                </a:cubicBezTo>
                <a:cubicBezTo>
                  <a:pt x="154253" y="91532"/>
                  <a:pt x="154555" y="87776"/>
                  <a:pt x="154555" y="82239"/>
                </a:cubicBezTo>
                <a:lnTo>
                  <a:pt x="154555" y="77633"/>
                </a:lnTo>
                <a:close/>
                <a:moveTo>
                  <a:pt x="187284" y="32238"/>
                </a:moveTo>
                <a:lnTo>
                  <a:pt x="211874" y="32238"/>
                </a:lnTo>
                <a:lnTo>
                  <a:pt x="232762" y="94246"/>
                </a:lnTo>
                <a:lnTo>
                  <a:pt x="253158" y="32238"/>
                </a:lnTo>
                <a:lnTo>
                  <a:pt x="277089" y="32238"/>
                </a:lnTo>
                <a:lnTo>
                  <a:pt x="246250" y="116285"/>
                </a:lnTo>
                <a:lnTo>
                  <a:pt x="240740" y="131500"/>
                </a:lnTo>
                <a:cubicBezTo>
                  <a:pt x="238711" y="136598"/>
                  <a:pt x="236778" y="140491"/>
                  <a:pt x="234942" y="143178"/>
                </a:cubicBezTo>
                <a:cubicBezTo>
                  <a:pt x="233105" y="145864"/>
                  <a:pt x="230994" y="148043"/>
                  <a:pt x="228609" y="149715"/>
                </a:cubicBezTo>
                <a:cubicBezTo>
                  <a:pt x="226224" y="151388"/>
                  <a:pt x="223291" y="152690"/>
                  <a:pt x="219810" y="153622"/>
                </a:cubicBezTo>
                <a:cubicBezTo>
                  <a:pt x="216328" y="154554"/>
                  <a:pt x="212395" y="155020"/>
                  <a:pt x="208009" y="155020"/>
                </a:cubicBezTo>
                <a:cubicBezTo>
                  <a:pt x="203568" y="155020"/>
                  <a:pt x="199209" y="154554"/>
                  <a:pt x="194933" y="153622"/>
                </a:cubicBezTo>
                <a:lnTo>
                  <a:pt x="192877" y="135529"/>
                </a:lnTo>
                <a:cubicBezTo>
                  <a:pt x="196495" y="136242"/>
                  <a:pt x="199757" y="136598"/>
                  <a:pt x="202663" y="136598"/>
                </a:cubicBezTo>
                <a:cubicBezTo>
                  <a:pt x="208036" y="136598"/>
                  <a:pt x="212011" y="135022"/>
                  <a:pt x="214588" y="131870"/>
                </a:cubicBezTo>
                <a:cubicBezTo>
                  <a:pt x="217165" y="128717"/>
                  <a:pt x="219138" y="124701"/>
                  <a:pt x="220509" y="119822"/>
                </a:cubicBezTo>
                <a:lnTo>
                  <a:pt x="187284" y="32238"/>
                </a:lnTo>
                <a:close/>
                <a:moveTo>
                  <a:pt x="340657" y="91778"/>
                </a:moveTo>
                <a:lnTo>
                  <a:pt x="363684" y="95644"/>
                </a:lnTo>
                <a:cubicBezTo>
                  <a:pt x="360723" y="104087"/>
                  <a:pt x="356049" y="110515"/>
                  <a:pt x="349662" y="114929"/>
                </a:cubicBezTo>
                <a:cubicBezTo>
                  <a:pt x="343275" y="119342"/>
                  <a:pt x="335284" y="121549"/>
                  <a:pt x="325689" y="121549"/>
                </a:cubicBezTo>
                <a:cubicBezTo>
                  <a:pt x="310503" y="121549"/>
                  <a:pt x="299263" y="116587"/>
                  <a:pt x="291971" y="106664"/>
                </a:cubicBezTo>
                <a:cubicBezTo>
                  <a:pt x="286215" y="98714"/>
                  <a:pt x="283336" y="88681"/>
                  <a:pt x="283336" y="76564"/>
                </a:cubicBezTo>
                <a:cubicBezTo>
                  <a:pt x="283336" y="62090"/>
                  <a:pt x="287119" y="50755"/>
                  <a:pt x="294685" y="42559"/>
                </a:cubicBezTo>
                <a:cubicBezTo>
                  <a:pt x="302251" y="34362"/>
                  <a:pt x="311818" y="30264"/>
                  <a:pt x="323387" y="30264"/>
                </a:cubicBezTo>
                <a:cubicBezTo>
                  <a:pt x="336380" y="30264"/>
                  <a:pt x="346633" y="34554"/>
                  <a:pt x="354144" y="43134"/>
                </a:cubicBezTo>
                <a:cubicBezTo>
                  <a:pt x="361655" y="51714"/>
                  <a:pt x="365246" y="64859"/>
                  <a:pt x="364917" y="82568"/>
                </a:cubicBezTo>
                <a:lnTo>
                  <a:pt x="307021" y="82568"/>
                </a:lnTo>
                <a:cubicBezTo>
                  <a:pt x="307186" y="89421"/>
                  <a:pt x="309050" y="94753"/>
                  <a:pt x="312613" y="98563"/>
                </a:cubicBezTo>
                <a:cubicBezTo>
                  <a:pt x="316177" y="102373"/>
                  <a:pt x="320618" y="104279"/>
                  <a:pt x="325936" y="104279"/>
                </a:cubicBezTo>
                <a:cubicBezTo>
                  <a:pt x="329555" y="104279"/>
                  <a:pt x="332597" y="103292"/>
                  <a:pt x="335065" y="101318"/>
                </a:cubicBezTo>
                <a:cubicBezTo>
                  <a:pt x="337532" y="99344"/>
                  <a:pt x="339396" y="96164"/>
                  <a:pt x="340657" y="91778"/>
                </a:cubicBezTo>
                <a:moveTo>
                  <a:pt x="341973" y="68423"/>
                </a:moveTo>
                <a:cubicBezTo>
                  <a:pt x="341808" y="61734"/>
                  <a:pt x="340081" y="56649"/>
                  <a:pt x="336792" y="53167"/>
                </a:cubicBezTo>
                <a:cubicBezTo>
                  <a:pt x="333502" y="49686"/>
                  <a:pt x="329500" y="47945"/>
                  <a:pt x="324785" y="47945"/>
                </a:cubicBezTo>
                <a:cubicBezTo>
                  <a:pt x="319741" y="47945"/>
                  <a:pt x="315574" y="49782"/>
                  <a:pt x="312284" y="53455"/>
                </a:cubicBezTo>
                <a:cubicBezTo>
                  <a:pt x="308995" y="57128"/>
                  <a:pt x="307378" y="62118"/>
                  <a:pt x="307432" y="68423"/>
                </a:cubicBezTo>
                <a:lnTo>
                  <a:pt x="341973" y="68423"/>
                </a:lnTo>
                <a:close/>
                <a:moveTo>
                  <a:pt x="404062" y="119575"/>
                </a:moveTo>
                <a:lnTo>
                  <a:pt x="380953" y="119575"/>
                </a:lnTo>
                <a:lnTo>
                  <a:pt x="380953" y="32238"/>
                </a:lnTo>
                <a:lnTo>
                  <a:pt x="402417" y="32238"/>
                </a:lnTo>
                <a:lnTo>
                  <a:pt x="402417" y="44656"/>
                </a:lnTo>
                <a:cubicBezTo>
                  <a:pt x="406090" y="38789"/>
                  <a:pt x="409393" y="34924"/>
                  <a:pt x="412327" y="33060"/>
                </a:cubicBezTo>
                <a:cubicBezTo>
                  <a:pt x="415260" y="31196"/>
                  <a:pt x="418590" y="30264"/>
                  <a:pt x="422319" y="30264"/>
                </a:cubicBezTo>
                <a:cubicBezTo>
                  <a:pt x="427582" y="30264"/>
                  <a:pt x="432653" y="31717"/>
                  <a:pt x="437533" y="34622"/>
                </a:cubicBezTo>
                <a:lnTo>
                  <a:pt x="430378" y="54771"/>
                </a:lnTo>
                <a:cubicBezTo>
                  <a:pt x="426485" y="52249"/>
                  <a:pt x="422867" y="50988"/>
                  <a:pt x="419523" y="50988"/>
                </a:cubicBezTo>
                <a:cubicBezTo>
                  <a:pt x="416288" y="50988"/>
                  <a:pt x="413547" y="51879"/>
                  <a:pt x="411299" y="53661"/>
                </a:cubicBezTo>
                <a:cubicBezTo>
                  <a:pt x="409051" y="55443"/>
                  <a:pt x="407283" y="58664"/>
                  <a:pt x="405994" y="63324"/>
                </a:cubicBezTo>
                <a:cubicBezTo>
                  <a:pt x="404706" y="67984"/>
                  <a:pt x="404062" y="77743"/>
                  <a:pt x="404062" y="92601"/>
                </a:cubicBezTo>
                <a:lnTo>
                  <a:pt x="404062" y="1195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F18EA-8539-47F9-B1FB-FE8153EC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687" y="43854"/>
            <a:ext cx="352161" cy="137802"/>
          </a:xfrm>
          <a:custGeom xmlns:a="http://schemas.openxmlformats.org/drawingml/2006/main">
            <a:pathLst>
              <a:path w="352161" h="137802">
                <a:moveTo>
                  <a:pt x="323895" y="88415"/>
                </a:moveTo>
                <a:cubicBezTo>
                  <a:pt x="320877" y="89525"/>
                  <a:pt x="316095" y="90851"/>
                  <a:pt x="309554" y="92393"/>
                </a:cubicBezTo>
                <a:cubicBezTo>
                  <a:pt x="303011" y="93934"/>
                  <a:pt x="298733" y="95445"/>
                  <a:pt x="296722" y="96924"/>
                </a:cubicBezTo>
                <a:cubicBezTo>
                  <a:pt x="293646" y="99329"/>
                  <a:pt x="292108" y="102381"/>
                  <a:pt x="292108" y="106082"/>
                </a:cubicBezTo>
                <a:cubicBezTo>
                  <a:pt x="292108" y="109718"/>
                  <a:pt x="293338" y="112863"/>
                  <a:pt x="295798" y="115513"/>
                </a:cubicBezTo>
                <a:cubicBezTo>
                  <a:pt x="298259" y="118165"/>
                  <a:pt x="301390" y="119490"/>
                  <a:pt x="305192" y="119490"/>
                </a:cubicBezTo>
                <a:cubicBezTo>
                  <a:pt x="309442" y="119490"/>
                  <a:pt x="313495" y="117949"/>
                  <a:pt x="317354" y="114866"/>
                </a:cubicBezTo>
                <a:cubicBezTo>
                  <a:pt x="320206" y="112523"/>
                  <a:pt x="322079" y="109657"/>
                  <a:pt x="322973" y="106265"/>
                </a:cubicBezTo>
                <a:cubicBezTo>
                  <a:pt x="323588" y="104045"/>
                  <a:pt x="323895" y="99822"/>
                  <a:pt x="323895" y="93595"/>
                </a:cubicBezTo>
                <a:lnTo>
                  <a:pt x="323895" y="88415"/>
                </a:lnTo>
                <a:close/>
                <a:moveTo>
                  <a:pt x="175029" y="88415"/>
                </a:moveTo>
                <a:cubicBezTo>
                  <a:pt x="172009" y="89525"/>
                  <a:pt x="167229" y="90851"/>
                  <a:pt x="160686" y="92393"/>
                </a:cubicBezTo>
                <a:cubicBezTo>
                  <a:pt x="154144" y="93934"/>
                  <a:pt x="149867" y="95445"/>
                  <a:pt x="147854" y="96924"/>
                </a:cubicBezTo>
                <a:cubicBezTo>
                  <a:pt x="144779" y="99329"/>
                  <a:pt x="143241" y="102381"/>
                  <a:pt x="143241" y="106082"/>
                </a:cubicBezTo>
                <a:cubicBezTo>
                  <a:pt x="143241" y="109718"/>
                  <a:pt x="144472" y="112863"/>
                  <a:pt x="146932" y="115513"/>
                </a:cubicBezTo>
                <a:cubicBezTo>
                  <a:pt x="149393" y="118165"/>
                  <a:pt x="152524" y="119490"/>
                  <a:pt x="156326" y="119490"/>
                </a:cubicBezTo>
                <a:cubicBezTo>
                  <a:pt x="160575" y="119490"/>
                  <a:pt x="164629" y="117949"/>
                  <a:pt x="168488" y="114866"/>
                </a:cubicBezTo>
                <a:cubicBezTo>
                  <a:pt x="171339" y="112523"/>
                  <a:pt x="173213" y="109657"/>
                  <a:pt x="174107" y="106265"/>
                </a:cubicBezTo>
                <a:cubicBezTo>
                  <a:pt x="174722" y="104045"/>
                  <a:pt x="175029" y="99822"/>
                  <a:pt x="175029" y="93595"/>
                </a:cubicBezTo>
                <a:lnTo>
                  <a:pt x="175029" y="88415"/>
                </a:lnTo>
                <a:close/>
                <a:moveTo>
                  <a:pt x="309554" y="35144"/>
                </a:moveTo>
                <a:cubicBezTo>
                  <a:pt x="320067" y="35144"/>
                  <a:pt x="327894" y="36516"/>
                  <a:pt x="333039" y="39260"/>
                </a:cubicBezTo>
                <a:cubicBezTo>
                  <a:pt x="338182" y="42004"/>
                  <a:pt x="341803" y="45487"/>
                  <a:pt x="343899" y="49711"/>
                </a:cubicBezTo>
                <a:cubicBezTo>
                  <a:pt x="345997" y="53934"/>
                  <a:pt x="347044" y="61688"/>
                  <a:pt x="347044" y="72971"/>
                </a:cubicBezTo>
                <a:lnTo>
                  <a:pt x="346793" y="103306"/>
                </a:lnTo>
                <a:cubicBezTo>
                  <a:pt x="346793" y="111938"/>
                  <a:pt x="347171" y="118303"/>
                  <a:pt x="347926" y="122403"/>
                </a:cubicBezTo>
                <a:cubicBezTo>
                  <a:pt x="348679" y="126504"/>
                  <a:pt x="350092" y="130897"/>
                  <a:pt x="352161" y="135583"/>
                </a:cubicBezTo>
                <a:lnTo>
                  <a:pt x="328843" y="135583"/>
                </a:lnTo>
                <a:cubicBezTo>
                  <a:pt x="328229" y="133856"/>
                  <a:pt x="327474" y="131298"/>
                  <a:pt x="326580" y="127906"/>
                </a:cubicBezTo>
                <a:cubicBezTo>
                  <a:pt x="326188" y="126366"/>
                  <a:pt x="325910" y="125348"/>
                  <a:pt x="325741" y="124855"/>
                </a:cubicBezTo>
                <a:cubicBezTo>
                  <a:pt x="321716" y="129171"/>
                  <a:pt x="317409" y="132408"/>
                  <a:pt x="312825" y="134567"/>
                </a:cubicBezTo>
                <a:cubicBezTo>
                  <a:pt x="308240" y="136723"/>
                  <a:pt x="303347" y="137802"/>
                  <a:pt x="298147" y="137802"/>
                </a:cubicBezTo>
                <a:cubicBezTo>
                  <a:pt x="288977" y="137802"/>
                  <a:pt x="281750" y="135060"/>
                  <a:pt x="276466" y="129571"/>
                </a:cubicBezTo>
                <a:cubicBezTo>
                  <a:pt x="271182" y="124083"/>
                  <a:pt x="268541" y="117147"/>
                  <a:pt x="268541" y="108763"/>
                </a:cubicBezTo>
                <a:cubicBezTo>
                  <a:pt x="268541" y="103214"/>
                  <a:pt x="269743" y="98265"/>
                  <a:pt x="272147" y="93918"/>
                </a:cubicBezTo>
                <a:cubicBezTo>
                  <a:pt x="274551" y="89571"/>
                  <a:pt x="277921" y="86241"/>
                  <a:pt x="282254" y="83929"/>
                </a:cubicBezTo>
                <a:cubicBezTo>
                  <a:pt x="286585" y="81617"/>
                  <a:pt x="292836" y="79599"/>
                  <a:pt x="300998" y="77872"/>
                </a:cubicBezTo>
                <a:cubicBezTo>
                  <a:pt x="312013" y="75591"/>
                  <a:pt x="319646" y="73464"/>
                  <a:pt x="323895" y="71490"/>
                </a:cubicBezTo>
                <a:lnTo>
                  <a:pt x="323895" y="68901"/>
                </a:lnTo>
                <a:cubicBezTo>
                  <a:pt x="323895" y="63908"/>
                  <a:pt x="322777" y="60347"/>
                  <a:pt x="320541" y="58220"/>
                </a:cubicBezTo>
                <a:cubicBezTo>
                  <a:pt x="318304" y="56093"/>
                  <a:pt x="314083" y="55029"/>
                  <a:pt x="307876" y="55029"/>
                </a:cubicBezTo>
                <a:cubicBezTo>
                  <a:pt x="303682" y="55029"/>
                  <a:pt x="300412" y="55938"/>
                  <a:pt x="298063" y="57756"/>
                </a:cubicBezTo>
                <a:cubicBezTo>
                  <a:pt x="295714" y="59575"/>
                  <a:pt x="293814" y="62766"/>
                  <a:pt x="292359" y="67330"/>
                </a:cubicBezTo>
                <a:lnTo>
                  <a:pt x="270972" y="63075"/>
                </a:lnTo>
                <a:cubicBezTo>
                  <a:pt x="273378" y="53579"/>
                  <a:pt x="277513" y="46551"/>
                  <a:pt x="283385" y="41988"/>
                </a:cubicBezTo>
                <a:cubicBezTo>
                  <a:pt x="289256" y="37426"/>
                  <a:pt x="297980" y="35144"/>
                  <a:pt x="309554" y="35144"/>
                </a:cubicBezTo>
                <a:close/>
                <a:moveTo>
                  <a:pt x="160686" y="35144"/>
                </a:moveTo>
                <a:cubicBezTo>
                  <a:pt x="171199" y="35144"/>
                  <a:pt x="179028" y="36516"/>
                  <a:pt x="184171" y="39260"/>
                </a:cubicBezTo>
                <a:cubicBezTo>
                  <a:pt x="189314" y="42004"/>
                  <a:pt x="192935" y="45487"/>
                  <a:pt x="195033" y="49711"/>
                </a:cubicBezTo>
                <a:cubicBezTo>
                  <a:pt x="197129" y="53934"/>
                  <a:pt x="198178" y="61688"/>
                  <a:pt x="198178" y="72971"/>
                </a:cubicBezTo>
                <a:lnTo>
                  <a:pt x="197927" y="103306"/>
                </a:lnTo>
                <a:cubicBezTo>
                  <a:pt x="197927" y="111938"/>
                  <a:pt x="198303" y="118303"/>
                  <a:pt x="199058" y="122403"/>
                </a:cubicBezTo>
                <a:cubicBezTo>
                  <a:pt x="199813" y="126504"/>
                  <a:pt x="201225" y="130897"/>
                  <a:pt x="203295" y="135583"/>
                </a:cubicBezTo>
                <a:lnTo>
                  <a:pt x="179977" y="135583"/>
                </a:lnTo>
                <a:cubicBezTo>
                  <a:pt x="179363" y="133856"/>
                  <a:pt x="178607" y="131298"/>
                  <a:pt x="177713" y="127906"/>
                </a:cubicBezTo>
                <a:cubicBezTo>
                  <a:pt x="177321" y="126366"/>
                  <a:pt x="177042" y="125348"/>
                  <a:pt x="176874" y="124855"/>
                </a:cubicBezTo>
                <a:cubicBezTo>
                  <a:pt x="172848" y="129171"/>
                  <a:pt x="168543" y="132408"/>
                  <a:pt x="163958" y="134567"/>
                </a:cubicBezTo>
                <a:cubicBezTo>
                  <a:pt x="159373" y="136723"/>
                  <a:pt x="154479" y="137802"/>
                  <a:pt x="149281" y="137802"/>
                </a:cubicBezTo>
                <a:cubicBezTo>
                  <a:pt x="140111" y="137802"/>
                  <a:pt x="132883" y="135060"/>
                  <a:pt x="127599" y="129571"/>
                </a:cubicBezTo>
                <a:cubicBezTo>
                  <a:pt x="122315" y="124083"/>
                  <a:pt x="119673" y="117147"/>
                  <a:pt x="119673" y="108763"/>
                </a:cubicBezTo>
                <a:cubicBezTo>
                  <a:pt x="119673" y="103214"/>
                  <a:pt x="120877" y="98265"/>
                  <a:pt x="123281" y="93918"/>
                </a:cubicBezTo>
                <a:cubicBezTo>
                  <a:pt x="125685" y="89571"/>
                  <a:pt x="129053" y="86241"/>
                  <a:pt x="133386" y="83929"/>
                </a:cubicBezTo>
                <a:cubicBezTo>
                  <a:pt x="137719" y="81617"/>
                  <a:pt x="143969" y="79599"/>
                  <a:pt x="152132" y="77872"/>
                </a:cubicBezTo>
                <a:cubicBezTo>
                  <a:pt x="163147" y="75591"/>
                  <a:pt x="170780" y="73464"/>
                  <a:pt x="175029" y="71490"/>
                </a:cubicBezTo>
                <a:lnTo>
                  <a:pt x="175029" y="68901"/>
                </a:lnTo>
                <a:cubicBezTo>
                  <a:pt x="175029" y="63908"/>
                  <a:pt x="173911" y="60347"/>
                  <a:pt x="171674" y="58220"/>
                </a:cubicBezTo>
                <a:cubicBezTo>
                  <a:pt x="169438" y="56093"/>
                  <a:pt x="165216" y="55029"/>
                  <a:pt x="159010" y="55029"/>
                </a:cubicBezTo>
                <a:cubicBezTo>
                  <a:pt x="154816" y="55029"/>
                  <a:pt x="151546" y="55938"/>
                  <a:pt x="149197" y="57756"/>
                </a:cubicBezTo>
                <a:cubicBezTo>
                  <a:pt x="146848" y="59575"/>
                  <a:pt x="144948" y="62766"/>
                  <a:pt x="143493" y="67330"/>
                </a:cubicBezTo>
                <a:lnTo>
                  <a:pt x="122106" y="63075"/>
                </a:lnTo>
                <a:cubicBezTo>
                  <a:pt x="124510" y="53579"/>
                  <a:pt x="128647" y="46551"/>
                  <a:pt x="134519" y="41988"/>
                </a:cubicBezTo>
                <a:cubicBezTo>
                  <a:pt x="140390" y="37426"/>
                  <a:pt x="149113" y="35144"/>
                  <a:pt x="160686" y="35144"/>
                </a:cubicBezTo>
                <a:close/>
                <a:moveTo>
                  <a:pt x="24826" y="22938"/>
                </a:moveTo>
                <a:lnTo>
                  <a:pt x="24826" y="112740"/>
                </a:lnTo>
                <a:lnTo>
                  <a:pt x="43362" y="112740"/>
                </a:lnTo>
                <a:cubicBezTo>
                  <a:pt x="50296" y="112740"/>
                  <a:pt x="55298" y="112307"/>
                  <a:pt x="58374" y="111445"/>
                </a:cubicBezTo>
                <a:cubicBezTo>
                  <a:pt x="62401" y="110335"/>
                  <a:pt x="65742" y="108453"/>
                  <a:pt x="68397" y="105803"/>
                </a:cubicBezTo>
                <a:cubicBezTo>
                  <a:pt x="71054" y="103151"/>
                  <a:pt x="73220" y="98789"/>
                  <a:pt x="74897" y="92716"/>
                </a:cubicBezTo>
                <a:cubicBezTo>
                  <a:pt x="76575" y="86644"/>
                  <a:pt x="77413" y="78367"/>
                  <a:pt x="77413" y="67883"/>
                </a:cubicBezTo>
                <a:cubicBezTo>
                  <a:pt x="77413" y="57402"/>
                  <a:pt x="76575" y="49358"/>
                  <a:pt x="74897" y="43746"/>
                </a:cubicBezTo>
                <a:cubicBezTo>
                  <a:pt x="73220" y="38134"/>
                  <a:pt x="70872" y="33757"/>
                  <a:pt x="67852" y="30613"/>
                </a:cubicBezTo>
                <a:cubicBezTo>
                  <a:pt x="64833" y="27469"/>
                  <a:pt x="61002" y="25340"/>
                  <a:pt x="56363" y="24232"/>
                </a:cubicBezTo>
                <a:cubicBezTo>
                  <a:pt x="52895" y="23368"/>
                  <a:pt x="46101" y="22938"/>
                  <a:pt x="35980" y="22938"/>
                </a:cubicBezTo>
                <a:lnTo>
                  <a:pt x="24826" y="22938"/>
                </a:lnTo>
                <a:close/>
                <a:moveTo>
                  <a:pt x="242232" y="2683"/>
                </a:moveTo>
                <a:lnTo>
                  <a:pt x="242232" y="37364"/>
                </a:lnTo>
                <a:lnTo>
                  <a:pt x="258336" y="37364"/>
                </a:lnTo>
                <a:lnTo>
                  <a:pt x="258336" y="58082"/>
                </a:lnTo>
                <a:lnTo>
                  <a:pt x="242232" y="58082"/>
                </a:lnTo>
                <a:lnTo>
                  <a:pt x="242232" y="97663"/>
                </a:lnTo>
                <a:cubicBezTo>
                  <a:pt x="242232" y="105679"/>
                  <a:pt x="242386" y="110349"/>
                  <a:pt x="242694" y="111675"/>
                </a:cubicBezTo>
                <a:cubicBezTo>
                  <a:pt x="243002" y="113001"/>
                  <a:pt x="243700" y="114096"/>
                  <a:pt x="244790" y="114959"/>
                </a:cubicBezTo>
                <a:cubicBezTo>
                  <a:pt x="245880" y="115823"/>
                  <a:pt x="247209" y="116254"/>
                  <a:pt x="248774" y="116254"/>
                </a:cubicBezTo>
                <a:cubicBezTo>
                  <a:pt x="250956" y="116254"/>
                  <a:pt x="254113" y="115421"/>
                  <a:pt x="258252" y="113757"/>
                </a:cubicBezTo>
                <a:lnTo>
                  <a:pt x="260264" y="133918"/>
                </a:lnTo>
                <a:cubicBezTo>
                  <a:pt x="254785" y="136508"/>
                  <a:pt x="248578" y="137802"/>
                  <a:pt x="241645" y="137802"/>
                </a:cubicBezTo>
                <a:cubicBezTo>
                  <a:pt x="237396" y="137802"/>
                  <a:pt x="233565" y="137017"/>
                  <a:pt x="230154" y="135444"/>
                </a:cubicBezTo>
                <a:cubicBezTo>
                  <a:pt x="226744" y="133872"/>
                  <a:pt x="224242" y="131838"/>
                  <a:pt x="222648" y="129340"/>
                </a:cubicBezTo>
                <a:cubicBezTo>
                  <a:pt x="221054" y="126842"/>
                  <a:pt x="219950" y="123468"/>
                  <a:pt x="219335" y="119213"/>
                </a:cubicBezTo>
                <a:cubicBezTo>
                  <a:pt x="218831" y="116192"/>
                  <a:pt x="218580" y="110089"/>
                  <a:pt x="218580" y="100902"/>
                </a:cubicBezTo>
                <a:lnTo>
                  <a:pt x="218580" y="58082"/>
                </a:lnTo>
                <a:lnTo>
                  <a:pt x="207761" y="58082"/>
                </a:lnTo>
                <a:lnTo>
                  <a:pt x="207761" y="37364"/>
                </a:lnTo>
                <a:lnTo>
                  <a:pt x="218580" y="37364"/>
                </a:lnTo>
                <a:lnTo>
                  <a:pt x="218580" y="17850"/>
                </a:lnTo>
                <a:lnTo>
                  <a:pt x="242232" y="2683"/>
                </a:lnTo>
                <a:close/>
                <a:moveTo>
                  <a:pt x="0" y="0"/>
                </a:moveTo>
                <a:lnTo>
                  <a:pt x="45375" y="0"/>
                </a:lnTo>
                <a:cubicBezTo>
                  <a:pt x="55606" y="0"/>
                  <a:pt x="63407" y="864"/>
                  <a:pt x="68775" y="2591"/>
                </a:cubicBezTo>
                <a:cubicBezTo>
                  <a:pt x="75987" y="4933"/>
                  <a:pt x="82167" y="9095"/>
                  <a:pt x="87310" y="15076"/>
                </a:cubicBezTo>
                <a:cubicBezTo>
                  <a:pt x="92454" y="21056"/>
                  <a:pt x="96368" y="28378"/>
                  <a:pt x="99052" y="37040"/>
                </a:cubicBezTo>
                <a:cubicBezTo>
                  <a:pt x="101736" y="45703"/>
                  <a:pt x="103079" y="56386"/>
                  <a:pt x="103079" y="69086"/>
                </a:cubicBezTo>
                <a:cubicBezTo>
                  <a:pt x="103079" y="80245"/>
                  <a:pt x="101819" y="89865"/>
                  <a:pt x="99305" y="97941"/>
                </a:cubicBezTo>
                <a:cubicBezTo>
                  <a:pt x="96229" y="107807"/>
                  <a:pt x="91840" y="115792"/>
                  <a:pt x="86137" y="121895"/>
                </a:cubicBezTo>
                <a:cubicBezTo>
                  <a:pt x="81831" y="126519"/>
                  <a:pt x="76016" y="130127"/>
                  <a:pt x="68691" y="132716"/>
                </a:cubicBezTo>
                <a:cubicBezTo>
                  <a:pt x="63211" y="134627"/>
                  <a:pt x="55886" y="135583"/>
                  <a:pt x="46716" y="135583"/>
                </a:cubicBezTo>
                <a:lnTo>
                  <a:pt x="0" y="1355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B3DE2-252C-4B33-8858-676628B0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815" y="533817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DD0754-44AD-4574-82BE-CD450A94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815" y="916600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3FA41-5E29-42A0-8444-74682238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815" y="1314695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E25BE-FC41-4FD0-A9D0-1D0EADC2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815" y="1865903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F5AA1870-801F-418B-A5C0-09A9DC0F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666" y="2493339"/>
            <a:ext cx="1158250" cy="198554"/>
          </a:xfrm>
          <a:custGeom xmlns:a="http://schemas.openxmlformats.org/drawingml/2006/main">
            <a:pathLst>
              <a:path w="1158250" h="198554">
                <a:moveTo>
                  <a:pt x="0" y="153442"/>
                </a:moveTo>
                <a:lnTo>
                  <a:pt x="0" y="0"/>
                </a:lnTo>
                <a:lnTo>
                  <a:pt x="113773" y="0"/>
                </a:lnTo>
                <a:lnTo>
                  <a:pt x="113773" y="25958"/>
                </a:lnTo>
                <a:lnTo>
                  <a:pt x="30982" y="25958"/>
                </a:lnTo>
                <a:lnTo>
                  <a:pt x="30982" y="59974"/>
                </a:lnTo>
                <a:lnTo>
                  <a:pt x="108017" y="59974"/>
                </a:lnTo>
                <a:lnTo>
                  <a:pt x="108017" y="85827"/>
                </a:lnTo>
                <a:lnTo>
                  <a:pt x="30982" y="85827"/>
                </a:lnTo>
                <a:lnTo>
                  <a:pt x="30982" y="127590"/>
                </a:lnTo>
                <a:lnTo>
                  <a:pt x="116704" y="127590"/>
                </a:lnTo>
                <a:lnTo>
                  <a:pt x="116704" y="153442"/>
                </a:lnTo>
                <a:lnTo>
                  <a:pt x="0" y="153442"/>
                </a:lnTo>
                <a:close/>
                <a:moveTo>
                  <a:pt x="135404" y="42286"/>
                </a:moveTo>
                <a:lnTo>
                  <a:pt x="162513" y="42286"/>
                </a:lnTo>
                <a:lnTo>
                  <a:pt x="162513" y="57462"/>
                </a:lnTo>
                <a:cubicBezTo>
                  <a:pt x="172212" y="45670"/>
                  <a:pt x="183760" y="39774"/>
                  <a:pt x="197158" y="39774"/>
                </a:cubicBezTo>
                <a:cubicBezTo>
                  <a:pt x="204275" y="39774"/>
                  <a:pt x="210450" y="41239"/>
                  <a:pt x="215684" y="44170"/>
                </a:cubicBezTo>
                <a:cubicBezTo>
                  <a:pt x="220917" y="47100"/>
                  <a:pt x="225208" y="51531"/>
                  <a:pt x="228558" y="57462"/>
                </a:cubicBezTo>
                <a:cubicBezTo>
                  <a:pt x="233442" y="51531"/>
                  <a:pt x="238711" y="47100"/>
                  <a:pt x="244363" y="44170"/>
                </a:cubicBezTo>
                <a:cubicBezTo>
                  <a:pt x="250015" y="41239"/>
                  <a:pt x="256050" y="39774"/>
                  <a:pt x="262470" y="39774"/>
                </a:cubicBezTo>
                <a:cubicBezTo>
                  <a:pt x="270634" y="39774"/>
                  <a:pt x="277542" y="41431"/>
                  <a:pt x="283194" y="44745"/>
                </a:cubicBezTo>
                <a:cubicBezTo>
                  <a:pt x="288846" y="48060"/>
                  <a:pt x="293068" y="52927"/>
                  <a:pt x="295859" y="59346"/>
                </a:cubicBezTo>
                <a:cubicBezTo>
                  <a:pt x="297883" y="64091"/>
                  <a:pt x="298894" y="71767"/>
                  <a:pt x="298894" y="82373"/>
                </a:cubicBezTo>
                <a:lnTo>
                  <a:pt x="298894" y="153442"/>
                </a:lnTo>
                <a:lnTo>
                  <a:pt x="269483" y="153442"/>
                </a:lnTo>
                <a:lnTo>
                  <a:pt x="269483" y="89909"/>
                </a:lnTo>
                <a:cubicBezTo>
                  <a:pt x="269483" y="78884"/>
                  <a:pt x="268471" y="71767"/>
                  <a:pt x="266447" y="68557"/>
                </a:cubicBezTo>
                <a:cubicBezTo>
                  <a:pt x="263726" y="64370"/>
                  <a:pt x="259539" y="62277"/>
                  <a:pt x="253887" y="62277"/>
                </a:cubicBezTo>
                <a:cubicBezTo>
                  <a:pt x="249770" y="62277"/>
                  <a:pt x="245898" y="63533"/>
                  <a:pt x="242269" y="66045"/>
                </a:cubicBezTo>
                <a:cubicBezTo>
                  <a:pt x="238641" y="68557"/>
                  <a:pt x="236024" y="72238"/>
                  <a:pt x="234419" y="77088"/>
                </a:cubicBezTo>
                <a:cubicBezTo>
                  <a:pt x="232814" y="81937"/>
                  <a:pt x="232012" y="89595"/>
                  <a:pt x="232012" y="100062"/>
                </a:cubicBezTo>
                <a:lnTo>
                  <a:pt x="232012" y="153442"/>
                </a:lnTo>
                <a:lnTo>
                  <a:pt x="202600" y="153442"/>
                </a:lnTo>
                <a:lnTo>
                  <a:pt x="202600" y="92526"/>
                </a:lnTo>
                <a:cubicBezTo>
                  <a:pt x="202600" y="81710"/>
                  <a:pt x="202077" y="74733"/>
                  <a:pt x="201030" y="71592"/>
                </a:cubicBezTo>
                <a:cubicBezTo>
                  <a:pt x="199984" y="68452"/>
                  <a:pt x="198361" y="66115"/>
                  <a:pt x="196163" y="64580"/>
                </a:cubicBezTo>
                <a:cubicBezTo>
                  <a:pt x="193965" y="63045"/>
                  <a:pt x="190982" y="62277"/>
                  <a:pt x="187214" y="62277"/>
                </a:cubicBezTo>
                <a:cubicBezTo>
                  <a:pt x="182679" y="62277"/>
                  <a:pt x="178597" y="63498"/>
                  <a:pt x="174968" y="65940"/>
                </a:cubicBezTo>
                <a:cubicBezTo>
                  <a:pt x="171340" y="68383"/>
                  <a:pt x="168740" y="71906"/>
                  <a:pt x="167170" y="76512"/>
                </a:cubicBezTo>
                <a:cubicBezTo>
                  <a:pt x="165600" y="81117"/>
                  <a:pt x="164815" y="88758"/>
                  <a:pt x="164815" y="99434"/>
                </a:cubicBezTo>
                <a:lnTo>
                  <a:pt x="164815" y="153442"/>
                </a:lnTo>
                <a:lnTo>
                  <a:pt x="135404" y="153442"/>
                </a:lnTo>
                <a:lnTo>
                  <a:pt x="135404" y="42286"/>
                </a:lnTo>
                <a:close/>
                <a:moveTo>
                  <a:pt x="320030" y="153442"/>
                </a:moveTo>
                <a:lnTo>
                  <a:pt x="320030" y="0"/>
                </a:lnTo>
                <a:lnTo>
                  <a:pt x="349442" y="0"/>
                </a:lnTo>
                <a:lnTo>
                  <a:pt x="349442" y="55264"/>
                </a:lnTo>
                <a:cubicBezTo>
                  <a:pt x="358513" y="44937"/>
                  <a:pt x="369259" y="39774"/>
                  <a:pt x="381679" y="39774"/>
                </a:cubicBezTo>
                <a:cubicBezTo>
                  <a:pt x="395216" y="39774"/>
                  <a:pt x="406415" y="44676"/>
                  <a:pt x="415277" y="54479"/>
                </a:cubicBezTo>
                <a:cubicBezTo>
                  <a:pt x="424139" y="64283"/>
                  <a:pt x="428570" y="78361"/>
                  <a:pt x="428570" y="96713"/>
                </a:cubicBezTo>
                <a:cubicBezTo>
                  <a:pt x="428570" y="115692"/>
                  <a:pt x="424052" y="130311"/>
                  <a:pt x="415016" y="140568"/>
                </a:cubicBezTo>
                <a:cubicBezTo>
                  <a:pt x="405979" y="150826"/>
                  <a:pt x="395007" y="155954"/>
                  <a:pt x="382098" y="155954"/>
                </a:cubicBezTo>
                <a:cubicBezTo>
                  <a:pt x="375748" y="155954"/>
                  <a:pt x="369485" y="154367"/>
                  <a:pt x="363310" y="151192"/>
                </a:cubicBezTo>
                <a:cubicBezTo>
                  <a:pt x="357135" y="148017"/>
                  <a:pt x="351814" y="143325"/>
                  <a:pt x="347348" y="137114"/>
                </a:cubicBezTo>
                <a:lnTo>
                  <a:pt x="347348" y="153442"/>
                </a:lnTo>
                <a:lnTo>
                  <a:pt x="320030" y="153442"/>
                </a:lnTo>
                <a:moveTo>
                  <a:pt x="349232" y="95457"/>
                </a:moveTo>
                <a:cubicBezTo>
                  <a:pt x="349232" y="106970"/>
                  <a:pt x="351046" y="115483"/>
                  <a:pt x="354675" y="120995"/>
                </a:cubicBezTo>
                <a:cubicBezTo>
                  <a:pt x="359769" y="128811"/>
                  <a:pt x="366537" y="132718"/>
                  <a:pt x="374980" y="132718"/>
                </a:cubicBezTo>
                <a:cubicBezTo>
                  <a:pt x="381470" y="132718"/>
                  <a:pt x="387000" y="129945"/>
                  <a:pt x="391570" y="124397"/>
                </a:cubicBezTo>
                <a:cubicBezTo>
                  <a:pt x="396141" y="118850"/>
                  <a:pt x="398426" y="110110"/>
                  <a:pt x="398426" y="98178"/>
                </a:cubicBezTo>
                <a:cubicBezTo>
                  <a:pt x="398426" y="85478"/>
                  <a:pt x="396123" y="76320"/>
                  <a:pt x="391518" y="70703"/>
                </a:cubicBezTo>
                <a:cubicBezTo>
                  <a:pt x="386912" y="65086"/>
                  <a:pt x="381016" y="62277"/>
                  <a:pt x="373829" y="62277"/>
                </a:cubicBezTo>
                <a:cubicBezTo>
                  <a:pt x="366781" y="62277"/>
                  <a:pt x="360920" y="65016"/>
                  <a:pt x="356245" y="70493"/>
                </a:cubicBezTo>
                <a:cubicBezTo>
                  <a:pt x="351570" y="75971"/>
                  <a:pt x="349232" y="84292"/>
                  <a:pt x="349232" y="95457"/>
                </a:cubicBezTo>
                <a:close/>
                <a:moveTo>
                  <a:pt x="523468" y="118065"/>
                </a:moveTo>
                <a:lnTo>
                  <a:pt x="552775" y="122984"/>
                </a:lnTo>
                <a:cubicBezTo>
                  <a:pt x="549007" y="133730"/>
                  <a:pt x="543058" y="141912"/>
                  <a:pt x="534929" y="147529"/>
                </a:cubicBezTo>
                <a:cubicBezTo>
                  <a:pt x="526800" y="153146"/>
                  <a:pt x="516629" y="155954"/>
                  <a:pt x="504418" y="155954"/>
                </a:cubicBezTo>
                <a:cubicBezTo>
                  <a:pt x="485090" y="155954"/>
                  <a:pt x="470785" y="149639"/>
                  <a:pt x="461505" y="137010"/>
                </a:cubicBezTo>
                <a:cubicBezTo>
                  <a:pt x="454178" y="126892"/>
                  <a:pt x="450514" y="114122"/>
                  <a:pt x="450514" y="98701"/>
                </a:cubicBezTo>
                <a:cubicBezTo>
                  <a:pt x="450514" y="80280"/>
                  <a:pt x="455329" y="65853"/>
                  <a:pt x="464959" y="55421"/>
                </a:cubicBezTo>
                <a:cubicBezTo>
                  <a:pt x="474588" y="44990"/>
                  <a:pt x="486764" y="39774"/>
                  <a:pt x="501488" y="39774"/>
                </a:cubicBezTo>
                <a:cubicBezTo>
                  <a:pt x="518025" y="39774"/>
                  <a:pt x="531073" y="45234"/>
                  <a:pt x="540633" y="56154"/>
                </a:cubicBezTo>
                <a:cubicBezTo>
                  <a:pt x="550193" y="67074"/>
                  <a:pt x="554763" y="83804"/>
                  <a:pt x="554345" y="106342"/>
                </a:cubicBezTo>
                <a:lnTo>
                  <a:pt x="480659" y="106342"/>
                </a:lnTo>
                <a:cubicBezTo>
                  <a:pt x="480868" y="115064"/>
                  <a:pt x="483240" y="121850"/>
                  <a:pt x="487776" y="126700"/>
                </a:cubicBezTo>
                <a:cubicBezTo>
                  <a:pt x="492312" y="131549"/>
                  <a:pt x="497964" y="133974"/>
                  <a:pt x="504732" y="133974"/>
                </a:cubicBezTo>
                <a:cubicBezTo>
                  <a:pt x="509338" y="133974"/>
                  <a:pt x="513210" y="132718"/>
                  <a:pt x="516350" y="130206"/>
                </a:cubicBezTo>
                <a:cubicBezTo>
                  <a:pt x="519490" y="127694"/>
                  <a:pt x="521863" y="123647"/>
                  <a:pt x="523468" y="118065"/>
                </a:cubicBezTo>
                <a:moveTo>
                  <a:pt x="525142" y="88339"/>
                </a:moveTo>
                <a:cubicBezTo>
                  <a:pt x="524933" y="79826"/>
                  <a:pt x="522735" y="73354"/>
                  <a:pt x="518548" y="68923"/>
                </a:cubicBezTo>
                <a:cubicBezTo>
                  <a:pt x="514362" y="64493"/>
                  <a:pt x="509268" y="62277"/>
                  <a:pt x="503267" y="62277"/>
                </a:cubicBezTo>
                <a:cubicBezTo>
                  <a:pt x="496847" y="62277"/>
                  <a:pt x="491544" y="64615"/>
                  <a:pt x="487357" y="69290"/>
                </a:cubicBezTo>
                <a:cubicBezTo>
                  <a:pt x="483171" y="73965"/>
                  <a:pt x="481112" y="80315"/>
                  <a:pt x="481182" y="88339"/>
                </a:cubicBezTo>
                <a:lnTo>
                  <a:pt x="525142" y="88339"/>
                </a:lnTo>
                <a:close/>
                <a:moveTo>
                  <a:pt x="683635" y="153442"/>
                </a:moveTo>
                <a:lnTo>
                  <a:pt x="656317" y="153442"/>
                </a:lnTo>
                <a:lnTo>
                  <a:pt x="656317" y="137114"/>
                </a:lnTo>
                <a:cubicBezTo>
                  <a:pt x="651782" y="143464"/>
                  <a:pt x="646426" y="148192"/>
                  <a:pt x="640251" y="151297"/>
                </a:cubicBezTo>
                <a:cubicBezTo>
                  <a:pt x="634075" y="154402"/>
                  <a:pt x="627848" y="155954"/>
                  <a:pt x="621568" y="155954"/>
                </a:cubicBezTo>
                <a:cubicBezTo>
                  <a:pt x="608798" y="155954"/>
                  <a:pt x="597861" y="150808"/>
                  <a:pt x="588754" y="140516"/>
                </a:cubicBezTo>
                <a:cubicBezTo>
                  <a:pt x="579648" y="130224"/>
                  <a:pt x="575095" y="115867"/>
                  <a:pt x="575095" y="97445"/>
                </a:cubicBezTo>
                <a:cubicBezTo>
                  <a:pt x="575095" y="78605"/>
                  <a:pt x="579526" y="64283"/>
                  <a:pt x="588388" y="54479"/>
                </a:cubicBezTo>
                <a:cubicBezTo>
                  <a:pt x="597250" y="44676"/>
                  <a:pt x="608449" y="39774"/>
                  <a:pt x="621986" y="39774"/>
                </a:cubicBezTo>
                <a:cubicBezTo>
                  <a:pt x="634407" y="39774"/>
                  <a:pt x="645153" y="44937"/>
                  <a:pt x="654224" y="55264"/>
                </a:cubicBezTo>
                <a:lnTo>
                  <a:pt x="654224" y="0"/>
                </a:lnTo>
                <a:lnTo>
                  <a:pt x="683635" y="0"/>
                </a:lnTo>
                <a:lnTo>
                  <a:pt x="683635" y="153442"/>
                </a:lnTo>
                <a:moveTo>
                  <a:pt x="605135" y="95457"/>
                </a:moveTo>
                <a:cubicBezTo>
                  <a:pt x="605135" y="107319"/>
                  <a:pt x="606775" y="115902"/>
                  <a:pt x="610054" y="121205"/>
                </a:cubicBezTo>
                <a:cubicBezTo>
                  <a:pt x="614799" y="128880"/>
                  <a:pt x="621428" y="132718"/>
                  <a:pt x="629941" y="132718"/>
                </a:cubicBezTo>
                <a:cubicBezTo>
                  <a:pt x="636710" y="132718"/>
                  <a:pt x="642466" y="129840"/>
                  <a:pt x="647211" y="124083"/>
                </a:cubicBezTo>
                <a:cubicBezTo>
                  <a:pt x="651956" y="118326"/>
                  <a:pt x="654329" y="109726"/>
                  <a:pt x="654329" y="98283"/>
                </a:cubicBezTo>
                <a:cubicBezTo>
                  <a:pt x="654329" y="85513"/>
                  <a:pt x="652026" y="76320"/>
                  <a:pt x="647421" y="70703"/>
                </a:cubicBezTo>
                <a:cubicBezTo>
                  <a:pt x="642815" y="65086"/>
                  <a:pt x="636919" y="62277"/>
                  <a:pt x="629732" y="62277"/>
                </a:cubicBezTo>
                <a:cubicBezTo>
                  <a:pt x="622754" y="62277"/>
                  <a:pt x="616910" y="65051"/>
                  <a:pt x="612200" y="70598"/>
                </a:cubicBezTo>
                <a:cubicBezTo>
                  <a:pt x="607490" y="76146"/>
                  <a:pt x="605135" y="84432"/>
                  <a:pt x="605135" y="95457"/>
                </a:cubicBezTo>
                <a:close/>
                <a:moveTo>
                  <a:pt x="821446" y="153442"/>
                </a:moveTo>
                <a:lnTo>
                  <a:pt x="794128" y="153442"/>
                </a:lnTo>
                <a:lnTo>
                  <a:pt x="794128" y="137114"/>
                </a:lnTo>
                <a:cubicBezTo>
                  <a:pt x="789593" y="143464"/>
                  <a:pt x="784237" y="148192"/>
                  <a:pt x="778062" y="151297"/>
                </a:cubicBezTo>
                <a:cubicBezTo>
                  <a:pt x="771886" y="154402"/>
                  <a:pt x="765659" y="155954"/>
                  <a:pt x="759379" y="155954"/>
                </a:cubicBezTo>
                <a:cubicBezTo>
                  <a:pt x="746609" y="155954"/>
                  <a:pt x="735671" y="150808"/>
                  <a:pt x="726565" y="140516"/>
                </a:cubicBezTo>
                <a:cubicBezTo>
                  <a:pt x="717459" y="130224"/>
                  <a:pt x="712906" y="115867"/>
                  <a:pt x="712906" y="97445"/>
                </a:cubicBezTo>
                <a:cubicBezTo>
                  <a:pt x="712906" y="78605"/>
                  <a:pt x="717337" y="64283"/>
                  <a:pt x="726199" y="54479"/>
                </a:cubicBezTo>
                <a:cubicBezTo>
                  <a:pt x="735061" y="44676"/>
                  <a:pt x="746260" y="39774"/>
                  <a:pt x="759797" y="39774"/>
                </a:cubicBezTo>
                <a:cubicBezTo>
                  <a:pt x="772218" y="39774"/>
                  <a:pt x="782964" y="44937"/>
                  <a:pt x="792035" y="55264"/>
                </a:cubicBezTo>
                <a:lnTo>
                  <a:pt x="792035" y="0"/>
                </a:lnTo>
                <a:lnTo>
                  <a:pt x="821446" y="0"/>
                </a:lnTo>
                <a:lnTo>
                  <a:pt x="821446" y="153442"/>
                </a:lnTo>
                <a:moveTo>
                  <a:pt x="742946" y="95457"/>
                </a:moveTo>
                <a:cubicBezTo>
                  <a:pt x="742946" y="107319"/>
                  <a:pt x="744586" y="115902"/>
                  <a:pt x="747865" y="121205"/>
                </a:cubicBezTo>
                <a:cubicBezTo>
                  <a:pt x="752610" y="128880"/>
                  <a:pt x="759239" y="132718"/>
                  <a:pt x="767752" y="132718"/>
                </a:cubicBezTo>
                <a:cubicBezTo>
                  <a:pt x="774520" y="132718"/>
                  <a:pt x="780277" y="129840"/>
                  <a:pt x="785022" y="124083"/>
                </a:cubicBezTo>
                <a:cubicBezTo>
                  <a:pt x="789767" y="118326"/>
                  <a:pt x="792139" y="109726"/>
                  <a:pt x="792139" y="98283"/>
                </a:cubicBezTo>
                <a:cubicBezTo>
                  <a:pt x="792139" y="85513"/>
                  <a:pt x="789837" y="76320"/>
                  <a:pt x="785231" y="70703"/>
                </a:cubicBezTo>
                <a:cubicBezTo>
                  <a:pt x="780626" y="65086"/>
                  <a:pt x="774730" y="62277"/>
                  <a:pt x="767543" y="62277"/>
                </a:cubicBezTo>
                <a:cubicBezTo>
                  <a:pt x="760565" y="62277"/>
                  <a:pt x="754721" y="65051"/>
                  <a:pt x="750011" y="70598"/>
                </a:cubicBezTo>
                <a:cubicBezTo>
                  <a:pt x="745301" y="76146"/>
                  <a:pt x="742946" y="84432"/>
                  <a:pt x="742946" y="95457"/>
                </a:cubicBezTo>
                <a:close/>
                <a:moveTo>
                  <a:pt x="857312" y="27214"/>
                </a:moveTo>
                <a:lnTo>
                  <a:pt x="857312" y="0"/>
                </a:lnTo>
                <a:lnTo>
                  <a:pt x="886723" y="0"/>
                </a:lnTo>
                <a:lnTo>
                  <a:pt x="886723" y="27214"/>
                </a:lnTo>
                <a:lnTo>
                  <a:pt x="857312" y="27214"/>
                </a:lnTo>
                <a:moveTo>
                  <a:pt x="857312" y="153442"/>
                </a:moveTo>
                <a:lnTo>
                  <a:pt x="857312" y="42286"/>
                </a:lnTo>
                <a:lnTo>
                  <a:pt x="886723" y="42286"/>
                </a:lnTo>
                <a:lnTo>
                  <a:pt x="886723" y="153442"/>
                </a:lnTo>
                <a:lnTo>
                  <a:pt x="857312" y="153442"/>
                </a:lnTo>
                <a:close/>
                <a:moveTo>
                  <a:pt x="1019706" y="153442"/>
                </a:moveTo>
                <a:lnTo>
                  <a:pt x="990294" y="153442"/>
                </a:lnTo>
                <a:lnTo>
                  <a:pt x="990294" y="96713"/>
                </a:lnTo>
                <a:cubicBezTo>
                  <a:pt x="990294" y="84711"/>
                  <a:pt x="989666" y="76948"/>
                  <a:pt x="988410" y="73424"/>
                </a:cubicBezTo>
                <a:cubicBezTo>
                  <a:pt x="987154" y="69900"/>
                  <a:pt x="985113" y="67162"/>
                  <a:pt x="982287" y="65208"/>
                </a:cubicBezTo>
                <a:cubicBezTo>
                  <a:pt x="979461" y="63254"/>
                  <a:pt x="976060" y="62277"/>
                  <a:pt x="972082" y="62277"/>
                </a:cubicBezTo>
                <a:cubicBezTo>
                  <a:pt x="966988" y="62277"/>
                  <a:pt x="962418" y="63673"/>
                  <a:pt x="958371" y="66464"/>
                </a:cubicBezTo>
                <a:cubicBezTo>
                  <a:pt x="954324" y="69255"/>
                  <a:pt x="951550" y="72953"/>
                  <a:pt x="950050" y="77559"/>
                </a:cubicBezTo>
                <a:cubicBezTo>
                  <a:pt x="948550" y="82164"/>
                  <a:pt x="947799" y="90677"/>
                  <a:pt x="947799" y="103097"/>
                </a:cubicBezTo>
                <a:lnTo>
                  <a:pt x="947799" y="153442"/>
                </a:lnTo>
                <a:lnTo>
                  <a:pt x="918388" y="153442"/>
                </a:lnTo>
                <a:lnTo>
                  <a:pt x="918388" y="42286"/>
                </a:lnTo>
                <a:lnTo>
                  <a:pt x="945706" y="42286"/>
                </a:lnTo>
                <a:lnTo>
                  <a:pt x="945706" y="58614"/>
                </a:lnTo>
                <a:cubicBezTo>
                  <a:pt x="955405" y="46054"/>
                  <a:pt x="967616" y="39774"/>
                  <a:pt x="982340" y="39774"/>
                </a:cubicBezTo>
                <a:cubicBezTo>
                  <a:pt x="988829" y="39774"/>
                  <a:pt x="994760" y="40942"/>
                  <a:pt x="1000133" y="43280"/>
                </a:cubicBezTo>
                <a:cubicBezTo>
                  <a:pt x="1005506" y="45618"/>
                  <a:pt x="1009571" y="48601"/>
                  <a:pt x="1012327" y="52229"/>
                </a:cubicBezTo>
                <a:cubicBezTo>
                  <a:pt x="1015083" y="55857"/>
                  <a:pt x="1017002" y="59974"/>
                  <a:pt x="1018084" y="64580"/>
                </a:cubicBezTo>
                <a:cubicBezTo>
                  <a:pt x="1019165" y="69185"/>
                  <a:pt x="1019706" y="75779"/>
                  <a:pt x="1019706" y="84362"/>
                </a:cubicBezTo>
                <a:lnTo>
                  <a:pt x="1019706" y="153442"/>
                </a:lnTo>
                <a:close/>
                <a:moveTo>
                  <a:pt x="1053687" y="160769"/>
                </a:moveTo>
                <a:lnTo>
                  <a:pt x="1087285" y="164851"/>
                </a:lnTo>
                <a:cubicBezTo>
                  <a:pt x="1087843" y="168759"/>
                  <a:pt x="1089134" y="171445"/>
                  <a:pt x="1091158" y="172911"/>
                </a:cubicBezTo>
                <a:cubicBezTo>
                  <a:pt x="1093949" y="175004"/>
                  <a:pt x="1098345" y="176051"/>
                  <a:pt x="1104346" y="176051"/>
                </a:cubicBezTo>
                <a:cubicBezTo>
                  <a:pt x="1112021" y="176051"/>
                  <a:pt x="1117778" y="174899"/>
                  <a:pt x="1121616" y="172597"/>
                </a:cubicBezTo>
                <a:cubicBezTo>
                  <a:pt x="1124198" y="171061"/>
                  <a:pt x="1126152" y="168584"/>
                  <a:pt x="1127477" y="165165"/>
                </a:cubicBezTo>
                <a:cubicBezTo>
                  <a:pt x="1128384" y="162723"/>
                  <a:pt x="1128838" y="158222"/>
                  <a:pt x="1128838" y="151663"/>
                </a:cubicBezTo>
                <a:lnTo>
                  <a:pt x="1128838" y="135440"/>
                </a:lnTo>
                <a:cubicBezTo>
                  <a:pt x="1120046" y="147441"/>
                  <a:pt x="1108951" y="153442"/>
                  <a:pt x="1095554" y="153442"/>
                </a:cubicBezTo>
                <a:cubicBezTo>
                  <a:pt x="1080621" y="153442"/>
                  <a:pt x="1068794" y="147127"/>
                  <a:pt x="1060072" y="134498"/>
                </a:cubicBezTo>
                <a:cubicBezTo>
                  <a:pt x="1053233" y="124519"/>
                  <a:pt x="1049814" y="112099"/>
                  <a:pt x="1049814" y="97236"/>
                </a:cubicBezTo>
                <a:cubicBezTo>
                  <a:pt x="1049814" y="78605"/>
                  <a:pt x="1054297" y="64370"/>
                  <a:pt x="1063264" y="54532"/>
                </a:cubicBezTo>
                <a:cubicBezTo>
                  <a:pt x="1072230" y="44693"/>
                  <a:pt x="1083377" y="39774"/>
                  <a:pt x="1096705" y="39774"/>
                </a:cubicBezTo>
                <a:cubicBezTo>
                  <a:pt x="1110451" y="39774"/>
                  <a:pt x="1121790" y="45809"/>
                  <a:pt x="1130722" y="57881"/>
                </a:cubicBezTo>
                <a:lnTo>
                  <a:pt x="1130722" y="42286"/>
                </a:lnTo>
                <a:lnTo>
                  <a:pt x="1158250" y="42286"/>
                </a:lnTo>
                <a:lnTo>
                  <a:pt x="1158250" y="142034"/>
                </a:lnTo>
                <a:cubicBezTo>
                  <a:pt x="1158250" y="155152"/>
                  <a:pt x="1157168" y="164956"/>
                  <a:pt x="1155005" y="171445"/>
                </a:cubicBezTo>
                <a:cubicBezTo>
                  <a:pt x="1152842" y="177935"/>
                  <a:pt x="1149806" y="183028"/>
                  <a:pt x="1145899" y="186727"/>
                </a:cubicBezTo>
                <a:cubicBezTo>
                  <a:pt x="1141991" y="190425"/>
                  <a:pt x="1136775" y="193321"/>
                  <a:pt x="1130251" y="195414"/>
                </a:cubicBezTo>
                <a:cubicBezTo>
                  <a:pt x="1123727" y="197507"/>
                  <a:pt x="1115475" y="198554"/>
                  <a:pt x="1105497" y="198554"/>
                </a:cubicBezTo>
                <a:cubicBezTo>
                  <a:pt x="1086657" y="198554"/>
                  <a:pt x="1073294" y="195327"/>
                  <a:pt x="1065410" y="188872"/>
                </a:cubicBezTo>
                <a:cubicBezTo>
                  <a:pt x="1057525" y="182418"/>
                  <a:pt x="1053582" y="174236"/>
                  <a:pt x="1053582" y="164328"/>
                </a:cubicBezTo>
                <a:cubicBezTo>
                  <a:pt x="1053582" y="163351"/>
                  <a:pt x="1053617" y="162165"/>
                  <a:pt x="1053687" y="160769"/>
                </a:cubicBezTo>
                <a:moveTo>
                  <a:pt x="1079958" y="95561"/>
                </a:moveTo>
                <a:cubicBezTo>
                  <a:pt x="1079958" y="107354"/>
                  <a:pt x="1082244" y="115989"/>
                  <a:pt x="1086814" y="121466"/>
                </a:cubicBezTo>
                <a:cubicBezTo>
                  <a:pt x="1091385" y="126944"/>
                  <a:pt x="1097019" y="129683"/>
                  <a:pt x="1103718" y="129683"/>
                </a:cubicBezTo>
                <a:cubicBezTo>
                  <a:pt x="1110905" y="129683"/>
                  <a:pt x="1116976" y="126874"/>
                  <a:pt x="1121930" y="121257"/>
                </a:cubicBezTo>
                <a:cubicBezTo>
                  <a:pt x="1126884" y="115640"/>
                  <a:pt x="1129361" y="107319"/>
                  <a:pt x="1129361" y="96294"/>
                </a:cubicBezTo>
                <a:cubicBezTo>
                  <a:pt x="1129361" y="84781"/>
                  <a:pt x="1126989" y="76233"/>
                  <a:pt x="1122244" y="70650"/>
                </a:cubicBezTo>
                <a:cubicBezTo>
                  <a:pt x="1117499" y="65068"/>
                  <a:pt x="1111498" y="62277"/>
                  <a:pt x="1104241" y="62277"/>
                </a:cubicBezTo>
                <a:cubicBezTo>
                  <a:pt x="1097194" y="62277"/>
                  <a:pt x="1091385" y="65016"/>
                  <a:pt x="1086814" y="70493"/>
                </a:cubicBezTo>
                <a:cubicBezTo>
                  <a:pt x="1082244" y="75971"/>
                  <a:pt x="1079958" y="84327"/>
                  <a:pt x="1079958" y="95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Layer">
            <a:extLst xmlns:a="http://schemas.openxmlformats.org/drawingml/2006/main">
              <a:ext uri="{FF2B5EF4-FFF2-40B4-BE49-F238E27FC236}">
                <a16:creationId xmlns:a16="http://schemas.microsoft.com/office/drawing/2014/main" id="{57C79EF4-7DE0-49AB-87E0-FEFA5A58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419" y="2739577"/>
            <a:ext cx="574652" cy="197298"/>
          </a:xfrm>
          <a:custGeom xmlns:a="http://schemas.openxmlformats.org/drawingml/2006/main">
            <a:pathLst>
              <a:path w="574652" h="197298">
                <a:moveTo>
                  <a:pt x="0" y="152186"/>
                </a:moveTo>
                <a:lnTo>
                  <a:pt x="0" y="0"/>
                </a:lnTo>
                <a:lnTo>
                  <a:pt x="30982" y="0"/>
                </a:lnTo>
                <a:lnTo>
                  <a:pt x="30982" y="126334"/>
                </a:lnTo>
                <a:lnTo>
                  <a:pt x="108017" y="126334"/>
                </a:lnTo>
                <a:lnTo>
                  <a:pt x="108017" y="152186"/>
                </a:lnTo>
                <a:lnTo>
                  <a:pt x="0" y="152186"/>
                </a:lnTo>
                <a:close/>
                <a:moveTo>
                  <a:pt x="158745" y="74942"/>
                </a:moveTo>
                <a:lnTo>
                  <a:pt x="132055" y="70127"/>
                </a:lnTo>
                <a:cubicBezTo>
                  <a:pt x="135055" y="59381"/>
                  <a:pt x="140219" y="51427"/>
                  <a:pt x="147545" y="46263"/>
                </a:cubicBezTo>
                <a:cubicBezTo>
                  <a:pt x="154872" y="41099"/>
                  <a:pt x="165757" y="38518"/>
                  <a:pt x="180202" y="38518"/>
                </a:cubicBezTo>
                <a:cubicBezTo>
                  <a:pt x="193320" y="38518"/>
                  <a:pt x="203089" y="40070"/>
                  <a:pt x="209508" y="43175"/>
                </a:cubicBezTo>
                <a:cubicBezTo>
                  <a:pt x="215928" y="46280"/>
                  <a:pt x="220446" y="50223"/>
                  <a:pt x="223063" y="55003"/>
                </a:cubicBezTo>
                <a:cubicBezTo>
                  <a:pt x="225679" y="59783"/>
                  <a:pt x="226988" y="68557"/>
                  <a:pt x="226988" y="81327"/>
                </a:cubicBezTo>
                <a:lnTo>
                  <a:pt x="226674" y="115657"/>
                </a:lnTo>
                <a:cubicBezTo>
                  <a:pt x="226674" y="125426"/>
                  <a:pt x="227145" y="132631"/>
                  <a:pt x="228087" y="137271"/>
                </a:cubicBezTo>
                <a:cubicBezTo>
                  <a:pt x="229029" y="141912"/>
                  <a:pt x="230791" y="146883"/>
                  <a:pt x="233373" y="152186"/>
                </a:cubicBezTo>
                <a:lnTo>
                  <a:pt x="204275" y="152186"/>
                </a:lnTo>
                <a:cubicBezTo>
                  <a:pt x="203507" y="150233"/>
                  <a:pt x="202565" y="147337"/>
                  <a:pt x="201449" y="143499"/>
                </a:cubicBezTo>
                <a:cubicBezTo>
                  <a:pt x="200961" y="141755"/>
                  <a:pt x="200612" y="140603"/>
                  <a:pt x="200402" y="140045"/>
                </a:cubicBezTo>
                <a:cubicBezTo>
                  <a:pt x="195378" y="144929"/>
                  <a:pt x="190005" y="148593"/>
                  <a:pt x="184284" y="151035"/>
                </a:cubicBezTo>
                <a:cubicBezTo>
                  <a:pt x="178562" y="153477"/>
                  <a:pt x="172456" y="154698"/>
                  <a:pt x="165967" y="154698"/>
                </a:cubicBezTo>
                <a:cubicBezTo>
                  <a:pt x="154523" y="154698"/>
                  <a:pt x="145504" y="151593"/>
                  <a:pt x="138910" y="145383"/>
                </a:cubicBezTo>
                <a:cubicBezTo>
                  <a:pt x="132316" y="139173"/>
                  <a:pt x="129019" y="131323"/>
                  <a:pt x="129019" y="121833"/>
                </a:cubicBezTo>
                <a:cubicBezTo>
                  <a:pt x="129019" y="115553"/>
                  <a:pt x="130519" y="109953"/>
                  <a:pt x="133520" y="105034"/>
                </a:cubicBezTo>
                <a:cubicBezTo>
                  <a:pt x="136520" y="100114"/>
                  <a:pt x="140724" y="96346"/>
                  <a:pt x="146132" y="93730"/>
                </a:cubicBezTo>
                <a:cubicBezTo>
                  <a:pt x="151540" y="91113"/>
                  <a:pt x="159338" y="88828"/>
                  <a:pt x="169525" y="86874"/>
                </a:cubicBezTo>
                <a:cubicBezTo>
                  <a:pt x="183272" y="84292"/>
                  <a:pt x="192796" y="81885"/>
                  <a:pt x="198100" y="79652"/>
                </a:cubicBezTo>
                <a:lnTo>
                  <a:pt x="198100" y="76721"/>
                </a:lnTo>
                <a:cubicBezTo>
                  <a:pt x="198100" y="71069"/>
                  <a:pt x="196704" y="67039"/>
                  <a:pt x="193913" y="64632"/>
                </a:cubicBezTo>
                <a:cubicBezTo>
                  <a:pt x="191122" y="62225"/>
                  <a:pt x="185854" y="61021"/>
                  <a:pt x="178108" y="61021"/>
                </a:cubicBezTo>
                <a:cubicBezTo>
                  <a:pt x="172875" y="61021"/>
                  <a:pt x="168793" y="62050"/>
                  <a:pt x="165862" y="64109"/>
                </a:cubicBezTo>
                <a:cubicBezTo>
                  <a:pt x="162931" y="66167"/>
                  <a:pt x="160559" y="69778"/>
                  <a:pt x="158745" y="74942"/>
                </a:cubicBezTo>
                <a:moveTo>
                  <a:pt x="198100" y="98806"/>
                </a:moveTo>
                <a:cubicBezTo>
                  <a:pt x="194332" y="100062"/>
                  <a:pt x="188366" y="101562"/>
                  <a:pt x="180202" y="103307"/>
                </a:cubicBezTo>
                <a:cubicBezTo>
                  <a:pt x="172037" y="105051"/>
                  <a:pt x="166699" y="106761"/>
                  <a:pt x="164187" y="108435"/>
                </a:cubicBezTo>
                <a:cubicBezTo>
                  <a:pt x="160350" y="111157"/>
                  <a:pt x="158431" y="114611"/>
                  <a:pt x="158431" y="118797"/>
                </a:cubicBezTo>
                <a:cubicBezTo>
                  <a:pt x="158431" y="122914"/>
                  <a:pt x="159966" y="126473"/>
                  <a:pt x="163036" y="129474"/>
                </a:cubicBezTo>
                <a:cubicBezTo>
                  <a:pt x="166106" y="132474"/>
                  <a:pt x="170014" y="133974"/>
                  <a:pt x="174759" y="133974"/>
                </a:cubicBezTo>
                <a:cubicBezTo>
                  <a:pt x="180062" y="133974"/>
                  <a:pt x="185121" y="132230"/>
                  <a:pt x="189936" y="128741"/>
                </a:cubicBezTo>
                <a:cubicBezTo>
                  <a:pt x="193494" y="126089"/>
                  <a:pt x="195832" y="122845"/>
                  <a:pt x="196948" y="119007"/>
                </a:cubicBezTo>
                <a:cubicBezTo>
                  <a:pt x="197716" y="116495"/>
                  <a:pt x="198100" y="111715"/>
                  <a:pt x="198100" y="104667"/>
                </a:cubicBezTo>
                <a:lnTo>
                  <a:pt x="198100" y="98806"/>
                </a:lnTo>
                <a:close/>
                <a:moveTo>
                  <a:pt x="245221" y="41030"/>
                </a:moveTo>
                <a:lnTo>
                  <a:pt x="276517" y="41030"/>
                </a:lnTo>
                <a:lnTo>
                  <a:pt x="303102" y="119949"/>
                </a:lnTo>
                <a:lnTo>
                  <a:pt x="329060" y="41030"/>
                </a:lnTo>
                <a:lnTo>
                  <a:pt x="359518" y="41030"/>
                </a:lnTo>
                <a:lnTo>
                  <a:pt x="320268" y="148000"/>
                </a:lnTo>
                <a:lnTo>
                  <a:pt x="313255" y="167363"/>
                </a:lnTo>
                <a:cubicBezTo>
                  <a:pt x="310673" y="173853"/>
                  <a:pt x="308214" y="178807"/>
                  <a:pt x="305876" y="182226"/>
                </a:cubicBezTo>
                <a:cubicBezTo>
                  <a:pt x="303539" y="185645"/>
                  <a:pt x="300852" y="188419"/>
                  <a:pt x="297817" y="190547"/>
                </a:cubicBezTo>
                <a:cubicBezTo>
                  <a:pt x="294781" y="192675"/>
                  <a:pt x="291048" y="194332"/>
                  <a:pt x="286617" y="195519"/>
                </a:cubicBezTo>
                <a:cubicBezTo>
                  <a:pt x="282186" y="196705"/>
                  <a:pt x="277180" y="197298"/>
                  <a:pt x="271598" y="197298"/>
                </a:cubicBezTo>
                <a:cubicBezTo>
                  <a:pt x="265946" y="197298"/>
                  <a:pt x="260398" y="196705"/>
                  <a:pt x="254955" y="195519"/>
                </a:cubicBezTo>
                <a:lnTo>
                  <a:pt x="252339" y="172492"/>
                </a:lnTo>
                <a:cubicBezTo>
                  <a:pt x="256944" y="173399"/>
                  <a:pt x="261096" y="173853"/>
                  <a:pt x="264794" y="173853"/>
                </a:cubicBezTo>
                <a:cubicBezTo>
                  <a:pt x="271632" y="173853"/>
                  <a:pt x="276691" y="171846"/>
                  <a:pt x="279971" y="167834"/>
                </a:cubicBezTo>
                <a:cubicBezTo>
                  <a:pt x="283251" y="163822"/>
                  <a:pt x="285763" y="158711"/>
                  <a:pt x="287507" y="152500"/>
                </a:cubicBezTo>
                <a:lnTo>
                  <a:pt x="245221" y="41030"/>
                </a:lnTo>
                <a:close/>
                <a:moveTo>
                  <a:pt x="445890" y="116809"/>
                </a:moveTo>
                <a:lnTo>
                  <a:pt x="475197" y="121728"/>
                </a:lnTo>
                <a:cubicBezTo>
                  <a:pt x="471429" y="132474"/>
                  <a:pt x="465480" y="140656"/>
                  <a:pt x="457351" y="146273"/>
                </a:cubicBezTo>
                <a:cubicBezTo>
                  <a:pt x="449222" y="151890"/>
                  <a:pt x="439052" y="154698"/>
                  <a:pt x="426840" y="154698"/>
                </a:cubicBezTo>
                <a:cubicBezTo>
                  <a:pt x="407512" y="154698"/>
                  <a:pt x="393207" y="148383"/>
                  <a:pt x="383927" y="135754"/>
                </a:cubicBezTo>
                <a:cubicBezTo>
                  <a:pt x="376600" y="125636"/>
                  <a:pt x="372937" y="112866"/>
                  <a:pt x="372937" y="97445"/>
                </a:cubicBezTo>
                <a:cubicBezTo>
                  <a:pt x="372937" y="79024"/>
                  <a:pt x="377751" y="64597"/>
                  <a:pt x="387381" y="54165"/>
                </a:cubicBezTo>
                <a:cubicBezTo>
                  <a:pt x="397010" y="43734"/>
                  <a:pt x="409187" y="38518"/>
                  <a:pt x="423910" y="38518"/>
                </a:cubicBezTo>
                <a:cubicBezTo>
                  <a:pt x="440447" y="38518"/>
                  <a:pt x="453496" y="43978"/>
                  <a:pt x="463055" y="54898"/>
                </a:cubicBezTo>
                <a:cubicBezTo>
                  <a:pt x="472615" y="65818"/>
                  <a:pt x="477185" y="82548"/>
                  <a:pt x="476767" y="105086"/>
                </a:cubicBezTo>
                <a:lnTo>
                  <a:pt x="403081" y="105086"/>
                </a:lnTo>
                <a:cubicBezTo>
                  <a:pt x="403290" y="113808"/>
                  <a:pt x="405663" y="120594"/>
                  <a:pt x="410198" y="125444"/>
                </a:cubicBezTo>
                <a:cubicBezTo>
                  <a:pt x="414734" y="130293"/>
                  <a:pt x="420386" y="132718"/>
                  <a:pt x="427154" y="132718"/>
                </a:cubicBezTo>
                <a:cubicBezTo>
                  <a:pt x="431760" y="132718"/>
                  <a:pt x="435632" y="131462"/>
                  <a:pt x="438772" y="128950"/>
                </a:cubicBezTo>
                <a:cubicBezTo>
                  <a:pt x="441913" y="126438"/>
                  <a:pt x="444285" y="122391"/>
                  <a:pt x="445890" y="116809"/>
                </a:cubicBezTo>
                <a:moveTo>
                  <a:pt x="447565" y="87083"/>
                </a:moveTo>
                <a:cubicBezTo>
                  <a:pt x="447355" y="78570"/>
                  <a:pt x="445157" y="72098"/>
                  <a:pt x="440971" y="67667"/>
                </a:cubicBezTo>
                <a:cubicBezTo>
                  <a:pt x="436784" y="63237"/>
                  <a:pt x="431690" y="61021"/>
                  <a:pt x="425689" y="61021"/>
                </a:cubicBezTo>
                <a:cubicBezTo>
                  <a:pt x="419269" y="61021"/>
                  <a:pt x="413966" y="63359"/>
                  <a:pt x="409780" y="68034"/>
                </a:cubicBezTo>
                <a:cubicBezTo>
                  <a:pt x="405593" y="72709"/>
                  <a:pt x="403534" y="79059"/>
                  <a:pt x="403604" y="87083"/>
                </a:cubicBezTo>
                <a:lnTo>
                  <a:pt x="447565" y="87083"/>
                </a:lnTo>
                <a:close/>
                <a:moveTo>
                  <a:pt x="532053" y="152186"/>
                </a:moveTo>
                <a:lnTo>
                  <a:pt x="502641" y="152186"/>
                </a:lnTo>
                <a:lnTo>
                  <a:pt x="502641" y="41030"/>
                </a:lnTo>
                <a:lnTo>
                  <a:pt x="529959" y="41030"/>
                </a:lnTo>
                <a:lnTo>
                  <a:pt x="529959" y="56834"/>
                </a:lnTo>
                <a:cubicBezTo>
                  <a:pt x="534635" y="49368"/>
                  <a:pt x="538839" y="44449"/>
                  <a:pt x="542572" y="42076"/>
                </a:cubicBezTo>
                <a:cubicBezTo>
                  <a:pt x="546305" y="39704"/>
                  <a:pt x="550544" y="38518"/>
                  <a:pt x="555289" y="38518"/>
                </a:cubicBezTo>
                <a:cubicBezTo>
                  <a:pt x="561988" y="38518"/>
                  <a:pt x="568442" y="40367"/>
                  <a:pt x="574652" y="44065"/>
                </a:cubicBezTo>
                <a:lnTo>
                  <a:pt x="565546" y="69708"/>
                </a:lnTo>
                <a:cubicBezTo>
                  <a:pt x="560592" y="66499"/>
                  <a:pt x="555987" y="64894"/>
                  <a:pt x="551730" y="64894"/>
                </a:cubicBezTo>
                <a:cubicBezTo>
                  <a:pt x="547613" y="64894"/>
                  <a:pt x="544124" y="66028"/>
                  <a:pt x="541264" y="68295"/>
                </a:cubicBezTo>
                <a:cubicBezTo>
                  <a:pt x="538403" y="70563"/>
                  <a:pt x="536152" y="74663"/>
                  <a:pt x="534513" y="80594"/>
                </a:cubicBezTo>
                <a:cubicBezTo>
                  <a:pt x="532873" y="86525"/>
                  <a:pt x="532053" y="98946"/>
                  <a:pt x="532053" y="117855"/>
                </a:cubicBezTo>
                <a:lnTo>
                  <a:pt x="532053" y="152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4F98B-B95A-46DB-AC77-22359E9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0" y="541472"/>
            <a:ext cx="1316775" cy="260293"/>
          </a:xfrm>
          <a:custGeom xmlns:a="http://schemas.openxmlformats.org/drawingml/2006/main">
            <a:pathLst>
              <a:path w="1316775" h="260293">
                <a:moveTo>
                  <a:pt x="0" y="0"/>
                </a:moveTo>
                <a:lnTo>
                  <a:pt x="1316775" y="0"/>
                </a:lnTo>
                <a:lnTo>
                  <a:pt x="1316775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0820F-648F-4723-BAE4-82A471AD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1" y="541472"/>
            <a:ext cx="1316775" cy="260293"/>
          </a:xfrm>
          <a:custGeom xmlns:a="http://schemas.openxmlformats.org/drawingml/2006/main">
            <a:pathLst>
              <a:path w="1316775" h="260293" fill="none">
                <a:moveTo>
                  <a:pt x="0" y="0"/>
                </a:moveTo>
                <a:lnTo>
                  <a:pt x="1316775" y="0"/>
                </a:lnTo>
                <a:lnTo>
                  <a:pt x="1316775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39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63" name="Text P-tuning">
            <a:extLst xmlns:a="http://schemas.openxmlformats.org/drawingml/2006/main">
              <a:ext uri="{FF2B5EF4-FFF2-40B4-BE49-F238E27FC236}">
                <a16:creationId xmlns:a16="http://schemas.microsoft.com/office/drawing/2014/main" id="{228EFB52-2EBC-4A98-99FB-56662B70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76" y="181327"/>
            <a:ext cx="867429" cy="198554"/>
          </a:xfrm>
          <a:custGeom xmlns:a="http://schemas.openxmlformats.org/drawingml/2006/main">
            <a:pathLst>
              <a:path w="867429" h="198554">
                <a:moveTo>
                  <a:pt x="0" y="153442"/>
                </a:moveTo>
                <a:lnTo>
                  <a:pt x="0" y="0"/>
                </a:lnTo>
                <a:lnTo>
                  <a:pt x="49717" y="0"/>
                </a:lnTo>
                <a:cubicBezTo>
                  <a:pt x="68557" y="0"/>
                  <a:pt x="80838" y="768"/>
                  <a:pt x="86560" y="2303"/>
                </a:cubicBezTo>
                <a:cubicBezTo>
                  <a:pt x="95352" y="4605"/>
                  <a:pt x="102714" y="9612"/>
                  <a:pt x="108645" y="17322"/>
                </a:cubicBezTo>
                <a:cubicBezTo>
                  <a:pt x="114576" y="25033"/>
                  <a:pt x="117541" y="34994"/>
                  <a:pt x="117541" y="47205"/>
                </a:cubicBezTo>
                <a:cubicBezTo>
                  <a:pt x="117541" y="56625"/>
                  <a:pt x="115832" y="64545"/>
                  <a:pt x="112413" y="70964"/>
                </a:cubicBezTo>
                <a:cubicBezTo>
                  <a:pt x="108994" y="77384"/>
                  <a:pt x="104650" y="82426"/>
                  <a:pt x="99382" y="86089"/>
                </a:cubicBezTo>
                <a:cubicBezTo>
                  <a:pt x="94113" y="89752"/>
                  <a:pt x="88758" y="92177"/>
                  <a:pt x="83315" y="93363"/>
                </a:cubicBezTo>
                <a:cubicBezTo>
                  <a:pt x="75919" y="94829"/>
                  <a:pt x="65208" y="95561"/>
                  <a:pt x="51182" y="95561"/>
                </a:cubicBezTo>
                <a:lnTo>
                  <a:pt x="30982" y="95561"/>
                </a:lnTo>
                <a:lnTo>
                  <a:pt x="30982" y="153442"/>
                </a:lnTo>
                <a:lnTo>
                  <a:pt x="0" y="153442"/>
                </a:lnTo>
                <a:moveTo>
                  <a:pt x="30982" y="25958"/>
                </a:moveTo>
                <a:lnTo>
                  <a:pt x="30982" y="69499"/>
                </a:lnTo>
                <a:lnTo>
                  <a:pt x="47938" y="69499"/>
                </a:lnTo>
                <a:cubicBezTo>
                  <a:pt x="60149" y="69499"/>
                  <a:pt x="68313" y="68697"/>
                  <a:pt x="72430" y="67092"/>
                </a:cubicBezTo>
                <a:cubicBezTo>
                  <a:pt x="76547" y="65487"/>
                  <a:pt x="79774" y="62975"/>
                  <a:pt x="82112" y="59556"/>
                </a:cubicBezTo>
                <a:cubicBezTo>
                  <a:pt x="84449" y="56137"/>
                  <a:pt x="85618" y="52159"/>
                  <a:pt x="85618" y="47624"/>
                </a:cubicBezTo>
                <a:cubicBezTo>
                  <a:pt x="85618" y="42041"/>
                  <a:pt x="83978" y="37436"/>
                  <a:pt x="80699" y="33808"/>
                </a:cubicBezTo>
                <a:cubicBezTo>
                  <a:pt x="77419" y="30179"/>
                  <a:pt x="73267" y="27911"/>
                  <a:pt x="68243" y="27004"/>
                </a:cubicBezTo>
                <a:cubicBezTo>
                  <a:pt x="64545" y="26306"/>
                  <a:pt x="57114" y="25958"/>
                  <a:pt x="45949" y="25958"/>
                </a:cubicBezTo>
                <a:lnTo>
                  <a:pt x="30982" y="25958"/>
                </a:lnTo>
                <a:close/>
                <a:moveTo>
                  <a:pt x="134244" y="112517"/>
                </a:moveTo>
                <a:lnTo>
                  <a:pt x="134244" y="83106"/>
                </a:lnTo>
                <a:lnTo>
                  <a:pt x="192020" y="83106"/>
                </a:lnTo>
                <a:lnTo>
                  <a:pt x="192020" y="112517"/>
                </a:lnTo>
                <a:lnTo>
                  <a:pt x="134244" y="112517"/>
                </a:lnTo>
                <a:close/>
                <a:moveTo>
                  <a:pt x="265122" y="42286"/>
                </a:moveTo>
                <a:lnTo>
                  <a:pt x="265122" y="65731"/>
                </a:lnTo>
                <a:lnTo>
                  <a:pt x="245026" y="65731"/>
                </a:lnTo>
                <a:lnTo>
                  <a:pt x="245026" y="110529"/>
                </a:lnTo>
                <a:cubicBezTo>
                  <a:pt x="245026" y="119600"/>
                  <a:pt x="245218" y="124886"/>
                  <a:pt x="245602" y="126386"/>
                </a:cubicBezTo>
                <a:cubicBezTo>
                  <a:pt x="245985" y="127886"/>
                  <a:pt x="246858" y="129125"/>
                  <a:pt x="248218" y="130102"/>
                </a:cubicBezTo>
                <a:cubicBezTo>
                  <a:pt x="249579" y="131078"/>
                  <a:pt x="251236" y="131567"/>
                  <a:pt x="253190" y="131567"/>
                </a:cubicBezTo>
                <a:cubicBezTo>
                  <a:pt x="255911" y="131567"/>
                  <a:pt x="259854" y="130625"/>
                  <a:pt x="265018" y="128741"/>
                </a:cubicBezTo>
                <a:lnTo>
                  <a:pt x="267530" y="151558"/>
                </a:lnTo>
                <a:cubicBezTo>
                  <a:pt x="260691" y="154489"/>
                  <a:pt x="252946" y="155954"/>
                  <a:pt x="244293" y="155954"/>
                </a:cubicBezTo>
                <a:cubicBezTo>
                  <a:pt x="238990" y="155954"/>
                  <a:pt x="234210" y="155065"/>
                  <a:pt x="229954" y="153285"/>
                </a:cubicBezTo>
                <a:cubicBezTo>
                  <a:pt x="225697" y="151506"/>
                  <a:pt x="222575" y="149203"/>
                  <a:pt x="220586" y="146377"/>
                </a:cubicBezTo>
                <a:cubicBezTo>
                  <a:pt x="218598" y="143551"/>
                  <a:pt x="217219" y="139731"/>
                  <a:pt x="216452" y="134916"/>
                </a:cubicBezTo>
                <a:cubicBezTo>
                  <a:pt x="215824" y="131497"/>
                  <a:pt x="215510" y="124589"/>
                  <a:pt x="215510" y="114192"/>
                </a:cubicBezTo>
                <a:lnTo>
                  <a:pt x="215510" y="65731"/>
                </a:lnTo>
                <a:lnTo>
                  <a:pt x="202008" y="65731"/>
                </a:lnTo>
                <a:lnTo>
                  <a:pt x="202008" y="42286"/>
                </a:lnTo>
                <a:lnTo>
                  <a:pt x="215510" y="42286"/>
                </a:lnTo>
                <a:lnTo>
                  <a:pt x="215510" y="20201"/>
                </a:lnTo>
                <a:lnTo>
                  <a:pt x="245026" y="3035"/>
                </a:lnTo>
                <a:lnTo>
                  <a:pt x="245026" y="42286"/>
                </a:lnTo>
                <a:lnTo>
                  <a:pt x="265122" y="42286"/>
                </a:lnTo>
                <a:close/>
                <a:moveTo>
                  <a:pt x="363860" y="153442"/>
                </a:moveTo>
                <a:lnTo>
                  <a:pt x="363860" y="136800"/>
                </a:lnTo>
                <a:cubicBezTo>
                  <a:pt x="359812" y="142731"/>
                  <a:pt x="354492" y="147407"/>
                  <a:pt x="347898" y="150826"/>
                </a:cubicBezTo>
                <a:cubicBezTo>
                  <a:pt x="341304" y="154245"/>
                  <a:pt x="334343" y="155954"/>
                  <a:pt x="327017" y="155954"/>
                </a:cubicBezTo>
                <a:cubicBezTo>
                  <a:pt x="319550" y="155954"/>
                  <a:pt x="312852" y="154315"/>
                  <a:pt x="306920" y="151035"/>
                </a:cubicBezTo>
                <a:cubicBezTo>
                  <a:pt x="300989" y="147755"/>
                  <a:pt x="296698" y="143150"/>
                  <a:pt x="294046" y="137219"/>
                </a:cubicBezTo>
                <a:cubicBezTo>
                  <a:pt x="291395" y="131288"/>
                  <a:pt x="290069" y="123089"/>
                  <a:pt x="290069" y="112622"/>
                </a:cubicBezTo>
                <a:lnTo>
                  <a:pt x="290069" y="42286"/>
                </a:lnTo>
                <a:lnTo>
                  <a:pt x="319481" y="42286"/>
                </a:lnTo>
                <a:lnTo>
                  <a:pt x="319481" y="93363"/>
                </a:lnTo>
                <a:cubicBezTo>
                  <a:pt x="319481" y="108994"/>
                  <a:pt x="320021" y="118571"/>
                  <a:pt x="321103" y="122095"/>
                </a:cubicBezTo>
                <a:cubicBezTo>
                  <a:pt x="322184" y="125618"/>
                  <a:pt x="324156" y="128409"/>
                  <a:pt x="327017" y="130468"/>
                </a:cubicBezTo>
                <a:cubicBezTo>
                  <a:pt x="329878" y="132526"/>
                  <a:pt x="333506" y="133556"/>
                  <a:pt x="337902" y="133556"/>
                </a:cubicBezTo>
                <a:cubicBezTo>
                  <a:pt x="342926" y="133556"/>
                  <a:pt x="347427" y="132177"/>
                  <a:pt x="351404" y="129421"/>
                </a:cubicBezTo>
                <a:cubicBezTo>
                  <a:pt x="355381" y="126665"/>
                  <a:pt x="358103" y="123246"/>
                  <a:pt x="359568" y="119164"/>
                </a:cubicBezTo>
                <a:cubicBezTo>
                  <a:pt x="361034" y="115082"/>
                  <a:pt x="361766" y="105086"/>
                  <a:pt x="361766" y="89177"/>
                </a:cubicBezTo>
                <a:lnTo>
                  <a:pt x="361766" y="42286"/>
                </a:lnTo>
                <a:lnTo>
                  <a:pt x="391178" y="42286"/>
                </a:lnTo>
                <a:lnTo>
                  <a:pt x="391178" y="153442"/>
                </a:lnTo>
                <a:lnTo>
                  <a:pt x="363860" y="153442"/>
                </a:lnTo>
                <a:close/>
                <a:moveTo>
                  <a:pt x="529660" y="153442"/>
                </a:moveTo>
                <a:lnTo>
                  <a:pt x="500248" y="153442"/>
                </a:lnTo>
                <a:lnTo>
                  <a:pt x="500248" y="96713"/>
                </a:lnTo>
                <a:cubicBezTo>
                  <a:pt x="500248" y="84711"/>
                  <a:pt x="499620" y="76948"/>
                  <a:pt x="498364" y="73424"/>
                </a:cubicBezTo>
                <a:cubicBezTo>
                  <a:pt x="497108" y="69900"/>
                  <a:pt x="495067" y="67162"/>
                  <a:pt x="492241" y="65208"/>
                </a:cubicBezTo>
                <a:cubicBezTo>
                  <a:pt x="489415" y="63254"/>
                  <a:pt x="486014" y="62277"/>
                  <a:pt x="482036" y="62277"/>
                </a:cubicBezTo>
                <a:cubicBezTo>
                  <a:pt x="476942" y="62277"/>
                  <a:pt x="472372" y="63673"/>
                  <a:pt x="468325" y="66464"/>
                </a:cubicBezTo>
                <a:cubicBezTo>
                  <a:pt x="464278" y="69255"/>
                  <a:pt x="461504" y="72953"/>
                  <a:pt x="460004" y="77559"/>
                </a:cubicBezTo>
                <a:cubicBezTo>
                  <a:pt x="458503" y="82164"/>
                  <a:pt x="457753" y="90677"/>
                  <a:pt x="457753" y="103097"/>
                </a:cubicBezTo>
                <a:lnTo>
                  <a:pt x="457753" y="153442"/>
                </a:lnTo>
                <a:lnTo>
                  <a:pt x="428342" y="153442"/>
                </a:lnTo>
                <a:lnTo>
                  <a:pt x="428342" y="42286"/>
                </a:lnTo>
                <a:lnTo>
                  <a:pt x="455660" y="42286"/>
                </a:lnTo>
                <a:lnTo>
                  <a:pt x="455660" y="58614"/>
                </a:lnTo>
                <a:cubicBezTo>
                  <a:pt x="465359" y="46054"/>
                  <a:pt x="477570" y="39774"/>
                  <a:pt x="492294" y="39774"/>
                </a:cubicBezTo>
                <a:cubicBezTo>
                  <a:pt x="498783" y="39774"/>
                  <a:pt x="504714" y="40942"/>
                  <a:pt x="510087" y="43280"/>
                </a:cubicBezTo>
                <a:cubicBezTo>
                  <a:pt x="515460" y="45618"/>
                  <a:pt x="519525" y="48601"/>
                  <a:pt x="522281" y="52229"/>
                </a:cubicBezTo>
                <a:cubicBezTo>
                  <a:pt x="525037" y="55857"/>
                  <a:pt x="526956" y="59974"/>
                  <a:pt x="528037" y="64580"/>
                </a:cubicBezTo>
                <a:cubicBezTo>
                  <a:pt x="529119" y="69185"/>
                  <a:pt x="529660" y="75779"/>
                  <a:pt x="529660" y="84362"/>
                </a:cubicBezTo>
                <a:lnTo>
                  <a:pt x="529660" y="153442"/>
                </a:lnTo>
                <a:close/>
                <a:moveTo>
                  <a:pt x="566405" y="27214"/>
                </a:moveTo>
                <a:lnTo>
                  <a:pt x="566405" y="0"/>
                </a:lnTo>
                <a:lnTo>
                  <a:pt x="595816" y="0"/>
                </a:lnTo>
                <a:lnTo>
                  <a:pt x="595816" y="27214"/>
                </a:lnTo>
                <a:lnTo>
                  <a:pt x="566405" y="27214"/>
                </a:lnTo>
                <a:moveTo>
                  <a:pt x="566405" y="153442"/>
                </a:moveTo>
                <a:lnTo>
                  <a:pt x="566405" y="42286"/>
                </a:lnTo>
                <a:lnTo>
                  <a:pt x="595816" y="42286"/>
                </a:lnTo>
                <a:lnTo>
                  <a:pt x="595816" y="153442"/>
                </a:lnTo>
                <a:lnTo>
                  <a:pt x="566405" y="153442"/>
                </a:lnTo>
                <a:close/>
                <a:moveTo>
                  <a:pt x="728842" y="153442"/>
                </a:moveTo>
                <a:lnTo>
                  <a:pt x="699431" y="153442"/>
                </a:lnTo>
                <a:lnTo>
                  <a:pt x="699431" y="96713"/>
                </a:lnTo>
                <a:cubicBezTo>
                  <a:pt x="699431" y="84711"/>
                  <a:pt x="698803" y="76948"/>
                  <a:pt x="697547" y="73424"/>
                </a:cubicBezTo>
                <a:cubicBezTo>
                  <a:pt x="696291" y="69900"/>
                  <a:pt x="694250" y="67162"/>
                  <a:pt x="691424" y="65208"/>
                </a:cubicBezTo>
                <a:cubicBezTo>
                  <a:pt x="688598" y="63254"/>
                  <a:pt x="685196" y="62277"/>
                  <a:pt x="681218" y="62277"/>
                </a:cubicBezTo>
                <a:cubicBezTo>
                  <a:pt x="676125" y="62277"/>
                  <a:pt x="671554" y="63673"/>
                  <a:pt x="667507" y="66464"/>
                </a:cubicBezTo>
                <a:cubicBezTo>
                  <a:pt x="663460" y="69255"/>
                  <a:pt x="660686" y="72953"/>
                  <a:pt x="659186" y="77559"/>
                </a:cubicBezTo>
                <a:cubicBezTo>
                  <a:pt x="657686" y="82164"/>
                  <a:pt x="656936" y="90677"/>
                  <a:pt x="656936" y="103097"/>
                </a:cubicBezTo>
                <a:lnTo>
                  <a:pt x="656936" y="153442"/>
                </a:lnTo>
                <a:lnTo>
                  <a:pt x="627524" y="153442"/>
                </a:lnTo>
                <a:lnTo>
                  <a:pt x="627524" y="42286"/>
                </a:lnTo>
                <a:lnTo>
                  <a:pt x="654842" y="42286"/>
                </a:lnTo>
                <a:lnTo>
                  <a:pt x="654842" y="58614"/>
                </a:lnTo>
                <a:cubicBezTo>
                  <a:pt x="664541" y="46054"/>
                  <a:pt x="676753" y="39774"/>
                  <a:pt x="691476" y="39774"/>
                </a:cubicBezTo>
                <a:cubicBezTo>
                  <a:pt x="697965" y="39774"/>
                  <a:pt x="703896" y="40942"/>
                  <a:pt x="709269" y="43280"/>
                </a:cubicBezTo>
                <a:cubicBezTo>
                  <a:pt x="714642" y="45618"/>
                  <a:pt x="718707" y="48601"/>
                  <a:pt x="721463" y="52229"/>
                </a:cubicBezTo>
                <a:cubicBezTo>
                  <a:pt x="724219" y="55857"/>
                  <a:pt x="726138" y="59974"/>
                  <a:pt x="727220" y="64580"/>
                </a:cubicBezTo>
                <a:cubicBezTo>
                  <a:pt x="728301" y="69185"/>
                  <a:pt x="728842" y="75779"/>
                  <a:pt x="728842" y="84362"/>
                </a:cubicBezTo>
                <a:lnTo>
                  <a:pt x="728842" y="153442"/>
                </a:lnTo>
                <a:close/>
                <a:moveTo>
                  <a:pt x="762866" y="160769"/>
                </a:moveTo>
                <a:lnTo>
                  <a:pt x="796464" y="164851"/>
                </a:lnTo>
                <a:cubicBezTo>
                  <a:pt x="797022" y="168759"/>
                  <a:pt x="798313" y="171445"/>
                  <a:pt x="800337" y="172911"/>
                </a:cubicBezTo>
                <a:cubicBezTo>
                  <a:pt x="803128" y="175004"/>
                  <a:pt x="807524" y="176051"/>
                  <a:pt x="813525" y="176051"/>
                </a:cubicBezTo>
                <a:cubicBezTo>
                  <a:pt x="821201" y="176051"/>
                  <a:pt x="826957" y="174899"/>
                  <a:pt x="830795" y="172597"/>
                </a:cubicBezTo>
                <a:cubicBezTo>
                  <a:pt x="833377" y="171061"/>
                  <a:pt x="835331" y="168584"/>
                  <a:pt x="836656" y="165165"/>
                </a:cubicBezTo>
                <a:cubicBezTo>
                  <a:pt x="837564" y="162723"/>
                  <a:pt x="838017" y="158222"/>
                  <a:pt x="838017" y="151663"/>
                </a:cubicBezTo>
                <a:lnTo>
                  <a:pt x="838017" y="135440"/>
                </a:lnTo>
                <a:cubicBezTo>
                  <a:pt x="829225" y="147441"/>
                  <a:pt x="818130" y="153442"/>
                  <a:pt x="804733" y="153442"/>
                </a:cubicBezTo>
                <a:cubicBezTo>
                  <a:pt x="789800" y="153442"/>
                  <a:pt x="777973" y="147127"/>
                  <a:pt x="769251" y="134498"/>
                </a:cubicBezTo>
                <a:cubicBezTo>
                  <a:pt x="762412" y="124519"/>
                  <a:pt x="758993" y="112099"/>
                  <a:pt x="758993" y="97236"/>
                </a:cubicBezTo>
                <a:cubicBezTo>
                  <a:pt x="758993" y="78605"/>
                  <a:pt x="763476" y="64370"/>
                  <a:pt x="772443" y="54532"/>
                </a:cubicBezTo>
                <a:cubicBezTo>
                  <a:pt x="781409" y="44693"/>
                  <a:pt x="792557" y="39774"/>
                  <a:pt x="805884" y="39774"/>
                </a:cubicBezTo>
                <a:cubicBezTo>
                  <a:pt x="819630" y="39774"/>
                  <a:pt x="830969" y="45809"/>
                  <a:pt x="839901" y="57881"/>
                </a:cubicBezTo>
                <a:lnTo>
                  <a:pt x="839901" y="42286"/>
                </a:lnTo>
                <a:lnTo>
                  <a:pt x="867429" y="42286"/>
                </a:lnTo>
                <a:lnTo>
                  <a:pt x="867429" y="142034"/>
                </a:lnTo>
                <a:cubicBezTo>
                  <a:pt x="867429" y="155152"/>
                  <a:pt x="866347" y="164956"/>
                  <a:pt x="864184" y="171445"/>
                </a:cubicBezTo>
                <a:cubicBezTo>
                  <a:pt x="862021" y="177935"/>
                  <a:pt x="858985" y="183028"/>
                  <a:pt x="855078" y="186727"/>
                </a:cubicBezTo>
                <a:cubicBezTo>
                  <a:pt x="851170" y="190425"/>
                  <a:pt x="845954" y="193321"/>
                  <a:pt x="839430" y="195414"/>
                </a:cubicBezTo>
                <a:cubicBezTo>
                  <a:pt x="832906" y="197507"/>
                  <a:pt x="824655" y="198554"/>
                  <a:pt x="814676" y="198554"/>
                </a:cubicBezTo>
                <a:cubicBezTo>
                  <a:pt x="795836" y="198554"/>
                  <a:pt x="782474" y="195327"/>
                  <a:pt x="774589" y="188872"/>
                </a:cubicBezTo>
                <a:cubicBezTo>
                  <a:pt x="766704" y="182418"/>
                  <a:pt x="762761" y="174236"/>
                  <a:pt x="762761" y="164328"/>
                </a:cubicBezTo>
                <a:cubicBezTo>
                  <a:pt x="762761" y="163351"/>
                  <a:pt x="762796" y="162165"/>
                  <a:pt x="762866" y="160769"/>
                </a:cubicBezTo>
                <a:moveTo>
                  <a:pt x="789137" y="95561"/>
                </a:moveTo>
                <a:cubicBezTo>
                  <a:pt x="789137" y="107354"/>
                  <a:pt x="791423" y="115989"/>
                  <a:pt x="795993" y="121466"/>
                </a:cubicBezTo>
                <a:cubicBezTo>
                  <a:pt x="800564" y="126944"/>
                  <a:pt x="806198" y="129683"/>
                  <a:pt x="812897" y="129683"/>
                </a:cubicBezTo>
                <a:cubicBezTo>
                  <a:pt x="820084" y="129683"/>
                  <a:pt x="826155" y="126874"/>
                  <a:pt x="831109" y="121257"/>
                </a:cubicBezTo>
                <a:cubicBezTo>
                  <a:pt x="836063" y="115640"/>
                  <a:pt x="838540" y="107319"/>
                  <a:pt x="838540" y="96294"/>
                </a:cubicBezTo>
                <a:cubicBezTo>
                  <a:pt x="838540" y="84781"/>
                  <a:pt x="836168" y="76233"/>
                  <a:pt x="831423" y="70650"/>
                </a:cubicBezTo>
                <a:cubicBezTo>
                  <a:pt x="826678" y="65068"/>
                  <a:pt x="820677" y="62277"/>
                  <a:pt x="813420" y="62277"/>
                </a:cubicBezTo>
                <a:cubicBezTo>
                  <a:pt x="806373" y="62277"/>
                  <a:pt x="800564" y="65016"/>
                  <a:pt x="795993" y="70493"/>
                </a:cubicBezTo>
                <a:cubicBezTo>
                  <a:pt x="791423" y="75971"/>
                  <a:pt x="789137" y="84327"/>
                  <a:pt x="789137" y="95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P-tuningv2">
            <a:extLst xmlns:a="http://schemas.openxmlformats.org/drawingml/2006/main">
              <a:ext uri="{FF2B5EF4-FFF2-40B4-BE49-F238E27FC236}">
                <a16:creationId xmlns:a16="http://schemas.microsoft.com/office/drawing/2014/main" id="{8D19FCF5-8399-4AE2-BB88-AA0756B2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9125" y="180699"/>
            <a:ext cx="1164805" cy="199182"/>
          </a:xfrm>
          <a:custGeom xmlns:a="http://schemas.openxmlformats.org/drawingml/2006/main">
            <a:pathLst>
              <a:path w="1164805" h="199182">
                <a:moveTo>
                  <a:pt x="0" y="154070"/>
                </a:moveTo>
                <a:lnTo>
                  <a:pt x="0" y="628"/>
                </a:lnTo>
                <a:lnTo>
                  <a:pt x="49717" y="628"/>
                </a:lnTo>
                <a:cubicBezTo>
                  <a:pt x="68557" y="628"/>
                  <a:pt x="80838" y="1396"/>
                  <a:pt x="86560" y="2931"/>
                </a:cubicBezTo>
                <a:cubicBezTo>
                  <a:pt x="95352" y="5233"/>
                  <a:pt x="102714" y="10240"/>
                  <a:pt x="108645" y="17950"/>
                </a:cubicBezTo>
                <a:cubicBezTo>
                  <a:pt x="114576" y="25661"/>
                  <a:pt x="117541" y="35622"/>
                  <a:pt x="117541" y="47833"/>
                </a:cubicBezTo>
                <a:cubicBezTo>
                  <a:pt x="117541" y="57253"/>
                  <a:pt x="115832" y="65173"/>
                  <a:pt x="112413" y="71592"/>
                </a:cubicBezTo>
                <a:cubicBezTo>
                  <a:pt x="108994" y="78012"/>
                  <a:pt x="104650" y="83054"/>
                  <a:pt x="99382" y="86717"/>
                </a:cubicBezTo>
                <a:cubicBezTo>
                  <a:pt x="94113" y="90380"/>
                  <a:pt x="88758" y="92805"/>
                  <a:pt x="83315" y="93991"/>
                </a:cubicBezTo>
                <a:cubicBezTo>
                  <a:pt x="75919" y="95457"/>
                  <a:pt x="65208" y="96189"/>
                  <a:pt x="51182" y="96189"/>
                </a:cubicBezTo>
                <a:lnTo>
                  <a:pt x="30982" y="96189"/>
                </a:lnTo>
                <a:lnTo>
                  <a:pt x="30982" y="154070"/>
                </a:lnTo>
                <a:lnTo>
                  <a:pt x="0" y="154070"/>
                </a:lnTo>
                <a:moveTo>
                  <a:pt x="30982" y="26586"/>
                </a:moveTo>
                <a:lnTo>
                  <a:pt x="30982" y="70127"/>
                </a:lnTo>
                <a:lnTo>
                  <a:pt x="47938" y="70127"/>
                </a:lnTo>
                <a:cubicBezTo>
                  <a:pt x="60149" y="70127"/>
                  <a:pt x="68313" y="69325"/>
                  <a:pt x="72430" y="67720"/>
                </a:cubicBezTo>
                <a:cubicBezTo>
                  <a:pt x="76547" y="66115"/>
                  <a:pt x="79774" y="63603"/>
                  <a:pt x="82112" y="60184"/>
                </a:cubicBezTo>
                <a:cubicBezTo>
                  <a:pt x="84449" y="56765"/>
                  <a:pt x="85618" y="52787"/>
                  <a:pt x="85618" y="48252"/>
                </a:cubicBezTo>
                <a:cubicBezTo>
                  <a:pt x="85618" y="42669"/>
                  <a:pt x="83978" y="38064"/>
                  <a:pt x="80699" y="34436"/>
                </a:cubicBezTo>
                <a:cubicBezTo>
                  <a:pt x="77419" y="30807"/>
                  <a:pt x="73267" y="28539"/>
                  <a:pt x="68243" y="27632"/>
                </a:cubicBezTo>
                <a:cubicBezTo>
                  <a:pt x="64545" y="26934"/>
                  <a:pt x="57114" y="26586"/>
                  <a:pt x="45949" y="26586"/>
                </a:cubicBezTo>
                <a:lnTo>
                  <a:pt x="30982" y="26586"/>
                </a:lnTo>
                <a:close/>
                <a:moveTo>
                  <a:pt x="134244" y="113145"/>
                </a:moveTo>
                <a:lnTo>
                  <a:pt x="134244" y="83734"/>
                </a:lnTo>
                <a:lnTo>
                  <a:pt x="192020" y="83734"/>
                </a:lnTo>
                <a:lnTo>
                  <a:pt x="192020" y="113145"/>
                </a:lnTo>
                <a:lnTo>
                  <a:pt x="134244" y="113145"/>
                </a:lnTo>
                <a:close/>
                <a:moveTo>
                  <a:pt x="265123" y="42914"/>
                </a:moveTo>
                <a:lnTo>
                  <a:pt x="265123" y="66359"/>
                </a:lnTo>
                <a:lnTo>
                  <a:pt x="245027" y="66359"/>
                </a:lnTo>
                <a:lnTo>
                  <a:pt x="245027" y="111157"/>
                </a:lnTo>
                <a:cubicBezTo>
                  <a:pt x="245027" y="120228"/>
                  <a:pt x="245219" y="125514"/>
                  <a:pt x="245602" y="127014"/>
                </a:cubicBezTo>
                <a:cubicBezTo>
                  <a:pt x="245986" y="128514"/>
                  <a:pt x="246858" y="129753"/>
                  <a:pt x="248219" y="130730"/>
                </a:cubicBezTo>
                <a:cubicBezTo>
                  <a:pt x="249580" y="131706"/>
                  <a:pt x="251237" y="132195"/>
                  <a:pt x="253191" y="132195"/>
                </a:cubicBezTo>
                <a:cubicBezTo>
                  <a:pt x="255912" y="132195"/>
                  <a:pt x="259855" y="131253"/>
                  <a:pt x="265018" y="129369"/>
                </a:cubicBezTo>
                <a:lnTo>
                  <a:pt x="267530" y="152186"/>
                </a:lnTo>
                <a:cubicBezTo>
                  <a:pt x="260692" y="155117"/>
                  <a:pt x="252946" y="156582"/>
                  <a:pt x="244294" y="156582"/>
                </a:cubicBezTo>
                <a:cubicBezTo>
                  <a:pt x="238991" y="156582"/>
                  <a:pt x="234211" y="155693"/>
                  <a:pt x="229955" y="153913"/>
                </a:cubicBezTo>
                <a:cubicBezTo>
                  <a:pt x="225698" y="152134"/>
                  <a:pt x="222575" y="149831"/>
                  <a:pt x="220587" y="147005"/>
                </a:cubicBezTo>
                <a:cubicBezTo>
                  <a:pt x="218598" y="144179"/>
                  <a:pt x="217220" y="140359"/>
                  <a:pt x="216452" y="135544"/>
                </a:cubicBezTo>
                <a:cubicBezTo>
                  <a:pt x="215824" y="132125"/>
                  <a:pt x="215510" y="125217"/>
                  <a:pt x="215510" y="114820"/>
                </a:cubicBezTo>
                <a:lnTo>
                  <a:pt x="215510" y="66359"/>
                </a:lnTo>
                <a:lnTo>
                  <a:pt x="202008" y="66359"/>
                </a:lnTo>
                <a:lnTo>
                  <a:pt x="202008" y="42914"/>
                </a:lnTo>
                <a:lnTo>
                  <a:pt x="215510" y="42914"/>
                </a:lnTo>
                <a:lnTo>
                  <a:pt x="215510" y="20829"/>
                </a:lnTo>
                <a:lnTo>
                  <a:pt x="245027" y="3663"/>
                </a:lnTo>
                <a:lnTo>
                  <a:pt x="245027" y="42914"/>
                </a:lnTo>
                <a:lnTo>
                  <a:pt x="265123" y="42914"/>
                </a:lnTo>
                <a:close/>
                <a:moveTo>
                  <a:pt x="363860" y="154070"/>
                </a:moveTo>
                <a:lnTo>
                  <a:pt x="363860" y="137428"/>
                </a:lnTo>
                <a:cubicBezTo>
                  <a:pt x="359813" y="143359"/>
                  <a:pt x="354492" y="148035"/>
                  <a:pt x="347898" y="151454"/>
                </a:cubicBezTo>
                <a:cubicBezTo>
                  <a:pt x="341304" y="154873"/>
                  <a:pt x="334344" y="156582"/>
                  <a:pt x="327017" y="156582"/>
                </a:cubicBezTo>
                <a:cubicBezTo>
                  <a:pt x="319551" y="156582"/>
                  <a:pt x="312852" y="154943"/>
                  <a:pt x="306921" y="151663"/>
                </a:cubicBezTo>
                <a:cubicBezTo>
                  <a:pt x="300990" y="148383"/>
                  <a:pt x="296698" y="143778"/>
                  <a:pt x="294047" y="137847"/>
                </a:cubicBezTo>
                <a:cubicBezTo>
                  <a:pt x="291395" y="131916"/>
                  <a:pt x="290069" y="123717"/>
                  <a:pt x="290069" y="113250"/>
                </a:cubicBezTo>
                <a:lnTo>
                  <a:pt x="290069" y="42914"/>
                </a:lnTo>
                <a:lnTo>
                  <a:pt x="319481" y="42914"/>
                </a:lnTo>
                <a:lnTo>
                  <a:pt x="319481" y="93991"/>
                </a:lnTo>
                <a:cubicBezTo>
                  <a:pt x="319481" y="109622"/>
                  <a:pt x="320022" y="119199"/>
                  <a:pt x="321103" y="122723"/>
                </a:cubicBezTo>
                <a:cubicBezTo>
                  <a:pt x="322185" y="126246"/>
                  <a:pt x="324156" y="129037"/>
                  <a:pt x="327017" y="131096"/>
                </a:cubicBezTo>
                <a:cubicBezTo>
                  <a:pt x="329878" y="133154"/>
                  <a:pt x="333506" y="134184"/>
                  <a:pt x="337902" y="134184"/>
                </a:cubicBezTo>
                <a:cubicBezTo>
                  <a:pt x="342926" y="134184"/>
                  <a:pt x="347427" y="132805"/>
                  <a:pt x="351404" y="130049"/>
                </a:cubicBezTo>
                <a:cubicBezTo>
                  <a:pt x="355382" y="127293"/>
                  <a:pt x="358103" y="123874"/>
                  <a:pt x="359568" y="119792"/>
                </a:cubicBezTo>
                <a:cubicBezTo>
                  <a:pt x="361034" y="115710"/>
                  <a:pt x="361766" y="105714"/>
                  <a:pt x="361766" y="89805"/>
                </a:cubicBezTo>
                <a:lnTo>
                  <a:pt x="361766" y="42914"/>
                </a:lnTo>
                <a:lnTo>
                  <a:pt x="391178" y="42914"/>
                </a:lnTo>
                <a:lnTo>
                  <a:pt x="391178" y="154070"/>
                </a:lnTo>
                <a:lnTo>
                  <a:pt x="363860" y="154070"/>
                </a:lnTo>
                <a:close/>
                <a:moveTo>
                  <a:pt x="529660" y="154070"/>
                </a:moveTo>
                <a:lnTo>
                  <a:pt x="500248" y="154070"/>
                </a:lnTo>
                <a:lnTo>
                  <a:pt x="500248" y="97341"/>
                </a:lnTo>
                <a:cubicBezTo>
                  <a:pt x="500248" y="85339"/>
                  <a:pt x="499620" y="77576"/>
                  <a:pt x="498364" y="74052"/>
                </a:cubicBezTo>
                <a:cubicBezTo>
                  <a:pt x="497108" y="70528"/>
                  <a:pt x="495067" y="67790"/>
                  <a:pt x="492241" y="65836"/>
                </a:cubicBezTo>
                <a:cubicBezTo>
                  <a:pt x="489415" y="63882"/>
                  <a:pt x="486014" y="62905"/>
                  <a:pt x="482036" y="62905"/>
                </a:cubicBezTo>
                <a:cubicBezTo>
                  <a:pt x="476942" y="62905"/>
                  <a:pt x="472372" y="64301"/>
                  <a:pt x="468325" y="67092"/>
                </a:cubicBezTo>
                <a:cubicBezTo>
                  <a:pt x="464278" y="69883"/>
                  <a:pt x="461504" y="73581"/>
                  <a:pt x="460004" y="78187"/>
                </a:cubicBezTo>
                <a:cubicBezTo>
                  <a:pt x="458503" y="82792"/>
                  <a:pt x="457753" y="91305"/>
                  <a:pt x="457753" y="103725"/>
                </a:cubicBezTo>
                <a:lnTo>
                  <a:pt x="457753" y="154070"/>
                </a:lnTo>
                <a:lnTo>
                  <a:pt x="428342" y="154070"/>
                </a:lnTo>
                <a:lnTo>
                  <a:pt x="428342" y="42914"/>
                </a:lnTo>
                <a:lnTo>
                  <a:pt x="455660" y="42914"/>
                </a:lnTo>
                <a:lnTo>
                  <a:pt x="455660" y="59242"/>
                </a:lnTo>
                <a:cubicBezTo>
                  <a:pt x="465359" y="46682"/>
                  <a:pt x="477570" y="40402"/>
                  <a:pt x="492294" y="40402"/>
                </a:cubicBezTo>
                <a:cubicBezTo>
                  <a:pt x="498783" y="40402"/>
                  <a:pt x="504714" y="41570"/>
                  <a:pt x="510087" y="43908"/>
                </a:cubicBezTo>
                <a:cubicBezTo>
                  <a:pt x="515460" y="46246"/>
                  <a:pt x="519525" y="49229"/>
                  <a:pt x="522281" y="52857"/>
                </a:cubicBezTo>
                <a:cubicBezTo>
                  <a:pt x="525037" y="56485"/>
                  <a:pt x="526956" y="60602"/>
                  <a:pt x="528037" y="65208"/>
                </a:cubicBezTo>
                <a:cubicBezTo>
                  <a:pt x="529119" y="69813"/>
                  <a:pt x="529660" y="76407"/>
                  <a:pt x="529660" y="84990"/>
                </a:cubicBezTo>
                <a:lnTo>
                  <a:pt x="529660" y="154070"/>
                </a:lnTo>
                <a:close/>
                <a:moveTo>
                  <a:pt x="566406" y="27842"/>
                </a:moveTo>
                <a:lnTo>
                  <a:pt x="566406" y="628"/>
                </a:lnTo>
                <a:lnTo>
                  <a:pt x="595817" y="628"/>
                </a:lnTo>
                <a:lnTo>
                  <a:pt x="595817" y="27842"/>
                </a:lnTo>
                <a:lnTo>
                  <a:pt x="566406" y="27842"/>
                </a:lnTo>
                <a:moveTo>
                  <a:pt x="566406" y="154070"/>
                </a:moveTo>
                <a:lnTo>
                  <a:pt x="566406" y="42914"/>
                </a:lnTo>
                <a:lnTo>
                  <a:pt x="595817" y="42914"/>
                </a:lnTo>
                <a:lnTo>
                  <a:pt x="595817" y="154070"/>
                </a:lnTo>
                <a:lnTo>
                  <a:pt x="566406" y="154070"/>
                </a:lnTo>
                <a:close/>
                <a:moveTo>
                  <a:pt x="728842" y="154070"/>
                </a:moveTo>
                <a:lnTo>
                  <a:pt x="699431" y="154070"/>
                </a:lnTo>
                <a:lnTo>
                  <a:pt x="699431" y="97341"/>
                </a:lnTo>
                <a:cubicBezTo>
                  <a:pt x="699431" y="85339"/>
                  <a:pt x="698803" y="77576"/>
                  <a:pt x="697547" y="74052"/>
                </a:cubicBezTo>
                <a:cubicBezTo>
                  <a:pt x="696291" y="70528"/>
                  <a:pt x="694250" y="67790"/>
                  <a:pt x="691424" y="65836"/>
                </a:cubicBezTo>
                <a:cubicBezTo>
                  <a:pt x="688598" y="63882"/>
                  <a:pt x="685196" y="62905"/>
                  <a:pt x="681219" y="62905"/>
                </a:cubicBezTo>
                <a:cubicBezTo>
                  <a:pt x="676125" y="62905"/>
                  <a:pt x="671554" y="64301"/>
                  <a:pt x="667507" y="67092"/>
                </a:cubicBezTo>
                <a:cubicBezTo>
                  <a:pt x="663460" y="69883"/>
                  <a:pt x="660687" y="73581"/>
                  <a:pt x="659186" y="78187"/>
                </a:cubicBezTo>
                <a:cubicBezTo>
                  <a:pt x="657686" y="82792"/>
                  <a:pt x="656936" y="91305"/>
                  <a:pt x="656936" y="103725"/>
                </a:cubicBezTo>
                <a:lnTo>
                  <a:pt x="656936" y="154070"/>
                </a:lnTo>
                <a:lnTo>
                  <a:pt x="627524" y="154070"/>
                </a:lnTo>
                <a:lnTo>
                  <a:pt x="627524" y="42914"/>
                </a:lnTo>
                <a:lnTo>
                  <a:pt x="654843" y="42914"/>
                </a:lnTo>
                <a:lnTo>
                  <a:pt x="654843" y="59242"/>
                </a:lnTo>
                <a:cubicBezTo>
                  <a:pt x="664542" y="46682"/>
                  <a:pt x="676753" y="40402"/>
                  <a:pt x="691476" y="40402"/>
                </a:cubicBezTo>
                <a:cubicBezTo>
                  <a:pt x="697966" y="40402"/>
                  <a:pt x="703897" y="41570"/>
                  <a:pt x="709270" y="43908"/>
                </a:cubicBezTo>
                <a:cubicBezTo>
                  <a:pt x="714643" y="46246"/>
                  <a:pt x="718707" y="49229"/>
                  <a:pt x="721463" y="52857"/>
                </a:cubicBezTo>
                <a:cubicBezTo>
                  <a:pt x="724220" y="56485"/>
                  <a:pt x="726139" y="60602"/>
                  <a:pt x="727220" y="65208"/>
                </a:cubicBezTo>
                <a:cubicBezTo>
                  <a:pt x="728302" y="69813"/>
                  <a:pt x="728842" y="76407"/>
                  <a:pt x="728842" y="84990"/>
                </a:cubicBezTo>
                <a:lnTo>
                  <a:pt x="728842" y="154070"/>
                </a:lnTo>
                <a:close/>
                <a:moveTo>
                  <a:pt x="762866" y="161397"/>
                </a:moveTo>
                <a:lnTo>
                  <a:pt x="796464" y="165479"/>
                </a:lnTo>
                <a:cubicBezTo>
                  <a:pt x="797023" y="169387"/>
                  <a:pt x="798314" y="172073"/>
                  <a:pt x="800337" y="173539"/>
                </a:cubicBezTo>
                <a:cubicBezTo>
                  <a:pt x="803128" y="175632"/>
                  <a:pt x="807524" y="176679"/>
                  <a:pt x="813525" y="176679"/>
                </a:cubicBezTo>
                <a:cubicBezTo>
                  <a:pt x="821201" y="176679"/>
                  <a:pt x="826957" y="175527"/>
                  <a:pt x="830795" y="173225"/>
                </a:cubicBezTo>
                <a:cubicBezTo>
                  <a:pt x="833377" y="171689"/>
                  <a:pt x="835331" y="169212"/>
                  <a:pt x="836657" y="165793"/>
                </a:cubicBezTo>
                <a:cubicBezTo>
                  <a:pt x="837564" y="163351"/>
                  <a:pt x="838017" y="158850"/>
                  <a:pt x="838017" y="152291"/>
                </a:cubicBezTo>
                <a:lnTo>
                  <a:pt x="838017" y="136068"/>
                </a:lnTo>
                <a:cubicBezTo>
                  <a:pt x="829225" y="148069"/>
                  <a:pt x="818131" y="154070"/>
                  <a:pt x="804733" y="154070"/>
                </a:cubicBezTo>
                <a:cubicBezTo>
                  <a:pt x="789801" y="154070"/>
                  <a:pt x="777973" y="147755"/>
                  <a:pt x="769251" y="135126"/>
                </a:cubicBezTo>
                <a:cubicBezTo>
                  <a:pt x="762413" y="125147"/>
                  <a:pt x="758993" y="112727"/>
                  <a:pt x="758993" y="97864"/>
                </a:cubicBezTo>
                <a:cubicBezTo>
                  <a:pt x="758993" y="79233"/>
                  <a:pt x="763477" y="64998"/>
                  <a:pt x="772443" y="55160"/>
                </a:cubicBezTo>
                <a:cubicBezTo>
                  <a:pt x="781410" y="45321"/>
                  <a:pt x="792557" y="40402"/>
                  <a:pt x="805884" y="40402"/>
                </a:cubicBezTo>
                <a:cubicBezTo>
                  <a:pt x="819631" y="40402"/>
                  <a:pt x="830970" y="46437"/>
                  <a:pt x="839901" y="58509"/>
                </a:cubicBezTo>
                <a:lnTo>
                  <a:pt x="839901" y="42914"/>
                </a:lnTo>
                <a:lnTo>
                  <a:pt x="867429" y="42914"/>
                </a:lnTo>
                <a:lnTo>
                  <a:pt x="867429" y="142662"/>
                </a:lnTo>
                <a:cubicBezTo>
                  <a:pt x="867429" y="155780"/>
                  <a:pt x="866347" y="165584"/>
                  <a:pt x="864184" y="172073"/>
                </a:cubicBezTo>
                <a:cubicBezTo>
                  <a:pt x="862021" y="178563"/>
                  <a:pt x="858986" y="183656"/>
                  <a:pt x="855078" y="187355"/>
                </a:cubicBezTo>
                <a:cubicBezTo>
                  <a:pt x="851171" y="191053"/>
                  <a:pt x="845955" y="193949"/>
                  <a:pt x="839430" y="196042"/>
                </a:cubicBezTo>
                <a:cubicBezTo>
                  <a:pt x="832906" y="198135"/>
                  <a:pt x="824655" y="199182"/>
                  <a:pt x="814677" y="199182"/>
                </a:cubicBezTo>
                <a:cubicBezTo>
                  <a:pt x="795836" y="199182"/>
                  <a:pt x="782474" y="195955"/>
                  <a:pt x="774589" y="189500"/>
                </a:cubicBezTo>
                <a:cubicBezTo>
                  <a:pt x="766704" y="183046"/>
                  <a:pt x="762762" y="174864"/>
                  <a:pt x="762762" y="164956"/>
                </a:cubicBezTo>
                <a:cubicBezTo>
                  <a:pt x="762762" y="163979"/>
                  <a:pt x="762796" y="162793"/>
                  <a:pt x="762866" y="161397"/>
                </a:cubicBezTo>
                <a:moveTo>
                  <a:pt x="789138" y="96189"/>
                </a:moveTo>
                <a:cubicBezTo>
                  <a:pt x="789138" y="107982"/>
                  <a:pt x="791423" y="116617"/>
                  <a:pt x="795993" y="122095"/>
                </a:cubicBezTo>
                <a:cubicBezTo>
                  <a:pt x="800564" y="127572"/>
                  <a:pt x="806198" y="130311"/>
                  <a:pt x="812897" y="130311"/>
                </a:cubicBezTo>
                <a:cubicBezTo>
                  <a:pt x="820084" y="130311"/>
                  <a:pt x="826155" y="127502"/>
                  <a:pt x="831109" y="121885"/>
                </a:cubicBezTo>
                <a:cubicBezTo>
                  <a:pt x="836064" y="116268"/>
                  <a:pt x="838541" y="107947"/>
                  <a:pt x="838541" y="96922"/>
                </a:cubicBezTo>
                <a:cubicBezTo>
                  <a:pt x="838541" y="85409"/>
                  <a:pt x="836168" y="76861"/>
                  <a:pt x="831423" y="71278"/>
                </a:cubicBezTo>
                <a:cubicBezTo>
                  <a:pt x="826678" y="65696"/>
                  <a:pt x="820677" y="62905"/>
                  <a:pt x="813421" y="62905"/>
                </a:cubicBezTo>
                <a:cubicBezTo>
                  <a:pt x="806373" y="62905"/>
                  <a:pt x="800564" y="65644"/>
                  <a:pt x="795993" y="71121"/>
                </a:cubicBezTo>
                <a:cubicBezTo>
                  <a:pt x="791423" y="76599"/>
                  <a:pt x="789138" y="84955"/>
                  <a:pt x="789138" y="96189"/>
                </a:cubicBezTo>
                <a:close/>
                <a:moveTo>
                  <a:pt x="979899" y="154070"/>
                </a:moveTo>
                <a:lnTo>
                  <a:pt x="935101" y="42914"/>
                </a:lnTo>
                <a:lnTo>
                  <a:pt x="965978" y="42914"/>
                </a:lnTo>
                <a:lnTo>
                  <a:pt x="986912" y="99643"/>
                </a:lnTo>
                <a:lnTo>
                  <a:pt x="992982" y="118588"/>
                </a:lnTo>
                <a:cubicBezTo>
                  <a:pt x="994587" y="113773"/>
                  <a:pt x="995599" y="110599"/>
                  <a:pt x="996018" y="109063"/>
                </a:cubicBezTo>
                <a:cubicBezTo>
                  <a:pt x="996994" y="105923"/>
                  <a:pt x="998041" y="102783"/>
                  <a:pt x="999158" y="99643"/>
                </a:cubicBezTo>
                <a:lnTo>
                  <a:pt x="1020300" y="42914"/>
                </a:lnTo>
                <a:lnTo>
                  <a:pt x="1050549" y="42914"/>
                </a:lnTo>
                <a:lnTo>
                  <a:pt x="1006380" y="154070"/>
                </a:lnTo>
                <a:lnTo>
                  <a:pt x="979899" y="154070"/>
                </a:lnTo>
                <a:close/>
                <a:moveTo>
                  <a:pt x="1164805" y="126752"/>
                </a:moveTo>
                <a:lnTo>
                  <a:pt x="1164805" y="154070"/>
                </a:lnTo>
                <a:lnTo>
                  <a:pt x="1061708" y="154070"/>
                </a:lnTo>
                <a:cubicBezTo>
                  <a:pt x="1062824" y="143743"/>
                  <a:pt x="1066174" y="133957"/>
                  <a:pt x="1071756" y="124711"/>
                </a:cubicBezTo>
                <a:cubicBezTo>
                  <a:pt x="1077338" y="115466"/>
                  <a:pt x="1088363" y="103202"/>
                  <a:pt x="1104831" y="87921"/>
                </a:cubicBezTo>
                <a:cubicBezTo>
                  <a:pt x="1118089" y="75570"/>
                  <a:pt x="1126218" y="67196"/>
                  <a:pt x="1129218" y="62800"/>
                </a:cubicBezTo>
                <a:cubicBezTo>
                  <a:pt x="1133266" y="56730"/>
                  <a:pt x="1135289" y="50729"/>
                  <a:pt x="1135289" y="44798"/>
                </a:cubicBezTo>
                <a:cubicBezTo>
                  <a:pt x="1135289" y="38238"/>
                  <a:pt x="1133527" y="33197"/>
                  <a:pt x="1130003" y="29673"/>
                </a:cubicBezTo>
                <a:cubicBezTo>
                  <a:pt x="1126480" y="26149"/>
                  <a:pt x="1121613" y="24387"/>
                  <a:pt x="1115402" y="24387"/>
                </a:cubicBezTo>
                <a:cubicBezTo>
                  <a:pt x="1109262" y="24387"/>
                  <a:pt x="1104377" y="26237"/>
                  <a:pt x="1100749" y="29935"/>
                </a:cubicBezTo>
                <a:cubicBezTo>
                  <a:pt x="1097120" y="33633"/>
                  <a:pt x="1095027" y="39774"/>
                  <a:pt x="1094469" y="48356"/>
                </a:cubicBezTo>
                <a:lnTo>
                  <a:pt x="1065162" y="45426"/>
                </a:lnTo>
                <a:cubicBezTo>
                  <a:pt x="1066906" y="29237"/>
                  <a:pt x="1072384" y="17619"/>
                  <a:pt x="1081595" y="10571"/>
                </a:cubicBezTo>
                <a:cubicBezTo>
                  <a:pt x="1090806" y="3524"/>
                  <a:pt x="1102319" y="0"/>
                  <a:pt x="1116135" y="0"/>
                </a:cubicBezTo>
                <a:cubicBezTo>
                  <a:pt x="1131277" y="0"/>
                  <a:pt x="1143174" y="4082"/>
                  <a:pt x="1151827" y="12246"/>
                </a:cubicBezTo>
                <a:cubicBezTo>
                  <a:pt x="1160479" y="20410"/>
                  <a:pt x="1164805" y="30563"/>
                  <a:pt x="1164805" y="42704"/>
                </a:cubicBezTo>
                <a:cubicBezTo>
                  <a:pt x="1164805" y="49612"/>
                  <a:pt x="1163567" y="56189"/>
                  <a:pt x="1161090" y="62434"/>
                </a:cubicBezTo>
                <a:cubicBezTo>
                  <a:pt x="1158613" y="68679"/>
                  <a:pt x="1154688" y="75221"/>
                  <a:pt x="1149315" y="82059"/>
                </a:cubicBezTo>
                <a:cubicBezTo>
                  <a:pt x="1145756" y="86595"/>
                  <a:pt x="1139336" y="93119"/>
                  <a:pt x="1130056" y="101632"/>
                </a:cubicBezTo>
                <a:cubicBezTo>
                  <a:pt x="1120775" y="110145"/>
                  <a:pt x="1114896" y="115797"/>
                  <a:pt x="1112419" y="118588"/>
                </a:cubicBezTo>
                <a:cubicBezTo>
                  <a:pt x="1109942" y="121379"/>
                  <a:pt x="1107936" y="124101"/>
                  <a:pt x="1106401" y="126752"/>
                </a:cubicBezTo>
                <a:lnTo>
                  <a:pt x="1164805" y="126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…">
            <a:extLst xmlns:a="http://schemas.openxmlformats.org/drawingml/2006/main">
              <a:ext uri="{FF2B5EF4-FFF2-40B4-BE49-F238E27FC236}">
                <a16:creationId xmlns:a16="http://schemas.microsoft.com/office/drawing/2014/main" id="{D4A6D595-04F6-4BFB-88FE-B9FF37CB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77" y="1692993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…">
            <a:extLst xmlns:a="http://schemas.openxmlformats.org/drawingml/2006/main">
              <a:ext uri="{FF2B5EF4-FFF2-40B4-BE49-F238E27FC236}">
                <a16:creationId xmlns:a16="http://schemas.microsoft.com/office/drawing/2014/main" id="{EA952A96-A411-4D5C-835D-1A25A776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816" y="1692993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…">
            <a:extLst xmlns:a="http://schemas.openxmlformats.org/drawingml/2006/main">
              <a:ext uri="{FF2B5EF4-FFF2-40B4-BE49-F238E27FC236}">
                <a16:creationId xmlns:a16="http://schemas.microsoft.com/office/drawing/2014/main" id="{16FEF497-15DE-44A9-9673-58D7569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440" y="1708304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…">
            <a:extLst xmlns:a="http://schemas.openxmlformats.org/drawingml/2006/main">
              <a:ext uri="{FF2B5EF4-FFF2-40B4-BE49-F238E27FC236}">
                <a16:creationId xmlns:a16="http://schemas.microsoft.com/office/drawing/2014/main" id="{D1094E8A-3988-4188-BCA1-FA782E81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587" y="1692993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…">
            <a:extLst xmlns:a="http://schemas.openxmlformats.org/drawingml/2006/main">
              <a:ext uri="{FF2B5EF4-FFF2-40B4-BE49-F238E27FC236}">
                <a16:creationId xmlns:a16="http://schemas.microsoft.com/office/drawing/2014/main" id="{416467AC-527B-4315-AE31-2147E997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238" y="1692993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…">
            <a:extLst xmlns:a="http://schemas.openxmlformats.org/drawingml/2006/main">
              <a:ext uri="{FF2B5EF4-FFF2-40B4-BE49-F238E27FC236}">
                <a16:creationId xmlns:a16="http://schemas.microsoft.com/office/drawing/2014/main" id="{4DF03894-67F5-4C0A-B399-FA82A336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230" y="1692993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…">
            <a:extLst xmlns:a="http://schemas.openxmlformats.org/drawingml/2006/main">
              <a:ext uri="{FF2B5EF4-FFF2-40B4-BE49-F238E27FC236}">
                <a16:creationId xmlns:a16="http://schemas.microsoft.com/office/drawing/2014/main" id="{986E43FE-3318-4E9F-A28C-229EEBCD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565" y="1692993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3ED6F-421A-4777-9032-55A58227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113" y="533817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D2CBE-C250-4BB5-AF64-6540413E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113" y="916600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4B12B-FFBD-4A8D-AB49-2C4D081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64" y="533817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A8DA5-798C-452C-B773-826745A0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64" y="916600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39168-C754-4754-9C9B-59816511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938" y="533817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2FBF0-94DD-4790-8E49-689A8DFA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938" y="916600"/>
            <a:ext cx="811501" cy="260293"/>
          </a:xfrm>
          <a:custGeom xmlns:a="http://schemas.openxmlformats.org/drawingml/2006/main">
            <a:pathLst>
              <a:path w="811501" h="260293">
                <a:moveTo>
                  <a:pt x="0" y="0"/>
                </a:moveTo>
                <a:lnTo>
                  <a:pt x="811501" y="0"/>
                </a:lnTo>
                <a:lnTo>
                  <a:pt x="811501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92C1C-3848-40DB-B2B7-EE7550A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0" y="924256"/>
            <a:ext cx="1316775" cy="260293"/>
          </a:xfrm>
          <a:custGeom xmlns:a="http://schemas.openxmlformats.org/drawingml/2006/main">
            <a:pathLst>
              <a:path w="1316775" h="260293">
                <a:moveTo>
                  <a:pt x="0" y="0"/>
                </a:moveTo>
                <a:lnTo>
                  <a:pt x="1316775" y="0"/>
                </a:lnTo>
                <a:lnTo>
                  <a:pt x="1316775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19829-B637-4FAE-B337-C12A3FA3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1" y="924256"/>
            <a:ext cx="1316775" cy="260293"/>
          </a:xfrm>
          <a:custGeom xmlns:a="http://schemas.openxmlformats.org/drawingml/2006/main">
            <a:pathLst>
              <a:path w="1316775" h="260293" fill="none">
                <a:moveTo>
                  <a:pt x="0" y="0"/>
                </a:moveTo>
                <a:lnTo>
                  <a:pt x="1316775" y="0"/>
                </a:lnTo>
                <a:lnTo>
                  <a:pt x="1316775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39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459A6-A9D4-452B-B451-25F60DA0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0" y="1322351"/>
            <a:ext cx="1316775" cy="260293"/>
          </a:xfrm>
          <a:custGeom xmlns:a="http://schemas.openxmlformats.org/drawingml/2006/main">
            <a:pathLst>
              <a:path w="1316775" h="260293">
                <a:moveTo>
                  <a:pt x="0" y="0"/>
                </a:moveTo>
                <a:lnTo>
                  <a:pt x="1316775" y="0"/>
                </a:lnTo>
                <a:lnTo>
                  <a:pt x="1316775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613ED-7740-49BD-92CE-D441761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1" y="1322351"/>
            <a:ext cx="1316775" cy="260293"/>
          </a:xfrm>
          <a:custGeom xmlns:a="http://schemas.openxmlformats.org/drawingml/2006/main">
            <a:pathLst>
              <a:path w="1316775" h="260293" fill="none">
                <a:moveTo>
                  <a:pt x="0" y="0"/>
                </a:moveTo>
                <a:lnTo>
                  <a:pt x="1316775" y="0"/>
                </a:lnTo>
                <a:lnTo>
                  <a:pt x="1316775" y="260293"/>
                </a:lnTo>
                <a:lnTo>
                  <a:pt x="0" y="2602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39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82" name="Text Attention">
            <a:extLst xmlns:a="http://schemas.openxmlformats.org/drawingml/2006/main">
              <a:ext uri="{FF2B5EF4-FFF2-40B4-BE49-F238E27FC236}">
                <a16:creationId xmlns:a16="http://schemas.microsoft.com/office/drawing/2014/main" id="{2E8A3B06-C362-4E0F-96E5-DF62B508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805" y="2493339"/>
            <a:ext cx="958797" cy="155954"/>
          </a:xfrm>
          <a:custGeom xmlns:a="http://schemas.openxmlformats.org/drawingml/2006/main">
            <a:pathLst>
              <a:path w="958797" h="155954">
                <a:moveTo>
                  <a:pt x="153966" y="153442"/>
                </a:moveTo>
                <a:lnTo>
                  <a:pt x="120263" y="153442"/>
                </a:lnTo>
                <a:lnTo>
                  <a:pt x="106865" y="118588"/>
                </a:lnTo>
                <a:lnTo>
                  <a:pt x="45530" y="118588"/>
                </a:lnTo>
                <a:lnTo>
                  <a:pt x="32866" y="153442"/>
                </a:lnTo>
                <a:lnTo>
                  <a:pt x="0" y="153442"/>
                </a:lnTo>
                <a:lnTo>
                  <a:pt x="59765" y="0"/>
                </a:lnTo>
                <a:lnTo>
                  <a:pt x="92526" y="0"/>
                </a:lnTo>
                <a:lnTo>
                  <a:pt x="153966" y="153442"/>
                </a:lnTo>
                <a:moveTo>
                  <a:pt x="96922" y="92735"/>
                </a:moveTo>
                <a:lnTo>
                  <a:pt x="75779" y="35796"/>
                </a:lnTo>
                <a:lnTo>
                  <a:pt x="55055" y="92735"/>
                </a:lnTo>
                <a:lnTo>
                  <a:pt x="96922" y="92735"/>
                </a:lnTo>
                <a:close/>
                <a:moveTo>
                  <a:pt x="219475" y="42286"/>
                </a:moveTo>
                <a:lnTo>
                  <a:pt x="219475" y="65731"/>
                </a:lnTo>
                <a:lnTo>
                  <a:pt x="199379" y="65731"/>
                </a:lnTo>
                <a:lnTo>
                  <a:pt x="199379" y="110529"/>
                </a:lnTo>
                <a:cubicBezTo>
                  <a:pt x="199379" y="119600"/>
                  <a:pt x="199571" y="124886"/>
                  <a:pt x="199955" y="126386"/>
                </a:cubicBezTo>
                <a:cubicBezTo>
                  <a:pt x="200339" y="127886"/>
                  <a:pt x="201211" y="129125"/>
                  <a:pt x="202572" y="130102"/>
                </a:cubicBezTo>
                <a:cubicBezTo>
                  <a:pt x="203932" y="131078"/>
                  <a:pt x="205590" y="131567"/>
                  <a:pt x="207543" y="131567"/>
                </a:cubicBezTo>
                <a:cubicBezTo>
                  <a:pt x="210265" y="131567"/>
                  <a:pt x="214207" y="130625"/>
                  <a:pt x="219371" y="128741"/>
                </a:cubicBezTo>
                <a:lnTo>
                  <a:pt x="221883" y="151558"/>
                </a:lnTo>
                <a:cubicBezTo>
                  <a:pt x="215044" y="154489"/>
                  <a:pt x="207299" y="155954"/>
                  <a:pt x="198647" y="155954"/>
                </a:cubicBezTo>
                <a:cubicBezTo>
                  <a:pt x="193343" y="155954"/>
                  <a:pt x="188564" y="155065"/>
                  <a:pt x="184307" y="153285"/>
                </a:cubicBezTo>
                <a:cubicBezTo>
                  <a:pt x="180051" y="151506"/>
                  <a:pt x="176928" y="149203"/>
                  <a:pt x="174939" y="146377"/>
                </a:cubicBezTo>
                <a:cubicBezTo>
                  <a:pt x="172951" y="143551"/>
                  <a:pt x="171573" y="139731"/>
                  <a:pt x="170805" y="134916"/>
                </a:cubicBezTo>
                <a:cubicBezTo>
                  <a:pt x="170177" y="131497"/>
                  <a:pt x="169863" y="124589"/>
                  <a:pt x="169863" y="114192"/>
                </a:cubicBezTo>
                <a:lnTo>
                  <a:pt x="169863" y="65731"/>
                </a:lnTo>
                <a:lnTo>
                  <a:pt x="156361" y="65731"/>
                </a:lnTo>
                <a:lnTo>
                  <a:pt x="156361" y="42286"/>
                </a:lnTo>
                <a:lnTo>
                  <a:pt x="169863" y="42286"/>
                </a:lnTo>
                <a:lnTo>
                  <a:pt x="169863" y="20201"/>
                </a:lnTo>
                <a:lnTo>
                  <a:pt x="199379" y="3035"/>
                </a:lnTo>
                <a:lnTo>
                  <a:pt x="199379" y="42286"/>
                </a:lnTo>
                <a:lnTo>
                  <a:pt x="219475" y="42286"/>
                </a:lnTo>
                <a:close/>
                <a:moveTo>
                  <a:pt x="296066" y="42286"/>
                </a:moveTo>
                <a:lnTo>
                  <a:pt x="296066" y="65731"/>
                </a:lnTo>
                <a:lnTo>
                  <a:pt x="275970" y="65731"/>
                </a:lnTo>
                <a:lnTo>
                  <a:pt x="275970" y="110529"/>
                </a:lnTo>
                <a:cubicBezTo>
                  <a:pt x="275970" y="119600"/>
                  <a:pt x="276162" y="124886"/>
                  <a:pt x="276545" y="126386"/>
                </a:cubicBezTo>
                <a:cubicBezTo>
                  <a:pt x="276929" y="127886"/>
                  <a:pt x="277801" y="129125"/>
                  <a:pt x="279162" y="130102"/>
                </a:cubicBezTo>
                <a:cubicBezTo>
                  <a:pt x="280523" y="131078"/>
                  <a:pt x="282180" y="131567"/>
                  <a:pt x="284134" y="131567"/>
                </a:cubicBezTo>
                <a:cubicBezTo>
                  <a:pt x="286855" y="131567"/>
                  <a:pt x="290798" y="130625"/>
                  <a:pt x="295961" y="128741"/>
                </a:cubicBezTo>
                <a:lnTo>
                  <a:pt x="298473" y="151558"/>
                </a:lnTo>
                <a:cubicBezTo>
                  <a:pt x="291635" y="154489"/>
                  <a:pt x="283890" y="155954"/>
                  <a:pt x="275237" y="155954"/>
                </a:cubicBezTo>
                <a:cubicBezTo>
                  <a:pt x="269934" y="155954"/>
                  <a:pt x="265154" y="155065"/>
                  <a:pt x="260898" y="153285"/>
                </a:cubicBezTo>
                <a:cubicBezTo>
                  <a:pt x="256641" y="151506"/>
                  <a:pt x="253519" y="149203"/>
                  <a:pt x="251530" y="146377"/>
                </a:cubicBezTo>
                <a:cubicBezTo>
                  <a:pt x="249541" y="143551"/>
                  <a:pt x="248163" y="139731"/>
                  <a:pt x="247395" y="134916"/>
                </a:cubicBezTo>
                <a:cubicBezTo>
                  <a:pt x="246767" y="131497"/>
                  <a:pt x="246453" y="124589"/>
                  <a:pt x="246453" y="114192"/>
                </a:cubicBezTo>
                <a:lnTo>
                  <a:pt x="246453" y="65731"/>
                </a:lnTo>
                <a:lnTo>
                  <a:pt x="232951" y="65731"/>
                </a:lnTo>
                <a:lnTo>
                  <a:pt x="232951" y="42286"/>
                </a:lnTo>
                <a:lnTo>
                  <a:pt x="246453" y="42286"/>
                </a:lnTo>
                <a:lnTo>
                  <a:pt x="246453" y="20201"/>
                </a:lnTo>
                <a:lnTo>
                  <a:pt x="275970" y="3035"/>
                </a:lnTo>
                <a:lnTo>
                  <a:pt x="275970" y="42286"/>
                </a:lnTo>
                <a:lnTo>
                  <a:pt x="296066" y="42286"/>
                </a:lnTo>
                <a:close/>
                <a:moveTo>
                  <a:pt x="386054" y="118065"/>
                </a:moveTo>
                <a:lnTo>
                  <a:pt x="415361" y="122984"/>
                </a:lnTo>
                <a:cubicBezTo>
                  <a:pt x="411593" y="133730"/>
                  <a:pt x="405644" y="141912"/>
                  <a:pt x="397515" y="147529"/>
                </a:cubicBezTo>
                <a:cubicBezTo>
                  <a:pt x="389386" y="153146"/>
                  <a:pt x="379215" y="155954"/>
                  <a:pt x="367004" y="155954"/>
                </a:cubicBezTo>
                <a:cubicBezTo>
                  <a:pt x="347676" y="155954"/>
                  <a:pt x="333371" y="149639"/>
                  <a:pt x="324091" y="137010"/>
                </a:cubicBezTo>
                <a:cubicBezTo>
                  <a:pt x="316764" y="126892"/>
                  <a:pt x="313101" y="114122"/>
                  <a:pt x="313101" y="98701"/>
                </a:cubicBezTo>
                <a:cubicBezTo>
                  <a:pt x="313101" y="80280"/>
                  <a:pt x="317915" y="65853"/>
                  <a:pt x="327545" y="55421"/>
                </a:cubicBezTo>
                <a:cubicBezTo>
                  <a:pt x="337174" y="44990"/>
                  <a:pt x="349350" y="39774"/>
                  <a:pt x="364074" y="39774"/>
                </a:cubicBezTo>
                <a:cubicBezTo>
                  <a:pt x="380611" y="39774"/>
                  <a:pt x="393660" y="45234"/>
                  <a:pt x="403219" y="56154"/>
                </a:cubicBezTo>
                <a:cubicBezTo>
                  <a:pt x="412779" y="67074"/>
                  <a:pt x="417349" y="83804"/>
                  <a:pt x="416931" y="106342"/>
                </a:cubicBezTo>
                <a:lnTo>
                  <a:pt x="343245" y="106342"/>
                </a:lnTo>
                <a:cubicBezTo>
                  <a:pt x="343454" y="115064"/>
                  <a:pt x="345827" y="121850"/>
                  <a:pt x="350362" y="126700"/>
                </a:cubicBezTo>
                <a:cubicBezTo>
                  <a:pt x="354898" y="131549"/>
                  <a:pt x="360550" y="133974"/>
                  <a:pt x="367318" y="133974"/>
                </a:cubicBezTo>
                <a:cubicBezTo>
                  <a:pt x="371924" y="133974"/>
                  <a:pt x="375796" y="132718"/>
                  <a:pt x="378936" y="130206"/>
                </a:cubicBezTo>
                <a:cubicBezTo>
                  <a:pt x="382076" y="127694"/>
                  <a:pt x="384449" y="123647"/>
                  <a:pt x="386054" y="118065"/>
                </a:cubicBezTo>
                <a:moveTo>
                  <a:pt x="387728" y="88339"/>
                </a:moveTo>
                <a:cubicBezTo>
                  <a:pt x="387519" y="79826"/>
                  <a:pt x="385321" y="73354"/>
                  <a:pt x="381134" y="68923"/>
                </a:cubicBezTo>
                <a:cubicBezTo>
                  <a:pt x="376948" y="64493"/>
                  <a:pt x="371854" y="62277"/>
                  <a:pt x="365853" y="62277"/>
                </a:cubicBezTo>
                <a:cubicBezTo>
                  <a:pt x="359433" y="62277"/>
                  <a:pt x="354130" y="64615"/>
                  <a:pt x="349943" y="69290"/>
                </a:cubicBezTo>
                <a:cubicBezTo>
                  <a:pt x="345757" y="73965"/>
                  <a:pt x="343698" y="80315"/>
                  <a:pt x="343768" y="88339"/>
                </a:cubicBezTo>
                <a:lnTo>
                  <a:pt x="387728" y="88339"/>
                </a:lnTo>
                <a:close/>
                <a:moveTo>
                  <a:pt x="545255" y="153442"/>
                </a:moveTo>
                <a:lnTo>
                  <a:pt x="515844" y="153442"/>
                </a:lnTo>
                <a:lnTo>
                  <a:pt x="515844" y="96713"/>
                </a:lnTo>
                <a:cubicBezTo>
                  <a:pt x="515844" y="84711"/>
                  <a:pt x="515216" y="76948"/>
                  <a:pt x="513960" y="73424"/>
                </a:cubicBezTo>
                <a:cubicBezTo>
                  <a:pt x="512704" y="69900"/>
                  <a:pt x="510663" y="67162"/>
                  <a:pt x="507837" y="65208"/>
                </a:cubicBezTo>
                <a:cubicBezTo>
                  <a:pt x="505011" y="63254"/>
                  <a:pt x="501609" y="62277"/>
                  <a:pt x="497632" y="62277"/>
                </a:cubicBezTo>
                <a:cubicBezTo>
                  <a:pt x="492538" y="62277"/>
                  <a:pt x="487967" y="63673"/>
                  <a:pt x="483920" y="66464"/>
                </a:cubicBezTo>
                <a:cubicBezTo>
                  <a:pt x="479873" y="69255"/>
                  <a:pt x="477099" y="72953"/>
                  <a:pt x="475599" y="77559"/>
                </a:cubicBezTo>
                <a:cubicBezTo>
                  <a:pt x="474099" y="82164"/>
                  <a:pt x="473349" y="90677"/>
                  <a:pt x="473349" y="103097"/>
                </a:cubicBezTo>
                <a:lnTo>
                  <a:pt x="473349" y="153442"/>
                </a:lnTo>
                <a:lnTo>
                  <a:pt x="443937" y="153442"/>
                </a:lnTo>
                <a:lnTo>
                  <a:pt x="443937" y="42286"/>
                </a:lnTo>
                <a:lnTo>
                  <a:pt x="471255" y="42286"/>
                </a:lnTo>
                <a:lnTo>
                  <a:pt x="471255" y="58614"/>
                </a:lnTo>
                <a:cubicBezTo>
                  <a:pt x="480955" y="46054"/>
                  <a:pt x="493166" y="39774"/>
                  <a:pt x="507889" y="39774"/>
                </a:cubicBezTo>
                <a:cubicBezTo>
                  <a:pt x="514378" y="39774"/>
                  <a:pt x="520310" y="40942"/>
                  <a:pt x="525682" y="43280"/>
                </a:cubicBezTo>
                <a:cubicBezTo>
                  <a:pt x="531055" y="45618"/>
                  <a:pt x="535120" y="48601"/>
                  <a:pt x="537876" y="52229"/>
                </a:cubicBezTo>
                <a:cubicBezTo>
                  <a:pt x="540632" y="55857"/>
                  <a:pt x="542551" y="59974"/>
                  <a:pt x="543633" y="64580"/>
                </a:cubicBezTo>
                <a:cubicBezTo>
                  <a:pt x="544714" y="69185"/>
                  <a:pt x="545255" y="75779"/>
                  <a:pt x="545255" y="84362"/>
                </a:cubicBezTo>
                <a:lnTo>
                  <a:pt x="545255" y="153442"/>
                </a:lnTo>
                <a:close/>
                <a:moveTo>
                  <a:pt x="633017" y="42286"/>
                </a:moveTo>
                <a:lnTo>
                  <a:pt x="633017" y="65731"/>
                </a:lnTo>
                <a:lnTo>
                  <a:pt x="612921" y="65731"/>
                </a:lnTo>
                <a:lnTo>
                  <a:pt x="612921" y="110529"/>
                </a:lnTo>
                <a:cubicBezTo>
                  <a:pt x="612921" y="119600"/>
                  <a:pt x="613113" y="124886"/>
                  <a:pt x="613496" y="126386"/>
                </a:cubicBezTo>
                <a:cubicBezTo>
                  <a:pt x="613880" y="127886"/>
                  <a:pt x="614752" y="129125"/>
                  <a:pt x="616113" y="130102"/>
                </a:cubicBezTo>
                <a:cubicBezTo>
                  <a:pt x="617474" y="131078"/>
                  <a:pt x="619131" y="131567"/>
                  <a:pt x="621085" y="131567"/>
                </a:cubicBezTo>
                <a:cubicBezTo>
                  <a:pt x="623806" y="131567"/>
                  <a:pt x="627749" y="130625"/>
                  <a:pt x="632912" y="128741"/>
                </a:cubicBezTo>
                <a:lnTo>
                  <a:pt x="635424" y="151558"/>
                </a:lnTo>
                <a:cubicBezTo>
                  <a:pt x="628586" y="154489"/>
                  <a:pt x="620841" y="155954"/>
                  <a:pt x="612188" y="155954"/>
                </a:cubicBezTo>
                <a:cubicBezTo>
                  <a:pt x="606885" y="155954"/>
                  <a:pt x="602105" y="155065"/>
                  <a:pt x="597849" y="153285"/>
                </a:cubicBezTo>
                <a:cubicBezTo>
                  <a:pt x="593592" y="151506"/>
                  <a:pt x="590470" y="149203"/>
                  <a:pt x="588481" y="146377"/>
                </a:cubicBezTo>
                <a:cubicBezTo>
                  <a:pt x="586492" y="143551"/>
                  <a:pt x="585114" y="139731"/>
                  <a:pt x="584346" y="134916"/>
                </a:cubicBezTo>
                <a:cubicBezTo>
                  <a:pt x="583718" y="131497"/>
                  <a:pt x="583404" y="124589"/>
                  <a:pt x="583404" y="114192"/>
                </a:cubicBezTo>
                <a:lnTo>
                  <a:pt x="583404" y="65731"/>
                </a:lnTo>
                <a:lnTo>
                  <a:pt x="569902" y="65731"/>
                </a:lnTo>
                <a:lnTo>
                  <a:pt x="569902" y="42286"/>
                </a:lnTo>
                <a:lnTo>
                  <a:pt x="583404" y="42286"/>
                </a:lnTo>
                <a:lnTo>
                  <a:pt x="583404" y="20201"/>
                </a:lnTo>
                <a:lnTo>
                  <a:pt x="612921" y="3035"/>
                </a:lnTo>
                <a:lnTo>
                  <a:pt x="612921" y="42286"/>
                </a:lnTo>
                <a:lnTo>
                  <a:pt x="633017" y="42286"/>
                </a:lnTo>
                <a:close/>
                <a:moveTo>
                  <a:pt x="658634" y="27214"/>
                </a:moveTo>
                <a:lnTo>
                  <a:pt x="658634" y="0"/>
                </a:lnTo>
                <a:lnTo>
                  <a:pt x="688046" y="0"/>
                </a:lnTo>
                <a:lnTo>
                  <a:pt x="688046" y="27214"/>
                </a:lnTo>
                <a:lnTo>
                  <a:pt x="658634" y="27214"/>
                </a:lnTo>
                <a:moveTo>
                  <a:pt x="658634" y="153442"/>
                </a:moveTo>
                <a:lnTo>
                  <a:pt x="658634" y="42286"/>
                </a:lnTo>
                <a:lnTo>
                  <a:pt x="688046" y="42286"/>
                </a:lnTo>
                <a:lnTo>
                  <a:pt x="688046" y="153442"/>
                </a:lnTo>
                <a:lnTo>
                  <a:pt x="658634" y="153442"/>
                </a:lnTo>
                <a:close/>
                <a:moveTo>
                  <a:pt x="712987" y="96294"/>
                </a:moveTo>
                <a:cubicBezTo>
                  <a:pt x="712987" y="86525"/>
                  <a:pt x="715394" y="77070"/>
                  <a:pt x="720209" y="67929"/>
                </a:cubicBezTo>
                <a:cubicBezTo>
                  <a:pt x="725024" y="58788"/>
                  <a:pt x="731845" y="51810"/>
                  <a:pt x="740672" y="46996"/>
                </a:cubicBezTo>
                <a:cubicBezTo>
                  <a:pt x="749499" y="42181"/>
                  <a:pt x="759355" y="39774"/>
                  <a:pt x="770240" y="39774"/>
                </a:cubicBezTo>
                <a:cubicBezTo>
                  <a:pt x="787057" y="39774"/>
                  <a:pt x="800838" y="45234"/>
                  <a:pt x="811584" y="56154"/>
                </a:cubicBezTo>
                <a:cubicBezTo>
                  <a:pt x="822330" y="67074"/>
                  <a:pt x="827703" y="80873"/>
                  <a:pt x="827703" y="97550"/>
                </a:cubicBezTo>
                <a:cubicBezTo>
                  <a:pt x="827703" y="114367"/>
                  <a:pt x="822277" y="128305"/>
                  <a:pt x="811427" y="139365"/>
                </a:cubicBezTo>
                <a:cubicBezTo>
                  <a:pt x="800576" y="150424"/>
                  <a:pt x="786917" y="155954"/>
                  <a:pt x="770449" y="155954"/>
                </a:cubicBezTo>
                <a:cubicBezTo>
                  <a:pt x="760262" y="155954"/>
                  <a:pt x="750545" y="153652"/>
                  <a:pt x="741300" y="149046"/>
                </a:cubicBezTo>
                <a:cubicBezTo>
                  <a:pt x="732054" y="144441"/>
                  <a:pt x="725024" y="137690"/>
                  <a:pt x="720209" y="128793"/>
                </a:cubicBezTo>
                <a:cubicBezTo>
                  <a:pt x="715394" y="119896"/>
                  <a:pt x="712987" y="109063"/>
                  <a:pt x="712987" y="96294"/>
                </a:cubicBezTo>
                <a:moveTo>
                  <a:pt x="743131" y="97864"/>
                </a:moveTo>
                <a:cubicBezTo>
                  <a:pt x="743131" y="108889"/>
                  <a:pt x="745748" y="117332"/>
                  <a:pt x="750981" y="123194"/>
                </a:cubicBezTo>
                <a:cubicBezTo>
                  <a:pt x="756215" y="129055"/>
                  <a:pt x="762669" y="131986"/>
                  <a:pt x="770345" y="131986"/>
                </a:cubicBezTo>
                <a:cubicBezTo>
                  <a:pt x="778020" y="131986"/>
                  <a:pt x="784457" y="129055"/>
                  <a:pt x="789656" y="123194"/>
                </a:cubicBezTo>
                <a:cubicBezTo>
                  <a:pt x="794854" y="117332"/>
                  <a:pt x="797454" y="108819"/>
                  <a:pt x="797454" y="97655"/>
                </a:cubicBezTo>
                <a:cubicBezTo>
                  <a:pt x="797454" y="86769"/>
                  <a:pt x="794854" y="78396"/>
                  <a:pt x="789656" y="72534"/>
                </a:cubicBezTo>
                <a:cubicBezTo>
                  <a:pt x="784457" y="66673"/>
                  <a:pt x="778020" y="63742"/>
                  <a:pt x="770345" y="63742"/>
                </a:cubicBezTo>
                <a:cubicBezTo>
                  <a:pt x="762669" y="63742"/>
                  <a:pt x="756215" y="66673"/>
                  <a:pt x="750981" y="72534"/>
                </a:cubicBezTo>
                <a:cubicBezTo>
                  <a:pt x="745748" y="78396"/>
                  <a:pt x="743131" y="86839"/>
                  <a:pt x="743131" y="97864"/>
                </a:cubicBezTo>
                <a:close/>
                <a:moveTo>
                  <a:pt x="958797" y="153442"/>
                </a:moveTo>
                <a:lnTo>
                  <a:pt x="929385" y="153442"/>
                </a:lnTo>
                <a:lnTo>
                  <a:pt x="929385" y="96713"/>
                </a:lnTo>
                <a:cubicBezTo>
                  <a:pt x="929385" y="84711"/>
                  <a:pt x="928757" y="76948"/>
                  <a:pt x="927501" y="73424"/>
                </a:cubicBezTo>
                <a:cubicBezTo>
                  <a:pt x="926245" y="69900"/>
                  <a:pt x="924204" y="67162"/>
                  <a:pt x="921378" y="65208"/>
                </a:cubicBezTo>
                <a:cubicBezTo>
                  <a:pt x="918552" y="63254"/>
                  <a:pt x="915150" y="62277"/>
                  <a:pt x="911173" y="62277"/>
                </a:cubicBezTo>
                <a:cubicBezTo>
                  <a:pt x="906079" y="62277"/>
                  <a:pt x="901509" y="63673"/>
                  <a:pt x="897462" y="66464"/>
                </a:cubicBezTo>
                <a:cubicBezTo>
                  <a:pt x="893414" y="69255"/>
                  <a:pt x="890641" y="72953"/>
                  <a:pt x="889141" y="77559"/>
                </a:cubicBezTo>
                <a:cubicBezTo>
                  <a:pt x="887640" y="82164"/>
                  <a:pt x="886890" y="90677"/>
                  <a:pt x="886890" y="103097"/>
                </a:cubicBezTo>
                <a:lnTo>
                  <a:pt x="886890" y="153442"/>
                </a:lnTo>
                <a:lnTo>
                  <a:pt x="857479" y="153442"/>
                </a:lnTo>
                <a:lnTo>
                  <a:pt x="857479" y="42286"/>
                </a:lnTo>
                <a:lnTo>
                  <a:pt x="884797" y="42286"/>
                </a:lnTo>
                <a:lnTo>
                  <a:pt x="884797" y="58614"/>
                </a:lnTo>
                <a:cubicBezTo>
                  <a:pt x="894496" y="46054"/>
                  <a:pt x="906707" y="39774"/>
                  <a:pt x="921430" y="39774"/>
                </a:cubicBezTo>
                <a:cubicBezTo>
                  <a:pt x="927920" y="39774"/>
                  <a:pt x="933851" y="40942"/>
                  <a:pt x="939224" y="43280"/>
                </a:cubicBezTo>
                <a:cubicBezTo>
                  <a:pt x="944597" y="45618"/>
                  <a:pt x="948661" y="48601"/>
                  <a:pt x="951418" y="52229"/>
                </a:cubicBezTo>
                <a:cubicBezTo>
                  <a:pt x="954174" y="55857"/>
                  <a:pt x="956093" y="59974"/>
                  <a:pt x="957174" y="64580"/>
                </a:cubicBezTo>
                <a:cubicBezTo>
                  <a:pt x="958256" y="69185"/>
                  <a:pt x="958797" y="75779"/>
                  <a:pt x="958797" y="84362"/>
                </a:cubicBezTo>
                <a:lnTo>
                  <a:pt x="958797" y="1534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Layer2">
            <a:extLst xmlns:a="http://schemas.openxmlformats.org/drawingml/2006/main">
              <a:ext uri="{FF2B5EF4-FFF2-40B4-BE49-F238E27FC236}">
                <a16:creationId xmlns:a16="http://schemas.microsoft.com/office/drawing/2014/main" id="{A75A015F-804B-4156-8F9D-EBDC0F79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417" y="2737693"/>
            <a:ext cx="673451" cy="199182"/>
          </a:xfrm>
          <a:custGeom xmlns:a="http://schemas.openxmlformats.org/drawingml/2006/main">
            <a:pathLst>
              <a:path w="673451" h="199182">
                <a:moveTo>
                  <a:pt x="0" y="154070"/>
                </a:moveTo>
                <a:lnTo>
                  <a:pt x="0" y="1884"/>
                </a:lnTo>
                <a:lnTo>
                  <a:pt x="30982" y="1884"/>
                </a:lnTo>
                <a:lnTo>
                  <a:pt x="30982" y="128218"/>
                </a:lnTo>
                <a:lnTo>
                  <a:pt x="108017" y="128218"/>
                </a:lnTo>
                <a:lnTo>
                  <a:pt x="108017" y="154070"/>
                </a:lnTo>
                <a:lnTo>
                  <a:pt x="0" y="154070"/>
                </a:lnTo>
                <a:close/>
                <a:moveTo>
                  <a:pt x="158744" y="76826"/>
                </a:moveTo>
                <a:lnTo>
                  <a:pt x="132054" y="72011"/>
                </a:lnTo>
                <a:cubicBezTo>
                  <a:pt x="135054" y="61265"/>
                  <a:pt x="140218" y="53311"/>
                  <a:pt x="147545" y="48147"/>
                </a:cubicBezTo>
                <a:cubicBezTo>
                  <a:pt x="154871" y="42983"/>
                  <a:pt x="165757" y="40402"/>
                  <a:pt x="180201" y="40402"/>
                </a:cubicBezTo>
                <a:cubicBezTo>
                  <a:pt x="193319" y="40402"/>
                  <a:pt x="203088" y="41954"/>
                  <a:pt x="209508" y="45059"/>
                </a:cubicBezTo>
                <a:cubicBezTo>
                  <a:pt x="215927" y="48164"/>
                  <a:pt x="220446" y="52107"/>
                  <a:pt x="223062" y="56887"/>
                </a:cubicBezTo>
                <a:cubicBezTo>
                  <a:pt x="225679" y="61667"/>
                  <a:pt x="226987" y="70441"/>
                  <a:pt x="226987" y="83211"/>
                </a:cubicBezTo>
                <a:lnTo>
                  <a:pt x="226673" y="117541"/>
                </a:lnTo>
                <a:cubicBezTo>
                  <a:pt x="226673" y="127310"/>
                  <a:pt x="227144" y="134515"/>
                  <a:pt x="228086" y="139155"/>
                </a:cubicBezTo>
                <a:cubicBezTo>
                  <a:pt x="229028" y="143796"/>
                  <a:pt x="230790" y="148767"/>
                  <a:pt x="233372" y="154070"/>
                </a:cubicBezTo>
                <a:lnTo>
                  <a:pt x="204274" y="154070"/>
                </a:lnTo>
                <a:cubicBezTo>
                  <a:pt x="203507" y="152117"/>
                  <a:pt x="202565" y="149221"/>
                  <a:pt x="201448" y="145383"/>
                </a:cubicBezTo>
                <a:cubicBezTo>
                  <a:pt x="200960" y="143639"/>
                  <a:pt x="200611" y="142487"/>
                  <a:pt x="200402" y="141929"/>
                </a:cubicBezTo>
                <a:cubicBezTo>
                  <a:pt x="195378" y="146813"/>
                  <a:pt x="190005" y="150477"/>
                  <a:pt x="184283" y="152919"/>
                </a:cubicBezTo>
                <a:cubicBezTo>
                  <a:pt x="178561" y="155361"/>
                  <a:pt x="172456" y="156582"/>
                  <a:pt x="165966" y="156582"/>
                </a:cubicBezTo>
                <a:cubicBezTo>
                  <a:pt x="154523" y="156582"/>
                  <a:pt x="145504" y="153477"/>
                  <a:pt x="138910" y="147267"/>
                </a:cubicBezTo>
                <a:cubicBezTo>
                  <a:pt x="132316" y="141057"/>
                  <a:pt x="129019" y="133207"/>
                  <a:pt x="129019" y="123717"/>
                </a:cubicBezTo>
                <a:cubicBezTo>
                  <a:pt x="129019" y="117437"/>
                  <a:pt x="130519" y="111837"/>
                  <a:pt x="133519" y="106918"/>
                </a:cubicBezTo>
                <a:cubicBezTo>
                  <a:pt x="136520" y="101998"/>
                  <a:pt x="140724" y="98230"/>
                  <a:pt x="146132" y="95614"/>
                </a:cubicBezTo>
                <a:cubicBezTo>
                  <a:pt x="151540" y="92997"/>
                  <a:pt x="159337" y="90712"/>
                  <a:pt x="169525" y="88758"/>
                </a:cubicBezTo>
                <a:cubicBezTo>
                  <a:pt x="183271" y="86176"/>
                  <a:pt x="192796" y="83769"/>
                  <a:pt x="198099" y="81536"/>
                </a:cubicBezTo>
                <a:lnTo>
                  <a:pt x="198099" y="78605"/>
                </a:lnTo>
                <a:cubicBezTo>
                  <a:pt x="198099" y="72953"/>
                  <a:pt x="196704" y="68923"/>
                  <a:pt x="193912" y="66516"/>
                </a:cubicBezTo>
                <a:cubicBezTo>
                  <a:pt x="191121" y="64109"/>
                  <a:pt x="185853" y="62905"/>
                  <a:pt x="178108" y="62905"/>
                </a:cubicBezTo>
                <a:cubicBezTo>
                  <a:pt x="172874" y="62905"/>
                  <a:pt x="168792" y="63934"/>
                  <a:pt x="165862" y="65993"/>
                </a:cubicBezTo>
                <a:cubicBezTo>
                  <a:pt x="162931" y="68051"/>
                  <a:pt x="160558" y="71662"/>
                  <a:pt x="158744" y="76826"/>
                </a:cubicBezTo>
                <a:moveTo>
                  <a:pt x="198099" y="100690"/>
                </a:moveTo>
                <a:cubicBezTo>
                  <a:pt x="194331" y="101946"/>
                  <a:pt x="188365" y="103446"/>
                  <a:pt x="180201" y="105191"/>
                </a:cubicBezTo>
                <a:cubicBezTo>
                  <a:pt x="172037" y="106935"/>
                  <a:pt x="166699" y="108645"/>
                  <a:pt x="164187" y="110319"/>
                </a:cubicBezTo>
                <a:cubicBezTo>
                  <a:pt x="160349" y="113041"/>
                  <a:pt x="158430" y="116495"/>
                  <a:pt x="158430" y="120681"/>
                </a:cubicBezTo>
                <a:cubicBezTo>
                  <a:pt x="158430" y="124798"/>
                  <a:pt x="159965" y="128357"/>
                  <a:pt x="163035" y="131358"/>
                </a:cubicBezTo>
                <a:cubicBezTo>
                  <a:pt x="166106" y="134358"/>
                  <a:pt x="170013" y="135858"/>
                  <a:pt x="174758" y="135858"/>
                </a:cubicBezTo>
                <a:cubicBezTo>
                  <a:pt x="180061" y="135858"/>
                  <a:pt x="185120" y="134114"/>
                  <a:pt x="189935" y="130625"/>
                </a:cubicBezTo>
                <a:cubicBezTo>
                  <a:pt x="193494" y="127973"/>
                  <a:pt x="195831" y="124729"/>
                  <a:pt x="196948" y="120891"/>
                </a:cubicBezTo>
                <a:cubicBezTo>
                  <a:pt x="197715" y="118379"/>
                  <a:pt x="198099" y="113599"/>
                  <a:pt x="198099" y="106551"/>
                </a:cubicBezTo>
                <a:lnTo>
                  <a:pt x="198099" y="100690"/>
                </a:lnTo>
                <a:close/>
                <a:moveTo>
                  <a:pt x="245221" y="42914"/>
                </a:moveTo>
                <a:lnTo>
                  <a:pt x="276517" y="42914"/>
                </a:lnTo>
                <a:lnTo>
                  <a:pt x="303102" y="121833"/>
                </a:lnTo>
                <a:lnTo>
                  <a:pt x="329060" y="42914"/>
                </a:lnTo>
                <a:lnTo>
                  <a:pt x="359518" y="42914"/>
                </a:lnTo>
                <a:lnTo>
                  <a:pt x="320268" y="149884"/>
                </a:lnTo>
                <a:lnTo>
                  <a:pt x="313255" y="169247"/>
                </a:lnTo>
                <a:cubicBezTo>
                  <a:pt x="310673" y="175737"/>
                  <a:pt x="308214" y="180691"/>
                  <a:pt x="305876" y="184110"/>
                </a:cubicBezTo>
                <a:cubicBezTo>
                  <a:pt x="303539" y="187529"/>
                  <a:pt x="300852" y="190303"/>
                  <a:pt x="297817" y="192431"/>
                </a:cubicBezTo>
                <a:cubicBezTo>
                  <a:pt x="294781" y="194559"/>
                  <a:pt x="291048" y="196216"/>
                  <a:pt x="286617" y="197403"/>
                </a:cubicBezTo>
                <a:cubicBezTo>
                  <a:pt x="282186" y="198589"/>
                  <a:pt x="277180" y="199182"/>
                  <a:pt x="271598" y="199182"/>
                </a:cubicBezTo>
                <a:cubicBezTo>
                  <a:pt x="265946" y="199182"/>
                  <a:pt x="260398" y="198589"/>
                  <a:pt x="254955" y="197403"/>
                </a:cubicBezTo>
                <a:lnTo>
                  <a:pt x="252339" y="174376"/>
                </a:lnTo>
                <a:cubicBezTo>
                  <a:pt x="256944" y="175283"/>
                  <a:pt x="261096" y="175737"/>
                  <a:pt x="264794" y="175737"/>
                </a:cubicBezTo>
                <a:cubicBezTo>
                  <a:pt x="271632" y="175737"/>
                  <a:pt x="276691" y="173730"/>
                  <a:pt x="279971" y="169718"/>
                </a:cubicBezTo>
                <a:cubicBezTo>
                  <a:pt x="283251" y="165706"/>
                  <a:pt x="285763" y="160595"/>
                  <a:pt x="287507" y="154384"/>
                </a:cubicBezTo>
                <a:lnTo>
                  <a:pt x="245221" y="42914"/>
                </a:lnTo>
                <a:close/>
                <a:moveTo>
                  <a:pt x="445890" y="118693"/>
                </a:moveTo>
                <a:lnTo>
                  <a:pt x="475197" y="123612"/>
                </a:lnTo>
                <a:cubicBezTo>
                  <a:pt x="471429" y="134358"/>
                  <a:pt x="465481" y="142540"/>
                  <a:pt x="457352" y="148157"/>
                </a:cubicBezTo>
                <a:cubicBezTo>
                  <a:pt x="449222" y="153774"/>
                  <a:pt x="439052" y="156582"/>
                  <a:pt x="426841" y="156582"/>
                </a:cubicBezTo>
                <a:cubicBezTo>
                  <a:pt x="407512" y="156582"/>
                  <a:pt x="393208" y="150267"/>
                  <a:pt x="383927" y="137638"/>
                </a:cubicBezTo>
                <a:cubicBezTo>
                  <a:pt x="376601" y="127520"/>
                  <a:pt x="372937" y="114750"/>
                  <a:pt x="372937" y="99329"/>
                </a:cubicBezTo>
                <a:cubicBezTo>
                  <a:pt x="372937" y="80908"/>
                  <a:pt x="377752" y="66481"/>
                  <a:pt x="387381" y="56049"/>
                </a:cubicBezTo>
                <a:cubicBezTo>
                  <a:pt x="397011" y="45618"/>
                  <a:pt x="409187" y="40402"/>
                  <a:pt x="423910" y="40402"/>
                </a:cubicBezTo>
                <a:cubicBezTo>
                  <a:pt x="440448" y="40402"/>
                  <a:pt x="453496" y="45862"/>
                  <a:pt x="463056" y="56782"/>
                </a:cubicBezTo>
                <a:cubicBezTo>
                  <a:pt x="472616" y="67702"/>
                  <a:pt x="477186" y="84432"/>
                  <a:pt x="476767" y="106970"/>
                </a:cubicBezTo>
                <a:lnTo>
                  <a:pt x="403081" y="106970"/>
                </a:lnTo>
                <a:cubicBezTo>
                  <a:pt x="403291" y="115692"/>
                  <a:pt x="405663" y="122478"/>
                  <a:pt x="410199" y="127328"/>
                </a:cubicBezTo>
                <a:cubicBezTo>
                  <a:pt x="414734" y="132177"/>
                  <a:pt x="420386" y="134602"/>
                  <a:pt x="427155" y="134602"/>
                </a:cubicBezTo>
                <a:cubicBezTo>
                  <a:pt x="431760" y="134602"/>
                  <a:pt x="435633" y="133346"/>
                  <a:pt x="438773" y="130834"/>
                </a:cubicBezTo>
                <a:cubicBezTo>
                  <a:pt x="441913" y="128322"/>
                  <a:pt x="444286" y="124275"/>
                  <a:pt x="445890" y="118693"/>
                </a:cubicBezTo>
                <a:moveTo>
                  <a:pt x="447565" y="88967"/>
                </a:moveTo>
                <a:cubicBezTo>
                  <a:pt x="447356" y="80454"/>
                  <a:pt x="445158" y="73982"/>
                  <a:pt x="440971" y="69551"/>
                </a:cubicBezTo>
                <a:cubicBezTo>
                  <a:pt x="436784" y="65121"/>
                  <a:pt x="431691" y="62905"/>
                  <a:pt x="425690" y="62905"/>
                </a:cubicBezTo>
                <a:cubicBezTo>
                  <a:pt x="419270" y="62905"/>
                  <a:pt x="413967" y="65243"/>
                  <a:pt x="409780" y="69918"/>
                </a:cubicBezTo>
                <a:cubicBezTo>
                  <a:pt x="405593" y="74593"/>
                  <a:pt x="403535" y="80943"/>
                  <a:pt x="403605" y="88967"/>
                </a:cubicBezTo>
                <a:lnTo>
                  <a:pt x="447565" y="88967"/>
                </a:lnTo>
                <a:close/>
                <a:moveTo>
                  <a:pt x="532052" y="154070"/>
                </a:moveTo>
                <a:lnTo>
                  <a:pt x="502641" y="154070"/>
                </a:lnTo>
                <a:lnTo>
                  <a:pt x="502641" y="42914"/>
                </a:lnTo>
                <a:lnTo>
                  <a:pt x="529959" y="42914"/>
                </a:lnTo>
                <a:lnTo>
                  <a:pt x="529959" y="58718"/>
                </a:lnTo>
                <a:cubicBezTo>
                  <a:pt x="534634" y="51252"/>
                  <a:pt x="538838" y="46333"/>
                  <a:pt x="542571" y="43960"/>
                </a:cubicBezTo>
                <a:cubicBezTo>
                  <a:pt x="546304" y="41588"/>
                  <a:pt x="550543" y="40402"/>
                  <a:pt x="555288" y="40402"/>
                </a:cubicBezTo>
                <a:cubicBezTo>
                  <a:pt x="561987" y="40402"/>
                  <a:pt x="568442" y="42251"/>
                  <a:pt x="574652" y="45949"/>
                </a:cubicBezTo>
                <a:lnTo>
                  <a:pt x="565546" y="71592"/>
                </a:lnTo>
                <a:cubicBezTo>
                  <a:pt x="560592" y="68383"/>
                  <a:pt x="555986" y="66778"/>
                  <a:pt x="551730" y="66778"/>
                </a:cubicBezTo>
                <a:cubicBezTo>
                  <a:pt x="547613" y="66778"/>
                  <a:pt x="544124" y="67912"/>
                  <a:pt x="541263" y="70179"/>
                </a:cubicBezTo>
                <a:cubicBezTo>
                  <a:pt x="538402" y="72447"/>
                  <a:pt x="536152" y="76547"/>
                  <a:pt x="534512" y="82478"/>
                </a:cubicBezTo>
                <a:cubicBezTo>
                  <a:pt x="532872" y="88409"/>
                  <a:pt x="532052" y="100830"/>
                  <a:pt x="532052" y="119739"/>
                </a:cubicBezTo>
                <a:lnTo>
                  <a:pt x="532052" y="154070"/>
                </a:lnTo>
                <a:close/>
                <a:moveTo>
                  <a:pt x="673451" y="126752"/>
                </a:moveTo>
                <a:lnTo>
                  <a:pt x="673451" y="154070"/>
                </a:lnTo>
                <a:lnTo>
                  <a:pt x="570354" y="154070"/>
                </a:lnTo>
                <a:cubicBezTo>
                  <a:pt x="571470" y="143743"/>
                  <a:pt x="574819" y="133957"/>
                  <a:pt x="580402" y="124711"/>
                </a:cubicBezTo>
                <a:cubicBezTo>
                  <a:pt x="585984" y="115466"/>
                  <a:pt x="597009" y="103202"/>
                  <a:pt x="613477" y="87921"/>
                </a:cubicBezTo>
                <a:cubicBezTo>
                  <a:pt x="626734" y="75570"/>
                  <a:pt x="634864" y="67196"/>
                  <a:pt x="637864" y="62800"/>
                </a:cubicBezTo>
                <a:cubicBezTo>
                  <a:pt x="641911" y="56730"/>
                  <a:pt x="643935" y="50729"/>
                  <a:pt x="643935" y="44798"/>
                </a:cubicBezTo>
                <a:cubicBezTo>
                  <a:pt x="643935" y="38238"/>
                  <a:pt x="642173" y="33197"/>
                  <a:pt x="638649" y="29673"/>
                </a:cubicBezTo>
                <a:cubicBezTo>
                  <a:pt x="635125" y="26149"/>
                  <a:pt x="630258" y="24387"/>
                  <a:pt x="624048" y="24387"/>
                </a:cubicBezTo>
                <a:cubicBezTo>
                  <a:pt x="617908" y="24387"/>
                  <a:pt x="613023" y="26237"/>
                  <a:pt x="609395" y="29935"/>
                </a:cubicBezTo>
                <a:cubicBezTo>
                  <a:pt x="605766" y="33633"/>
                  <a:pt x="603673" y="39774"/>
                  <a:pt x="603115" y="48356"/>
                </a:cubicBezTo>
                <a:lnTo>
                  <a:pt x="573808" y="45426"/>
                </a:lnTo>
                <a:cubicBezTo>
                  <a:pt x="575552" y="29237"/>
                  <a:pt x="581030" y="17619"/>
                  <a:pt x="590240" y="10571"/>
                </a:cubicBezTo>
                <a:cubicBezTo>
                  <a:pt x="599451" y="3524"/>
                  <a:pt x="610965" y="0"/>
                  <a:pt x="624781" y="0"/>
                </a:cubicBezTo>
                <a:cubicBezTo>
                  <a:pt x="639923" y="0"/>
                  <a:pt x="651820" y="4082"/>
                  <a:pt x="660472" y="12246"/>
                </a:cubicBezTo>
                <a:cubicBezTo>
                  <a:pt x="669125" y="20410"/>
                  <a:pt x="673451" y="30563"/>
                  <a:pt x="673451" y="42704"/>
                </a:cubicBezTo>
                <a:cubicBezTo>
                  <a:pt x="673451" y="49612"/>
                  <a:pt x="672212" y="56189"/>
                  <a:pt x="669735" y="62434"/>
                </a:cubicBezTo>
                <a:cubicBezTo>
                  <a:pt x="667258" y="68679"/>
                  <a:pt x="663333" y="75221"/>
                  <a:pt x="657960" y="82059"/>
                </a:cubicBezTo>
                <a:cubicBezTo>
                  <a:pt x="654402" y="86595"/>
                  <a:pt x="647982" y="93119"/>
                  <a:pt x="638701" y="101632"/>
                </a:cubicBezTo>
                <a:cubicBezTo>
                  <a:pt x="629421" y="110145"/>
                  <a:pt x="623542" y="115797"/>
                  <a:pt x="621065" y="118588"/>
                </a:cubicBezTo>
                <a:cubicBezTo>
                  <a:pt x="618588" y="121379"/>
                  <a:pt x="616582" y="124101"/>
                  <a:pt x="615047" y="126752"/>
                </a:cubicBezTo>
                <a:lnTo>
                  <a:pt x="673451" y="126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bef4e1f0b4cde"/>
          <a:stretch xmlns:a="http://schemas.openxmlformats.org/drawingml/2006/main"/>
        </p:blipFill>
        <p:spPr>
          <a:xfrm xmlns:a="http://schemas.openxmlformats.org/drawingml/2006/main">
            <a:off x="1862216" y="1092681"/>
            <a:ext cx="470666" cy="520586"/>
          </a:xfrm>
          <a:prstGeom xmlns:a="http://schemas.openxmlformats.org/drawingml/2006/main" prst="rect">
            <a:avLst/>
          </a:prstGeom>
        </p:spPr>
      </p:pic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21CF9-A953-4560-B5FF-34712FD4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224" y="1092681"/>
            <a:ext cx="474652" cy="520586"/>
          </a:xfrm>
          <a:custGeom xmlns:a="http://schemas.openxmlformats.org/drawingml/2006/main">
            <a:pathLst>
              <a:path w="474652" h="520586" fill="none">
                <a:moveTo>
                  <a:pt x="0" y="130146"/>
                </a:moveTo>
                <a:lnTo>
                  <a:pt x="237326" y="130146"/>
                </a:lnTo>
                <a:lnTo>
                  <a:pt x="237326" y="0"/>
                </a:lnTo>
                <a:lnTo>
                  <a:pt x="474652" y="260293"/>
                </a:lnTo>
                <a:lnTo>
                  <a:pt x="237326" y="520586"/>
                </a:lnTo>
                <a:lnTo>
                  <a:pt x="237326" y="390439"/>
                </a:lnTo>
                <a:lnTo>
                  <a:pt x="0" y="390439"/>
                </a:lnTo>
                <a:lnTo>
                  <a:pt x="0" y="1301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56" cap="flat">
            <a:solidFill>
              <a:srgbClr val="ED7D31"/>
            </a:solidFill>
            <a:miter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620bfff8346d1"/>
          <a:stretch xmlns:a="http://schemas.openxmlformats.org/drawingml/2006/main"/>
        </p:blipFill>
        <p:spPr>
          <a:xfrm xmlns:a="http://schemas.openxmlformats.org/drawingml/2006/main">
            <a:off x="4403899" y="1107992"/>
            <a:ext cx="470666" cy="520586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c9c6bd7734073"/>
          <a:stretch xmlns:a="http://schemas.openxmlformats.org/drawingml/2006/main"/>
        </p:blipFill>
        <p:spPr>
          <a:xfrm xmlns:a="http://schemas.openxmlformats.org/drawingml/2006/main">
            <a:off x="4403899" y="1107992"/>
            <a:ext cx="470666" cy="520586"/>
          </a:xfrm>
          <a:prstGeom xmlns:a="http://schemas.openxmlformats.org/drawingml/2006/main" prst="rect">
            <a:avLst/>
          </a:prstGeom>
        </p:spPr>
      </p:pic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479F4-8F45-4598-BB31-E874CCB5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907" y="1107992"/>
            <a:ext cx="474652" cy="520586"/>
          </a:xfrm>
          <a:custGeom xmlns:a="http://schemas.openxmlformats.org/drawingml/2006/main">
            <a:pathLst>
              <a:path w="474652" h="520586" fill="none">
                <a:moveTo>
                  <a:pt x="0" y="130146"/>
                </a:moveTo>
                <a:lnTo>
                  <a:pt x="237326" y="130146"/>
                </a:lnTo>
                <a:lnTo>
                  <a:pt x="237326" y="0"/>
                </a:lnTo>
                <a:lnTo>
                  <a:pt x="474652" y="260293"/>
                </a:lnTo>
                <a:lnTo>
                  <a:pt x="237326" y="520586"/>
                </a:lnTo>
                <a:lnTo>
                  <a:pt x="237326" y="390439"/>
                </a:lnTo>
                <a:lnTo>
                  <a:pt x="0" y="390439"/>
                </a:lnTo>
                <a:lnTo>
                  <a:pt x="0" y="1301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56" cap="flat">
            <a:solidFill>
              <a:srgbClr val="ED7D31"/>
            </a:solidFill>
            <a:miter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a955c3fcb41d6"/>
          <a:stretch xmlns:a="http://schemas.openxmlformats.org/drawingml/2006/main"/>
        </p:blipFill>
        <p:spPr>
          <a:xfrm xmlns:a="http://schemas.openxmlformats.org/drawingml/2006/main">
            <a:off x="6470930" y="1092681"/>
            <a:ext cx="470666" cy="520586"/>
          </a:xfrm>
          <a:prstGeom xmlns:a="http://schemas.openxmlformats.org/drawingml/2006/main" prst="rect">
            <a:avLst/>
          </a:prstGeom>
        </p:spPr>
      </p:pic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B9A9B-3084-43AD-8C9B-17EE60E8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938" y="1092681"/>
            <a:ext cx="474652" cy="520586"/>
          </a:xfrm>
          <a:custGeom xmlns:a="http://schemas.openxmlformats.org/drawingml/2006/main">
            <a:pathLst>
              <a:path w="474652" h="520586" fill="none">
                <a:moveTo>
                  <a:pt x="0" y="130146"/>
                </a:moveTo>
                <a:lnTo>
                  <a:pt x="237326" y="130146"/>
                </a:lnTo>
                <a:lnTo>
                  <a:pt x="237326" y="0"/>
                </a:lnTo>
                <a:lnTo>
                  <a:pt x="474652" y="260293"/>
                </a:lnTo>
                <a:lnTo>
                  <a:pt x="237326" y="520586"/>
                </a:lnTo>
                <a:lnTo>
                  <a:pt x="237326" y="390439"/>
                </a:lnTo>
                <a:lnTo>
                  <a:pt x="0" y="390439"/>
                </a:lnTo>
                <a:lnTo>
                  <a:pt x="0" y="1301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56" cap="flat">
            <a:solidFill>
              <a:srgbClr val="ED7D31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562DD-9BB3-4479-A9CA-47EA1298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70" y="663963"/>
            <a:ext cx="332935" cy="10"/>
          </a:xfrm>
          <a:custGeom xmlns:a="http://schemas.openxmlformats.org/drawingml/2006/main">
            <a:pathLst>
              <a:path w="332935" h="1" fill="none">
                <a:moveTo>
                  <a:pt x="0" y="0"/>
                </a:moveTo>
                <a:lnTo>
                  <a:pt x="332935" y="1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cb5b232444654"/>
          <a:stretch xmlns:a="http://schemas.openxmlformats.org/drawingml/2006/main"/>
        </p:blipFill>
        <p:spPr>
          <a:xfrm xmlns:a="http://schemas.openxmlformats.org/drawingml/2006/main">
            <a:off x="12258093" y="1092681"/>
            <a:ext cx="456404" cy="520586"/>
          </a:xfrm>
          <a:prstGeom xmlns:a="http://schemas.openxmlformats.org/drawingml/2006/main" prst="rect">
            <a:avLst/>
          </a:prstGeom>
        </p:spPr>
      </p:pic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E228D-2AF2-4F46-B0E9-F3998B93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625" y="1092681"/>
            <a:ext cx="459340" cy="520586"/>
          </a:xfrm>
          <a:custGeom xmlns:a="http://schemas.openxmlformats.org/drawingml/2006/main">
            <a:pathLst>
              <a:path w="459340" h="520586" fill="none">
                <a:moveTo>
                  <a:pt x="0" y="130146"/>
                </a:moveTo>
                <a:lnTo>
                  <a:pt x="229670" y="130146"/>
                </a:lnTo>
                <a:lnTo>
                  <a:pt x="229670" y="0"/>
                </a:lnTo>
                <a:lnTo>
                  <a:pt x="459340" y="260293"/>
                </a:lnTo>
                <a:lnTo>
                  <a:pt x="229670" y="520586"/>
                </a:lnTo>
                <a:lnTo>
                  <a:pt x="229670" y="390439"/>
                </a:lnTo>
                <a:lnTo>
                  <a:pt x="0" y="390439"/>
                </a:lnTo>
                <a:lnTo>
                  <a:pt x="0" y="1301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56" cap="flat">
            <a:solidFill>
              <a:srgbClr val="ED7D31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C0885-027E-4CBE-89E4-3681D50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1" y="663963"/>
            <a:ext cx="1177091" cy="10"/>
          </a:xfrm>
          <a:custGeom xmlns:a="http://schemas.openxmlformats.org/drawingml/2006/main">
            <a:pathLst>
              <a:path w="1177091" h="1" fill="none">
                <a:moveTo>
                  <a:pt x="1177091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2C6D9-0FBA-40FD-BC2C-642B3DDE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1" y="663963"/>
            <a:ext cx="1177091" cy="390620"/>
          </a:xfrm>
          <a:custGeom xmlns:a="http://schemas.openxmlformats.org/drawingml/2006/main">
            <a:pathLst>
              <a:path w="1177091" h="390620" fill="none">
                <a:moveTo>
                  <a:pt x="1177091" y="3906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BDCA8-58AF-43BE-A584-54D8E1AD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1" y="663963"/>
            <a:ext cx="1177091" cy="781240"/>
          </a:xfrm>
          <a:custGeom xmlns:a="http://schemas.openxmlformats.org/drawingml/2006/main">
            <a:pathLst>
              <a:path w="1177091" h="781240" fill="none">
                <a:moveTo>
                  <a:pt x="1177091" y="7812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698B2-9A78-497E-862A-24B00D1E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2" y="663963"/>
            <a:ext cx="1176349" cy="1333220"/>
          </a:xfrm>
          <a:custGeom xmlns:a="http://schemas.openxmlformats.org/drawingml/2006/main">
            <a:pathLst>
              <a:path w="1176349" h="1333220" fill="none">
                <a:moveTo>
                  <a:pt x="1176349" y="13332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8DC78-6008-4AFE-B91E-9FB93433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1" y="663963"/>
            <a:ext cx="1177091" cy="390620"/>
          </a:xfrm>
          <a:custGeom xmlns:a="http://schemas.openxmlformats.org/drawingml/2006/main">
            <a:pathLst>
              <a:path w="1177091" h="390620" fill="none">
                <a:moveTo>
                  <a:pt x="1177091" y="0"/>
                </a:moveTo>
                <a:lnTo>
                  <a:pt x="0" y="39062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D2757-5C4A-415A-B56D-4A29A3DB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1" y="1062058"/>
            <a:ext cx="1177091" cy="10"/>
          </a:xfrm>
          <a:custGeom xmlns:a="http://schemas.openxmlformats.org/drawingml/2006/main">
            <a:pathLst>
              <a:path w="1177091" h="1" fill="none">
                <a:moveTo>
                  <a:pt x="1177091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3D63A-F93C-46C2-9D91-F597825E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1" y="1062058"/>
            <a:ext cx="1177091" cy="390620"/>
          </a:xfrm>
          <a:custGeom xmlns:a="http://schemas.openxmlformats.org/drawingml/2006/main">
            <a:pathLst>
              <a:path w="1177091" h="390620" fill="none">
                <a:moveTo>
                  <a:pt x="1177091" y="3906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4E9E3-7C05-4946-B1F0-7A99B4C9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2" y="1062058"/>
            <a:ext cx="1176349" cy="942600"/>
          </a:xfrm>
          <a:custGeom xmlns:a="http://schemas.openxmlformats.org/drawingml/2006/main">
            <a:pathLst>
              <a:path w="1176349" h="942600" fill="none">
                <a:moveTo>
                  <a:pt x="1176349" y="942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F8829-B9F8-4D00-9B95-E8AFC0C3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1" y="663963"/>
            <a:ext cx="1177091" cy="781240"/>
          </a:xfrm>
          <a:custGeom xmlns:a="http://schemas.openxmlformats.org/drawingml/2006/main">
            <a:pathLst>
              <a:path w="1177091" h="781240" fill="none">
                <a:moveTo>
                  <a:pt x="1177091" y="0"/>
                </a:moveTo>
                <a:lnTo>
                  <a:pt x="0" y="78124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35150-5301-4056-BC36-FE4AFEE1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1" y="1062058"/>
            <a:ext cx="1177091" cy="390620"/>
          </a:xfrm>
          <a:custGeom xmlns:a="http://schemas.openxmlformats.org/drawingml/2006/main">
            <a:pathLst>
              <a:path w="1177091" h="390620" fill="none">
                <a:moveTo>
                  <a:pt x="1177091" y="0"/>
                </a:moveTo>
                <a:lnTo>
                  <a:pt x="0" y="39062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D87D1-AEB8-4ADD-97EC-59AB2CE6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1" y="1996050"/>
            <a:ext cx="1177091" cy="10"/>
          </a:xfrm>
          <a:custGeom xmlns:a="http://schemas.openxmlformats.org/drawingml/2006/main">
            <a:pathLst>
              <a:path w="1177091" h="1" fill="none">
                <a:moveTo>
                  <a:pt x="1177091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A4AD3-8843-4288-9580-73C311CB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1" y="1444841"/>
            <a:ext cx="1177091" cy="10"/>
          </a:xfrm>
          <a:custGeom xmlns:a="http://schemas.openxmlformats.org/drawingml/2006/main">
            <a:pathLst>
              <a:path w="1177091" h="1" fill="none">
                <a:moveTo>
                  <a:pt x="1177091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1E594-B092-4610-97CB-229ED097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2" y="1444842"/>
            <a:ext cx="1176349" cy="551980"/>
          </a:xfrm>
          <a:custGeom xmlns:a="http://schemas.openxmlformats.org/drawingml/2006/main">
            <a:pathLst>
              <a:path w="1176349" h="551980" fill="none">
                <a:moveTo>
                  <a:pt x="1176349" y="5519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95367-01F2-4A21-A1C6-50B499AC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0" y="1062058"/>
            <a:ext cx="1177834" cy="942600"/>
          </a:xfrm>
          <a:custGeom xmlns:a="http://schemas.openxmlformats.org/drawingml/2006/main">
            <a:pathLst>
              <a:path w="1177834" h="942600" fill="none">
                <a:moveTo>
                  <a:pt x="1177834" y="0"/>
                </a:moveTo>
                <a:lnTo>
                  <a:pt x="0" y="94260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6EF68-6B32-4EEB-A7B5-DA26CF71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0" y="1444841"/>
            <a:ext cx="1177834" cy="551980"/>
          </a:xfrm>
          <a:custGeom xmlns:a="http://schemas.openxmlformats.org/drawingml/2006/main">
            <a:pathLst>
              <a:path w="1177834" h="551980" fill="none">
                <a:moveTo>
                  <a:pt x="1177834" y="0"/>
                </a:moveTo>
                <a:lnTo>
                  <a:pt x="0" y="55198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CA0F4-F7F8-4581-84DC-A0128F9A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69" y="663963"/>
            <a:ext cx="332935" cy="390620"/>
          </a:xfrm>
          <a:custGeom xmlns:a="http://schemas.openxmlformats.org/drawingml/2006/main">
            <a:pathLst>
              <a:path w="332935" h="390620" fill="none">
                <a:moveTo>
                  <a:pt x="332935" y="3906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8130B-BC0A-470F-9404-73EC069F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69" y="1062058"/>
            <a:ext cx="332935" cy="390620"/>
          </a:xfrm>
          <a:custGeom xmlns:a="http://schemas.openxmlformats.org/drawingml/2006/main">
            <a:pathLst>
              <a:path w="332935" h="390620" fill="none">
                <a:moveTo>
                  <a:pt x="332935" y="3906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D4739-E281-4CF7-A260-CCDF043D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70" y="1444842"/>
            <a:ext cx="332192" cy="551980"/>
          </a:xfrm>
          <a:custGeom xmlns:a="http://schemas.openxmlformats.org/drawingml/2006/main">
            <a:pathLst>
              <a:path w="332192" h="551980" fill="none">
                <a:moveTo>
                  <a:pt x="332192" y="5519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AD7DB-914D-442C-AC51-0D423988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69" y="663963"/>
            <a:ext cx="333678" cy="1333220"/>
          </a:xfrm>
          <a:custGeom xmlns:a="http://schemas.openxmlformats.org/drawingml/2006/main">
            <a:pathLst>
              <a:path w="333678" h="1333220" fill="none">
                <a:moveTo>
                  <a:pt x="333678" y="0"/>
                </a:moveTo>
                <a:lnTo>
                  <a:pt x="0" y="133322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29234-0BFB-466C-9CBE-7A1A2494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70" y="663963"/>
            <a:ext cx="332935" cy="781240"/>
          </a:xfrm>
          <a:custGeom xmlns:a="http://schemas.openxmlformats.org/drawingml/2006/main">
            <a:pathLst>
              <a:path w="332935" h="781240" fill="none">
                <a:moveTo>
                  <a:pt x="0" y="0"/>
                </a:moveTo>
                <a:lnTo>
                  <a:pt x="332935" y="78124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8864C-19CB-4FB5-AF2E-7BABED9A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70" y="663963"/>
            <a:ext cx="332192" cy="1333220"/>
          </a:xfrm>
          <a:custGeom xmlns:a="http://schemas.openxmlformats.org/drawingml/2006/main">
            <a:pathLst>
              <a:path w="332192" h="1333220" fill="none">
                <a:moveTo>
                  <a:pt x="0" y="0"/>
                </a:moveTo>
                <a:lnTo>
                  <a:pt x="332192" y="133322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E93F1-FAF7-4E82-ACCC-DC9C8485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70" y="663963"/>
            <a:ext cx="332935" cy="390620"/>
          </a:xfrm>
          <a:custGeom xmlns:a="http://schemas.openxmlformats.org/drawingml/2006/main">
            <a:pathLst>
              <a:path w="332935" h="390620" fill="none">
                <a:moveTo>
                  <a:pt x="0" y="390620"/>
                </a:moveTo>
                <a:lnTo>
                  <a:pt x="3329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DD61C-E857-4C19-BEEE-9C76E699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69" y="1062058"/>
            <a:ext cx="332935" cy="10"/>
          </a:xfrm>
          <a:custGeom xmlns:a="http://schemas.openxmlformats.org/drawingml/2006/main">
            <a:pathLst>
              <a:path w="332935" h="1" fill="none">
                <a:moveTo>
                  <a:pt x="332935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4C050-D31E-476D-8604-F34B94B2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70" y="1062058"/>
            <a:ext cx="332192" cy="942600"/>
          </a:xfrm>
          <a:custGeom xmlns:a="http://schemas.openxmlformats.org/drawingml/2006/main">
            <a:pathLst>
              <a:path w="332192" h="942600" fill="none">
                <a:moveTo>
                  <a:pt x="0" y="0"/>
                </a:moveTo>
                <a:lnTo>
                  <a:pt x="332192" y="94260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25E6B-9D3C-4441-B9CC-00F0F4C1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70" y="663963"/>
            <a:ext cx="332935" cy="781240"/>
          </a:xfrm>
          <a:custGeom xmlns:a="http://schemas.openxmlformats.org/drawingml/2006/main">
            <a:pathLst>
              <a:path w="332935" h="781240" fill="none">
                <a:moveTo>
                  <a:pt x="0" y="781240"/>
                </a:moveTo>
                <a:lnTo>
                  <a:pt x="3329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C7B52-402C-4E03-93A5-96D61770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69" y="1062058"/>
            <a:ext cx="332935" cy="390620"/>
          </a:xfrm>
          <a:custGeom xmlns:a="http://schemas.openxmlformats.org/drawingml/2006/main">
            <a:pathLst>
              <a:path w="332935" h="390620" fill="none">
                <a:moveTo>
                  <a:pt x="332935" y="0"/>
                </a:moveTo>
                <a:lnTo>
                  <a:pt x="0" y="39062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23E11-D176-4A68-9B67-FE9B442C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69" y="1444841"/>
            <a:ext cx="332935" cy="10"/>
          </a:xfrm>
          <a:custGeom xmlns:a="http://schemas.openxmlformats.org/drawingml/2006/main">
            <a:pathLst>
              <a:path w="332935" h="1" fill="none">
                <a:moveTo>
                  <a:pt x="332935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129E3-9FAB-4BC0-BC5F-49A239F5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69" y="1062058"/>
            <a:ext cx="333678" cy="942600"/>
          </a:xfrm>
          <a:custGeom xmlns:a="http://schemas.openxmlformats.org/drawingml/2006/main">
            <a:pathLst>
              <a:path w="333678" h="942600" fill="none">
                <a:moveTo>
                  <a:pt x="333678" y="0"/>
                </a:moveTo>
                <a:lnTo>
                  <a:pt x="0" y="94260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00D62-DBCC-4792-BA9B-8733A8E8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69" y="1444841"/>
            <a:ext cx="333678" cy="551980"/>
          </a:xfrm>
          <a:custGeom xmlns:a="http://schemas.openxmlformats.org/drawingml/2006/main">
            <a:pathLst>
              <a:path w="333678" h="551980" fill="none">
                <a:moveTo>
                  <a:pt x="333678" y="0"/>
                </a:moveTo>
                <a:lnTo>
                  <a:pt x="0" y="55198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70492-D0F9-4A2F-BF18-D21B30AC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269" y="1996050"/>
            <a:ext cx="332935" cy="10"/>
          </a:xfrm>
          <a:custGeom xmlns:a="http://schemas.openxmlformats.org/drawingml/2006/main">
            <a:pathLst>
              <a:path w="332935" h="1" fill="none">
                <a:moveTo>
                  <a:pt x="332935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  <p:sp>
        <p:nvSpPr>
          <p:cNvPr id="124" name="Text …">
            <a:extLst xmlns:a="http://schemas.openxmlformats.org/drawingml/2006/main">
              <a:ext uri="{FF2B5EF4-FFF2-40B4-BE49-F238E27FC236}">
                <a16:creationId xmlns:a16="http://schemas.microsoft.com/office/drawing/2014/main" id="{91D8CDAF-0D07-4A90-959E-01962684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245" y="1968597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…">
            <a:extLst xmlns:a="http://schemas.openxmlformats.org/drawingml/2006/main">
              <a:ext uri="{FF2B5EF4-FFF2-40B4-BE49-F238E27FC236}">
                <a16:creationId xmlns:a16="http://schemas.microsoft.com/office/drawing/2014/main" id="{1FEC0F8B-2C63-4614-862A-F2C0792F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246" y="621199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…">
            <a:extLst xmlns:a="http://schemas.openxmlformats.org/drawingml/2006/main">
              <a:ext uri="{FF2B5EF4-FFF2-40B4-BE49-F238E27FC236}">
                <a16:creationId xmlns:a16="http://schemas.microsoft.com/office/drawing/2014/main" id="{9533CE36-E918-46DB-AFD6-A5C0F3CA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406" y="1019294"/>
            <a:ext cx="295521" cy="50420"/>
          </a:xfrm>
          <a:custGeom xmlns:a="http://schemas.openxmlformats.org/drawingml/2006/main">
            <a:pathLst>
              <a:path w="295521" h="50420">
                <a:moveTo>
                  <a:pt x="244922" y="50420"/>
                </a:moveTo>
                <a:lnTo>
                  <a:pt x="244922" y="0"/>
                </a:lnTo>
                <a:lnTo>
                  <a:pt x="295521" y="0"/>
                </a:lnTo>
                <a:lnTo>
                  <a:pt x="295521" y="50420"/>
                </a:lnTo>
                <a:lnTo>
                  <a:pt x="244922" y="50420"/>
                </a:lnTo>
                <a:moveTo>
                  <a:pt x="122551" y="50420"/>
                </a:moveTo>
                <a:lnTo>
                  <a:pt x="122551" y="0"/>
                </a:lnTo>
                <a:lnTo>
                  <a:pt x="172970" y="0"/>
                </a:lnTo>
                <a:lnTo>
                  <a:pt x="172970" y="50420"/>
                </a:lnTo>
                <a:lnTo>
                  <a:pt x="122551" y="50420"/>
                </a:lnTo>
                <a:moveTo>
                  <a:pt x="0" y="50420"/>
                </a:moveTo>
                <a:lnTo>
                  <a:pt x="0" y="0"/>
                </a:lnTo>
                <a:lnTo>
                  <a:pt x="50420" y="0"/>
                </a:lnTo>
                <a:lnTo>
                  <a:pt x="50420" y="50420"/>
                </a:lnTo>
                <a:lnTo>
                  <a:pt x="0" y="5042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D6785-42FF-4418-8ACB-3C92DF74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20" y="663963"/>
            <a:ext cx="1177834" cy="1333220"/>
          </a:xfrm>
          <a:custGeom xmlns:a="http://schemas.openxmlformats.org/drawingml/2006/main">
            <a:pathLst>
              <a:path w="1177834" h="1333220" fill="none">
                <a:moveTo>
                  <a:pt x="1177834" y="0"/>
                </a:moveTo>
                <a:lnTo>
                  <a:pt x="0" y="1333220"/>
                </a:lnTo>
              </a:path>
            </a:pathLst>
          </a:custGeom>
          <a:noFill xmlns:a="http://schemas.openxmlformats.org/drawingml/2006/main"/>
          <a:ln xmlns:a="http://schemas.openxmlformats.org/drawingml/2006/main" w="11484" cap="flat">
            <a:solidFill>
              <a:srgbClr val="000000">
                <a:alpha val="30200"/>
              </a:srgbClr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59713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2026-09-05T08:54:29.5640000Z</dcterms:created>
  <dcterms:modified xsi:type="dcterms:W3CDTF">2026-09-05T08:54:29.5640000Z</dcterms:modified>
</coreProperties>
</file>